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9BF5-A392-9B64-3FDE-67842FE9A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5FB4A-C37F-8357-126E-3037620CC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8084A-C79D-7B89-B004-54A2D1EB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FFB5E-878C-B3A1-74C5-C04D4F7F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D142A-4F17-9D52-E964-581DBA11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292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4B865-888F-A6DF-C021-C6E3316B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972CE-CA34-EFB6-0BBE-0F1B0A7D0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E1C31-3424-AA72-337C-93894863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C1009-C785-D82B-D321-3F83E75D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85E57-77FB-7BFB-105F-1F354C53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530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BC17-326A-3310-2815-D5C8EC88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2A8BF-EA23-2BB0-C607-C51444C5D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2681-964F-45BA-8F6A-7F277106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33705-9A49-1EB7-2496-D84DDC57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62D67-E26E-60D4-0A7D-4948D6CF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152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536F-1971-EE4A-0A65-5A1A162A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ACD10-AB34-A662-4399-6716F987D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1A4C1-2ED1-4F85-0D88-7494EC4CD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8F8AC-CD67-E25E-03E1-206C76E77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7A916-9D2D-D0E6-CA1F-0634D824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D2872-839A-D8B3-9D5E-AB40DB7D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0477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6F26-81B5-8661-1EA0-2E739BF1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DE2F1-B130-F90D-9B2F-94E92305C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CAD0B-3681-AF4E-090D-950AE071B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1C846-2534-A22B-87C4-A7D3FAC78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0857F-C166-1736-06A5-B7D37665D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2A0AA-3181-8880-B6AD-5607ED7C4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94E3D-6689-A4DF-AC3C-26C96DB3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4743B-1D25-FF7D-63CE-56AC2D17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757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FF06-D800-FEA6-FFA2-9B14427F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A73D2-5598-B0BC-E9F9-EDD79D0AB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45E19-1706-69F7-8FA2-8B3A0C2F2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8940A-00B8-EC41-5675-5B04DE43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14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2F81BD-C684-3A8F-7E22-8CA8FC89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57DEC-A2F4-56C7-BCBA-64511411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1444B-6B3C-A8FB-5F6E-5B729A39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427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8CA9-5836-D159-7DED-DE0EA1C3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13472-9F1A-879D-8B3D-6E1B8888C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3A91E-C9A3-9328-BF21-8DE0754D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5DB0D-3B51-B116-0CF7-FC53BF18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63BB9-0F37-5CA3-C7B8-02622406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6955F-2855-A77A-1B44-F8479953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346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5402-0A6C-F96F-6B98-D531F51CC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28E6F-C6CD-FA84-3402-96D597CB4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56900-DE4F-0DF0-39BA-619CF2B71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C0658-28FB-1F90-F51E-E3DE5308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4FF9F-A0CC-1374-C078-D00ED449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470C8-7AB5-8803-ED2A-F740E8D6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349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768E6-DAEB-9215-2A3B-D04759C4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14135-8A2E-E7E1-EFCD-90EA0CBFE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69F15-9E2A-D62E-9AED-45D70864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4378D-7AC1-3A35-97D1-A9B6012A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EBB50-EFAD-A082-0B0A-0BEE0086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57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58008-8E79-8790-C872-1D186C023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86501-61E4-0460-E679-4F83D2FBE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25CCB-DDDE-9CA7-E959-34E12855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B68E2-25F3-0686-21B4-D73880C8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F96C-2B6E-4201-72CE-D7356523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439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9A6876-E86E-E445-86A6-CA5B5721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E1CE8-6BB1-B728-77E7-C4D444C89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FAFC6-C4FB-ADFB-FB5E-4E99F6F3C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C195A-3289-4A61-B339-AFB039F765A5}" type="datetimeFigureOut">
              <a:rPr lang="en-ID" smtClean="0"/>
              <a:t>10/04/2026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58169-6AE0-3B24-EBC8-116A04DED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CF2BB-ABCE-552F-7D13-7D680B456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B633A-AF60-49C3-9120-81A66C2FAA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999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8380-7E0D-7E23-52EF-05CA7E500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50379"/>
            <a:ext cx="9144000" cy="2387600"/>
          </a:xfrm>
        </p:spPr>
        <p:txBody>
          <a:bodyPr>
            <a:normAutofit/>
          </a:bodyPr>
          <a:lstStyle/>
          <a:p>
            <a:r>
              <a:rPr lang="en-ID" b="1" dirty="0" err="1">
                <a:latin typeface="+mn-lt"/>
              </a:rPr>
              <a:t>Permasalahan</a:t>
            </a:r>
            <a:r>
              <a:rPr lang="en-ID" b="1" dirty="0">
                <a:latin typeface="+mn-lt"/>
              </a:rPr>
              <a:t> </a:t>
            </a:r>
            <a:r>
              <a:rPr lang="en-ID" b="1" dirty="0" err="1">
                <a:latin typeface="+mn-lt"/>
              </a:rPr>
              <a:t>remaja</a:t>
            </a:r>
            <a:r>
              <a:rPr lang="en-ID" b="1" dirty="0">
                <a:latin typeface="+mn-lt"/>
              </a:rPr>
              <a:t> </a:t>
            </a:r>
            <a:br>
              <a:rPr lang="en-ID" b="1" dirty="0">
                <a:latin typeface="+mn-lt"/>
              </a:rPr>
            </a:br>
            <a:r>
              <a:rPr lang="en-ID" sz="4400" b="1" dirty="0">
                <a:latin typeface="+mn-lt"/>
              </a:rPr>
              <a:t>(</a:t>
            </a:r>
            <a:r>
              <a:rPr lang="en-ID" sz="4400" b="1" dirty="0" err="1">
                <a:latin typeface="+mn-lt"/>
              </a:rPr>
              <a:t>Napza</a:t>
            </a:r>
            <a:r>
              <a:rPr lang="en-ID" sz="4400" b="1" dirty="0">
                <a:latin typeface="+mn-lt"/>
              </a:rPr>
              <a:t>, Miras, </a:t>
            </a:r>
            <a:r>
              <a:rPr lang="en-ID" sz="4400" b="1" dirty="0" err="1">
                <a:latin typeface="+mn-lt"/>
              </a:rPr>
              <a:t>Bulliying</a:t>
            </a:r>
            <a:r>
              <a:rPr lang="en-ID" sz="4400" b="1" dirty="0">
                <a:latin typeface="+mn-lt"/>
              </a:rPr>
              <a:t>, </a:t>
            </a:r>
            <a:r>
              <a:rPr lang="en-ID" sz="4400" b="1" dirty="0" err="1">
                <a:latin typeface="+mn-lt"/>
              </a:rPr>
              <a:t>kekerasan</a:t>
            </a:r>
            <a:r>
              <a:rPr lang="en-ID" sz="4400" b="1" dirty="0">
                <a:latin typeface="+mn-lt"/>
              </a:rPr>
              <a:t> dan </a:t>
            </a:r>
            <a:r>
              <a:rPr lang="en-ID" sz="4400" b="1" dirty="0" err="1">
                <a:latin typeface="+mn-lt"/>
              </a:rPr>
              <a:t>pelecehan</a:t>
            </a:r>
            <a:r>
              <a:rPr lang="en-ID" sz="4400" b="1" dirty="0">
                <a:latin typeface="+mn-lt"/>
              </a:rPr>
              <a:t>)</a:t>
            </a:r>
            <a:endParaRPr lang="en-ID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718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EE90-D9CF-D87A-82B7-6B355D53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>
                <a:latin typeface="+mn-lt"/>
              </a:rPr>
              <a:t>Latar </a:t>
            </a:r>
            <a:r>
              <a:rPr lang="en-ID" b="1" dirty="0" err="1">
                <a:latin typeface="+mn-lt"/>
              </a:rPr>
              <a:t>Belakang</a:t>
            </a:r>
            <a:r>
              <a:rPr lang="en-ID" b="1" dirty="0">
                <a:latin typeface="+mn-lt"/>
              </a:rPr>
              <a:t> </a:t>
            </a:r>
            <a:r>
              <a:rPr lang="en-ID" b="1" dirty="0" err="1">
                <a:latin typeface="+mn-lt"/>
              </a:rPr>
              <a:t>Permasalahan</a:t>
            </a:r>
            <a:r>
              <a:rPr lang="en-ID" b="1" dirty="0">
                <a:latin typeface="+mn-lt"/>
              </a:rPr>
              <a:t> </a:t>
            </a:r>
            <a:r>
              <a:rPr lang="en-ID" b="1" dirty="0" err="1">
                <a:latin typeface="+mn-lt"/>
              </a:rPr>
              <a:t>Remaja</a:t>
            </a:r>
            <a:endParaRPr lang="en-ID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27F92-63AF-4868-6812-F5F406FA6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sz="1600" dirty="0" err="1"/>
              <a:t>Permasalahan</a:t>
            </a:r>
            <a:r>
              <a:rPr lang="en-ID" sz="1600" dirty="0"/>
              <a:t> </a:t>
            </a:r>
            <a:r>
              <a:rPr lang="en-ID" sz="1600" dirty="0" err="1"/>
              <a:t>remaja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isu</a:t>
            </a:r>
            <a:r>
              <a:rPr lang="en-ID" sz="1600" dirty="0"/>
              <a:t> global </a:t>
            </a:r>
            <a:r>
              <a:rPr lang="en-ID" sz="1600" dirty="0" err="1"/>
              <a:t>sekaligus</a:t>
            </a:r>
            <a:r>
              <a:rPr lang="en-ID" sz="1600" dirty="0"/>
              <a:t> </a:t>
            </a:r>
            <a:r>
              <a:rPr lang="en-ID" sz="1600" dirty="0" err="1"/>
              <a:t>nasional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berdampak</a:t>
            </a:r>
            <a:r>
              <a:rPr lang="en-ID" sz="1600" dirty="0"/>
              <a:t> </a:t>
            </a:r>
            <a:r>
              <a:rPr lang="en-ID" sz="1600" dirty="0" err="1"/>
              <a:t>langsung</a:t>
            </a:r>
            <a:r>
              <a:rPr lang="en-ID" sz="1600" dirty="0"/>
              <a:t> pada </a:t>
            </a:r>
            <a:r>
              <a:rPr lang="en-ID" sz="1600" dirty="0" err="1"/>
              <a:t>kualitas</a:t>
            </a:r>
            <a:r>
              <a:rPr lang="en-ID" sz="1600" dirty="0"/>
              <a:t> </a:t>
            </a:r>
            <a:r>
              <a:rPr lang="en-ID" sz="1600" dirty="0" err="1"/>
              <a:t>kesehatan</a:t>
            </a:r>
            <a:r>
              <a:rPr lang="en-ID" sz="1600" dirty="0"/>
              <a:t>, </a:t>
            </a:r>
            <a:r>
              <a:rPr lang="en-ID" sz="1600" dirty="0" err="1"/>
              <a:t>pendidikan</a:t>
            </a:r>
            <a:r>
              <a:rPr lang="en-ID" sz="1600" dirty="0"/>
              <a:t>, dan </a:t>
            </a:r>
            <a:r>
              <a:rPr lang="en-ID" sz="1600" dirty="0" err="1"/>
              <a:t>produktivitas</a:t>
            </a:r>
            <a:r>
              <a:rPr lang="en-ID" sz="1600" dirty="0"/>
              <a:t> </a:t>
            </a:r>
            <a:r>
              <a:rPr lang="en-ID" sz="1600" dirty="0" err="1"/>
              <a:t>generasi</a:t>
            </a:r>
            <a:r>
              <a:rPr lang="en-ID" sz="1600" dirty="0"/>
              <a:t> </a:t>
            </a:r>
            <a:r>
              <a:rPr lang="en-ID" sz="1600" dirty="0" err="1"/>
              <a:t>muda</a:t>
            </a:r>
            <a:r>
              <a:rPr lang="en-ID" sz="1600" dirty="0"/>
              <a:t>. WHO </a:t>
            </a:r>
            <a:r>
              <a:rPr lang="en-ID" sz="1600" dirty="0" err="1"/>
              <a:t>menegaskan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masa </a:t>
            </a:r>
            <a:r>
              <a:rPr lang="en-ID" sz="1600" dirty="0" err="1"/>
              <a:t>remaja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periode</a:t>
            </a:r>
            <a:r>
              <a:rPr lang="en-ID" sz="1600" dirty="0"/>
              <a:t> 10–19 </a:t>
            </a:r>
            <a:r>
              <a:rPr lang="en-ID" sz="1600" dirty="0" err="1"/>
              <a:t>tahun</a:t>
            </a:r>
            <a:r>
              <a:rPr lang="en-ID" sz="1600" dirty="0"/>
              <a:t> yang </a:t>
            </a:r>
            <a:r>
              <a:rPr lang="en-ID" sz="1600" dirty="0" err="1"/>
              <a:t>ditandai</a:t>
            </a:r>
            <a:r>
              <a:rPr lang="en-ID" sz="1600" dirty="0"/>
              <a:t> </a:t>
            </a:r>
            <a:r>
              <a:rPr lang="en-ID" sz="1600" dirty="0" err="1"/>
              <a:t>pertumbuhan</a:t>
            </a:r>
            <a:r>
              <a:rPr lang="en-ID" sz="1600" dirty="0"/>
              <a:t> </a:t>
            </a:r>
            <a:r>
              <a:rPr lang="en-ID" sz="1600" dirty="0" err="1"/>
              <a:t>fisik</a:t>
            </a:r>
            <a:r>
              <a:rPr lang="en-ID" sz="1600" dirty="0"/>
              <a:t>, </a:t>
            </a:r>
            <a:r>
              <a:rPr lang="en-ID" sz="1600" dirty="0" err="1"/>
              <a:t>kognitif</a:t>
            </a:r>
            <a:r>
              <a:rPr lang="en-ID" sz="1600" dirty="0"/>
              <a:t>, dan </a:t>
            </a:r>
            <a:r>
              <a:rPr lang="en-ID" sz="1600" dirty="0" err="1"/>
              <a:t>psikososial</a:t>
            </a:r>
            <a:r>
              <a:rPr lang="en-ID" sz="1600" dirty="0"/>
              <a:t> yang </a:t>
            </a:r>
            <a:r>
              <a:rPr lang="en-ID" sz="1600" dirty="0" err="1"/>
              <a:t>cepat</a:t>
            </a:r>
            <a:r>
              <a:rPr lang="en-ID" sz="1600" dirty="0"/>
              <a:t>, </a:t>
            </a:r>
            <a:r>
              <a:rPr lang="en-ID" sz="1600" dirty="0" err="1"/>
              <a:t>sehingga</a:t>
            </a:r>
            <a:r>
              <a:rPr lang="en-ID" sz="1600" dirty="0"/>
              <a:t> </a:t>
            </a:r>
            <a:r>
              <a:rPr lang="en-ID" sz="1600" dirty="0" err="1"/>
              <a:t>remaja</a:t>
            </a:r>
            <a:r>
              <a:rPr lang="en-ID" sz="1600" dirty="0"/>
              <a:t> sangat </a:t>
            </a:r>
            <a:r>
              <a:rPr lang="en-ID" sz="1600" dirty="0" err="1"/>
              <a:t>dipengaruhi</a:t>
            </a:r>
            <a:r>
              <a:rPr lang="en-ID" sz="1600" dirty="0"/>
              <a:t> oleh </a:t>
            </a:r>
            <a:r>
              <a:rPr lang="en-ID" sz="1600" dirty="0" err="1"/>
              <a:t>lingkungan</a:t>
            </a:r>
            <a:r>
              <a:rPr lang="en-ID" sz="1600" dirty="0"/>
              <a:t> </a:t>
            </a:r>
            <a:r>
              <a:rPr lang="en-ID" sz="1600" dirty="0" err="1"/>
              <a:t>keluarga</a:t>
            </a:r>
            <a:r>
              <a:rPr lang="en-ID" sz="1600" dirty="0"/>
              <a:t>, </a:t>
            </a:r>
            <a:r>
              <a:rPr lang="en-ID" sz="1600" dirty="0" err="1"/>
              <a:t>teman</a:t>
            </a:r>
            <a:r>
              <a:rPr lang="en-ID" sz="1600" dirty="0"/>
              <a:t> </a:t>
            </a:r>
            <a:r>
              <a:rPr lang="en-ID" sz="1600" dirty="0" err="1"/>
              <a:t>sebaya</a:t>
            </a:r>
            <a:r>
              <a:rPr lang="en-ID" sz="1600" dirty="0"/>
              <a:t>, </a:t>
            </a:r>
            <a:r>
              <a:rPr lang="en-ID" sz="1600" dirty="0" err="1"/>
              <a:t>sekolah</a:t>
            </a:r>
            <a:r>
              <a:rPr lang="en-ID" sz="1600" dirty="0"/>
              <a:t>, </a:t>
            </a:r>
            <a:r>
              <a:rPr lang="en-ID" sz="1600" dirty="0" err="1"/>
              <a:t>serta</a:t>
            </a:r>
            <a:r>
              <a:rPr lang="en-ID" sz="1600" dirty="0"/>
              <a:t> media.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</a:t>
            </a:r>
            <a:r>
              <a:rPr lang="en-ID" sz="1600" dirty="0" err="1"/>
              <a:t>kekerasan</a:t>
            </a:r>
            <a:r>
              <a:rPr lang="en-ID" sz="1600" dirty="0"/>
              <a:t>, WHO </a:t>
            </a:r>
            <a:r>
              <a:rPr lang="en-ID" sz="1600" dirty="0" err="1"/>
              <a:t>mencatat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</a:t>
            </a:r>
            <a:r>
              <a:rPr lang="en-ID" sz="1600" dirty="0" err="1"/>
              <a:t>kekerasan</a:t>
            </a:r>
            <a:r>
              <a:rPr lang="en-ID" sz="1600" dirty="0"/>
              <a:t> pada </a:t>
            </a:r>
            <a:r>
              <a:rPr lang="en-ID" sz="1600" dirty="0" err="1"/>
              <a:t>usia</a:t>
            </a:r>
            <a:r>
              <a:rPr lang="en-ID" sz="1600" dirty="0"/>
              <a:t> </a:t>
            </a:r>
            <a:r>
              <a:rPr lang="en-ID" sz="1600" dirty="0" err="1"/>
              <a:t>muda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bullying, </a:t>
            </a:r>
            <a:r>
              <a:rPr lang="en-ID" sz="1600" dirty="0" err="1"/>
              <a:t>kekerasan</a:t>
            </a:r>
            <a:r>
              <a:rPr lang="en-ID" sz="1600" dirty="0"/>
              <a:t> </a:t>
            </a:r>
            <a:r>
              <a:rPr lang="en-ID" sz="1600" dirty="0" err="1"/>
              <a:t>fisik</a:t>
            </a:r>
            <a:r>
              <a:rPr lang="en-ID" sz="1600" dirty="0"/>
              <a:t>, </a:t>
            </a:r>
            <a:r>
              <a:rPr lang="en-ID" sz="1600" dirty="0" err="1"/>
              <a:t>hingga</a:t>
            </a:r>
            <a:r>
              <a:rPr lang="en-ID" sz="1600" dirty="0"/>
              <a:t> </a:t>
            </a:r>
            <a:r>
              <a:rPr lang="en-ID" sz="1600" dirty="0" err="1"/>
              <a:t>kekerasan</a:t>
            </a:r>
            <a:r>
              <a:rPr lang="en-ID" sz="1600" dirty="0"/>
              <a:t> </a:t>
            </a:r>
            <a:r>
              <a:rPr lang="en-ID" sz="1600" dirty="0" err="1"/>
              <a:t>seksual</a:t>
            </a:r>
            <a:r>
              <a:rPr lang="en-ID" sz="1600" dirty="0"/>
              <a:t>,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dampak</a:t>
            </a:r>
            <a:r>
              <a:rPr lang="en-ID" sz="1600" dirty="0"/>
              <a:t> </a:t>
            </a:r>
            <a:r>
              <a:rPr lang="en-ID" sz="1600" dirty="0" err="1"/>
              <a:t>jangka</a:t>
            </a:r>
            <a:r>
              <a:rPr lang="en-ID" sz="1600" dirty="0"/>
              <a:t> </a:t>
            </a:r>
            <a:r>
              <a:rPr lang="en-ID" sz="1600" dirty="0" err="1"/>
              <a:t>panjang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</a:t>
            </a:r>
            <a:r>
              <a:rPr lang="en-ID" sz="1600" dirty="0" err="1"/>
              <a:t>kesehatan</a:t>
            </a:r>
            <a:r>
              <a:rPr lang="en-ID" sz="1600" dirty="0"/>
              <a:t> mental, </a:t>
            </a:r>
            <a:r>
              <a:rPr lang="en-ID" sz="1600" dirty="0" err="1"/>
              <a:t>perilaku</a:t>
            </a:r>
            <a:r>
              <a:rPr lang="en-ID" sz="1600" dirty="0"/>
              <a:t> </a:t>
            </a:r>
            <a:r>
              <a:rPr lang="en-ID" sz="1600" dirty="0" err="1"/>
              <a:t>berisiko</a:t>
            </a:r>
            <a:r>
              <a:rPr lang="en-ID" sz="1600" dirty="0"/>
              <a:t>, dan </a:t>
            </a:r>
            <a:r>
              <a:rPr lang="en-ID" sz="1600" dirty="0" err="1"/>
              <a:t>putus</a:t>
            </a:r>
            <a:r>
              <a:rPr lang="en-ID" sz="1600" dirty="0"/>
              <a:t> </a:t>
            </a:r>
            <a:r>
              <a:rPr lang="en-ID" sz="1600" dirty="0" err="1"/>
              <a:t>sekolah</a:t>
            </a:r>
            <a:r>
              <a:rPr lang="en-ID" sz="1600" dirty="0"/>
              <a:t>. UNESCO juga </a:t>
            </a:r>
            <a:r>
              <a:rPr lang="en-ID" sz="1600" dirty="0" err="1"/>
              <a:t>melaporkan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30% </a:t>
            </a:r>
            <a:r>
              <a:rPr lang="en-ID" sz="1600" dirty="0" err="1"/>
              <a:t>pelajar</a:t>
            </a:r>
            <a:r>
              <a:rPr lang="en-ID" sz="1600" dirty="0"/>
              <a:t> di dunia </a:t>
            </a:r>
            <a:r>
              <a:rPr lang="en-ID" sz="1600" dirty="0" err="1"/>
              <a:t>pernah</a:t>
            </a:r>
            <a:r>
              <a:rPr lang="en-ID" sz="1600" dirty="0"/>
              <a:t> </a:t>
            </a:r>
            <a:r>
              <a:rPr lang="en-ID" sz="1600" dirty="0" err="1"/>
              <a:t>mengalami</a:t>
            </a:r>
            <a:r>
              <a:rPr lang="en-ID" sz="1600" dirty="0"/>
              <a:t> bullying. </a:t>
            </a:r>
            <a:r>
              <a:rPr lang="en-ID" sz="1600" dirty="0" err="1"/>
              <a:t>Masalah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penting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dikaji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berkaitan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dimensi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</a:t>
            </a:r>
            <a:r>
              <a:rPr lang="en-ID" sz="1600" dirty="0" err="1"/>
              <a:t>berikut</a:t>
            </a:r>
            <a:r>
              <a:rPr lang="en-ID" sz="1600" dirty="0"/>
              <a:t>:</a:t>
            </a:r>
          </a:p>
          <a:p>
            <a:pPr algn="just"/>
            <a:r>
              <a:rPr lang="en-ID" sz="1600" b="1" dirty="0" err="1"/>
              <a:t>Tingginya</a:t>
            </a:r>
            <a:r>
              <a:rPr lang="en-ID" sz="1600" b="1" dirty="0"/>
              <a:t> </a:t>
            </a:r>
            <a:r>
              <a:rPr lang="en-ID" sz="1600" b="1" dirty="0" err="1"/>
              <a:t>kerentanan</a:t>
            </a:r>
            <a:r>
              <a:rPr lang="en-ID" sz="1600" b="1" dirty="0"/>
              <a:t> </a:t>
            </a:r>
            <a:r>
              <a:rPr lang="en-ID" sz="1600" b="1" dirty="0" err="1"/>
              <a:t>remaja</a:t>
            </a:r>
            <a:r>
              <a:rPr lang="en-ID" sz="1600" b="1"/>
              <a:t>.</a:t>
            </a:r>
            <a:r>
              <a:rPr lang="en-ID" sz="1600" b="1" dirty="0"/>
              <a:t> </a:t>
            </a:r>
            <a:r>
              <a:rPr lang="en-ID" sz="1600"/>
              <a:t>Remaja</a:t>
            </a:r>
            <a:r>
              <a:rPr lang="en-ID" sz="1600" dirty="0"/>
              <a:t> </a:t>
            </a:r>
            <a:r>
              <a:rPr lang="en-ID" sz="1600" dirty="0" err="1"/>
              <a:t>berada</a:t>
            </a:r>
            <a:r>
              <a:rPr lang="en-ID" sz="1600" dirty="0"/>
              <a:t> pada </a:t>
            </a:r>
            <a:r>
              <a:rPr lang="en-ID" sz="1600" dirty="0" err="1"/>
              <a:t>fase</a:t>
            </a:r>
            <a:r>
              <a:rPr lang="en-ID" sz="1600" dirty="0"/>
              <a:t> </a:t>
            </a:r>
            <a:r>
              <a:rPr lang="en-ID" sz="1600" dirty="0" err="1"/>
              <a:t>pencarian</a:t>
            </a:r>
            <a:r>
              <a:rPr lang="en-ID" sz="1600" dirty="0"/>
              <a:t> </a:t>
            </a:r>
            <a:r>
              <a:rPr lang="en-ID" sz="1600" dirty="0" err="1"/>
              <a:t>identitas</a:t>
            </a:r>
            <a:r>
              <a:rPr lang="en-ID" sz="1600" dirty="0"/>
              <a:t> dan </a:t>
            </a:r>
            <a:r>
              <a:rPr lang="en-ID" sz="1600" dirty="0" err="1"/>
              <a:t>kemandirian</a:t>
            </a:r>
            <a:r>
              <a:rPr lang="en-ID" sz="1600" dirty="0"/>
              <a:t>, </a:t>
            </a:r>
            <a:r>
              <a:rPr lang="en-ID" sz="1600" dirty="0" err="1"/>
              <a:t>tetapi</a:t>
            </a:r>
            <a:r>
              <a:rPr lang="en-ID" sz="1600" dirty="0"/>
              <a:t> </a:t>
            </a:r>
            <a:r>
              <a:rPr lang="en-ID" sz="1600" dirty="0" err="1"/>
              <a:t>belum</a:t>
            </a:r>
            <a:r>
              <a:rPr lang="en-ID" sz="1600" dirty="0"/>
              <a:t> </a:t>
            </a:r>
            <a:r>
              <a:rPr lang="en-ID" sz="1600" dirty="0" err="1"/>
              <a:t>sepenuhnya</a:t>
            </a:r>
            <a:r>
              <a:rPr lang="en-ID" sz="1600" dirty="0"/>
              <a:t>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kematangan</a:t>
            </a:r>
            <a:r>
              <a:rPr lang="en-ID" sz="1600" dirty="0"/>
              <a:t> </a:t>
            </a:r>
            <a:r>
              <a:rPr lang="en-ID" sz="1600" dirty="0" err="1"/>
              <a:t>pengambilan</a:t>
            </a:r>
            <a:r>
              <a:rPr lang="en-ID" sz="1600" dirty="0"/>
              <a:t> </a:t>
            </a:r>
            <a:r>
              <a:rPr lang="en-ID" sz="1600" dirty="0" err="1"/>
              <a:t>keputusan</a:t>
            </a:r>
            <a:r>
              <a:rPr lang="en-ID" sz="1600" dirty="0"/>
              <a:t>. </a:t>
            </a:r>
            <a:r>
              <a:rPr lang="en-ID" sz="1600" dirty="0" err="1"/>
              <a:t>Kondisi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membuat</a:t>
            </a:r>
            <a:r>
              <a:rPr lang="en-ID" sz="1600" dirty="0"/>
              <a:t> </a:t>
            </a:r>
            <a:r>
              <a:rPr lang="en-ID" sz="1600" dirty="0" err="1"/>
              <a:t>mereka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mudah</a:t>
            </a:r>
            <a:r>
              <a:rPr lang="en-ID" sz="1600" dirty="0"/>
              <a:t> </a:t>
            </a:r>
            <a:r>
              <a:rPr lang="en-ID" sz="1600" dirty="0" err="1"/>
              <a:t>terpapar</a:t>
            </a:r>
            <a:r>
              <a:rPr lang="en-ID" sz="1600" dirty="0"/>
              <a:t> </a:t>
            </a:r>
            <a:r>
              <a:rPr lang="en-ID" sz="1600" dirty="0" err="1"/>
              <a:t>perilaku</a:t>
            </a:r>
            <a:r>
              <a:rPr lang="en-ID" sz="1600" dirty="0"/>
              <a:t> </a:t>
            </a:r>
            <a:r>
              <a:rPr lang="en-ID" sz="1600" dirty="0" err="1"/>
              <a:t>berisiko</a:t>
            </a:r>
            <a:r>
              <a:rPr lang="en-ID" sz="1600" dirty="0"/>
              <a:t>, </a:t>
            </a:r>
            <a:r>
              <a:rPr lang="en-ID" sz="1600" dirty="0" err="1"/>
              <a:t>baik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rasa </a:t>
            </a:r>
            <a:r>
              <a:rPr lang="en-ID" sz="1600" dirty="0" err="1"/>
              <a:t>ingin</a:t>
            </a:r>
            <a:r>
              <a:rPr lang="en-ID" sz="1600" dirty="0"/>
              <a:t> </a:t>
            </a:r>
            <a:r>
              <a:rPr lang="en-ID" sz="1600" dirty="0" err="1"/>
              <a:t>tahu</a:t>
            </a:r>
            <a:r>
              <a:rPr lang="en-ID" sz="1600" dirty="0"/>
              <a:t>, </a:t>
            </a:r>
            <a:r>
              <a:rPr lang="en-ID" sz="1600" dirty="0" err="1"/>
              <a:t>tekanan</a:t>
            </a:r>
            <a:r>
              <a:rPr lang="en-ID" sz="1600" dirty="0"/>
              <a:t> </a:t>
            </a:r>
            <a:r>
              <a:rPr lang="en-ID" sz="1600" dirty="0" err="1"/>
              <a:t>teman</a:t>
            </a:r>
            <a:r>
              <a:rPr lang="en-ID" sz="1600" dirty="0"/>
              <a:t> </a:t>
            </a:r>
            <a:r>
              <a:rPr lang="en-ID" sz="1600" dirty="0" err="1"/>
              <a:t>sebaya</a:t>
            </a:r>
            <a:r>
              <a:rPr lang="en-ID" sz="1600" dirty="0"/>
              <a:t>, </a:t>
            </a:r>
            <a:r>
              <a:rPr lang="en-ID" sz="1600" dirty="0" err="1"/>
              <a:t>maupun</a:t>
            </a:r>
            <a:r>
              <a:rPr lang="en-ID" sz="1600" dirty="0"/>
              <a:t> </a:t>
            </a:r>
            <a:r>
              <a:rPr lang="en-ID" sz="1600" dirty="0" err="1"/>
              <a:t>lemahnya</a:t>
            </a:r>
            <a:r>
              <a:rPr lang="en-ID" sz="1600" dirty="0"/>
              <a:t> </a:t>
            </a:r>
            <a:r>
              <a:rPr lang="en-ID" sz="1600" dirty="0" err="1"/>
              <a:t>kontrol</a:t>
            </a:r>
            <a:r>
              <a:rPr lang="en-ID" sz="1600" dirty="0"/>
              <a:t> </a:t>
            </a:r>
            <a:r>
              <a:rPr lang="en-ID" sz="1600" dirty="0" err="1"/>
              <a:t>diri</a:t>
            </a:r>
            <a:r>
              <a:rPr lang="en-ID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7873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Permasalahan remaja  (Napza, Miras, Bulliying, kekerasan dan pelecehan)</vt:lpstr>
      <vt:lpstr>Latar Belakang Permasalahan Remaja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</dc:creator>
  <cp:lastModifiedBy>Hi</cp:lastModifiedBy>
  <cp:revision>1</cp:revision>
  <dcterms:created xsi:type="dcterms:W3CDTF">2026-04-10T01:14:33Z</dcterms:created>
  <dcterms:modified xsi:type="dcterms:W3CDTF">2026-04-10T01:15:03Z</dcterms:modified>
</cp:coreProperties>
</file>