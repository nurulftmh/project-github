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4"/>
  </p:notesMasterIdLst>
  <p:sldIdLst>
    <p:sldId id="305" r:id="rId2"/>
    <p:sldId id="289" r:id="rId3"/>
    <p:sldId id="260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257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8" r:id="rId42"/>
    <p:sldId id="287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29DAE3-676D-495A-9BB2-4EE4C2E4A63F}" type="doc">
      <dgm:prSet loTypeId="urn:microsoft.com/office/officeart/2005/8/layout/radial4" loCatId="relationship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225E712C-EC26-40FC-B7EC-5EA1660E9C5B}">
      <dgm:prSet phldrT="[Text]"/>
      <dgm:spPr/>
      <dgm:t>
        <a:bodyPr/>
        <a:lstStyle/>
        <a:p>
          <a:r>
            <a:rPr lang="en-US" b="1" dirty="0"/>
            <a:t>FUNGSI MANAJEMEN</a:t>
          </a:r>
        </a:p>
      </dgm:t>
    </dgm:pt>
    <dgm:pt modelId="{5D220F91-0731-4517-9200-B1B39DD845CA}" type="parTrans" cxnId="{CB0091F9-E40D-4C4A-AE86-FE683BC94E88}">
      <dgm:prSet/>
      <dgm:spPr/>
      <dgm:t>
        <a:bodyPr/>
        <a:lstStyle/>
        <a:p>
          <a:endParaRPr lang="en-US"/>
        </a:p>
      </dgm:t>
    </dgm:pt>
    <dgm:pt modelId="{6465F39B-E689-4AC8-A458-57DF45B9EB68}" type="sibTrans" cxnId="{CB0091F9-E40D-4C4A-AE86-FE683BC94E88}">
      <dgm:prSet/>
      <dgm:spPr/>
      <dgm:t>
        <a:bodyPr/>
        <a:lstStyle/>
        <a:p>
          <a:endParaRPr lang="en-US"/>
        </a:p>
      </dgm:t>
    </dgm:pt>
    <dgm:pt modelId="{CDB9F7D1-F1A2-4C93-AA45-AF297CCFF5D5}">
      <dgm:prSet phldrT="[Text]"/>
      <dgm:spPr/>
      <dgm:t>
        <a:bodyPr/>
        <a:lstStyle/>
        <a:p>
          <a:r>
            <a:rPr lang="en-US" dirty="0" err="1"/>
            <a:t>Perencanaan</a:t>
          </a:r>
          <a:r>
            <a:rPr lang="en-US" dirty="0"/>
            <a:t> </a:t>
          </a:r>
        </a:p>
        <a:p>
          <a:r>
            <a:rPr lang="en-US" dirty="0"/>
            <a:t>(</a:t>
          </a:r>
          <a:r>
            <a:rPr lang="en-US" i="1" dirty="0"/>
            <a:t>Planning</a:t>
          </a:r>
          <a:r>
            <a:rPr lang="en-US" dirty="0"/>
            <a:t>)</a:t>
          </a:r>
        </a:p>
      </dgm:t>
    </dgm:pt>
    <dgm:pt modelId="{F31E6694-094D-46BB-91BB-6ED274B0FC6C}" type="parTrans" cxnId="{58111528-973B-48F5-A696-E9C55495945E}">
      <dgm:prSet/>
      <dgm:spPr>
        <a:solidFill>
          <a:schemeClr val="tx2">
            <a:lumMod val="60000"/>
            <a:lumOff val="40000"/>
          </a:schemeClr>
        </a:solidFill>
        <a:ln w="28575">
          <a:solidFill>
            <a:srgbClr val="002060"/>
          </a:solidFill>
        </a:ln>
      </dgm:spPr>
      <dgm:t>
        <a:bodyPr/>
        <a:lstStyle/>
        <a:p>
          <a:endParaRPr lang="en-US"/>
        </a:p>
      </dgm:t>
    </dgm:pt>
    <dgm:pt modelId="{C53CB865-D19E-4D11-B2E2-3A285A4C75CE}" type="sibTrans" cxnId="{58111528-973B-48F5-A696-E9C55495945E}">
      <dgm:prSet/>
      <dgm:spPr/>
      <dgm:t>
        <a:bodyPr/>
        <a:lstStyle/>
        <a:p>
          <a:endParaRPr lang="en-US"/>
        </a:p>
      </dgm:t>
    </dgm:pt>
    <dgm:pt modelId="{5280BDA4-DDCC-4559-B0F2-15F811C2236B}">
      <dgm:prSet phldrT="[Text]"/>
      <dgm:spPr/>
      <dgm:t>
        <a:bodyPr/>
        <a:lstStyle/>
        <a:p>
          <a:r>
            <a:rPr lang="en-US" dirty="0" err="1"/>
            <a:t>Pengorganisasian</a:t>
          </a:r>
          <a:r>
            <a:rPr lang="en-US" dirty="0"/>
            <a:t> </a:t>
          </a:r>
        </a:p>
        <a:p>
          <a:r>
            <a:rPr lang="en-US" dirty="0"/>
            <a:t>(</a:t>
          </a:r>
          <a:r>
            <a:rPr lang="en-US" i="1" dirty="0"/>
            <a:t>Organizing</a:t>
          </a:r>
          <a:r>
            <a:rPr lang="en-US" dirty="0"/>
            <a:t>)</a:t>
          </a:r>
        </a:p>
      </dgm:t>
    </dgm:pt>
    <dgm:pt modelId="{FD687006-D6EE-4AFA-96F6-71767F02F08B}" type="parTrans" cxnId="{615021DB-66DA-4ABC-8806-76870C755F15}">
      <dgm:prSet/>
      <dgm:spPr>
        <a:solidFill>
          <a:schemeClr val="tx2">
            <a:lumMod val="60000"/>
            <a:lumOff val="40000"/>
          </a:schemeClr>
        </a:solidFill>
        <a:ln w="28575">
          <a:solidFill>
            <a:srgbClr val="002060"/>
          </a:solidFill>
        </a:ln>
      </dgm:spPr>
      <dgm:t>
        <a:bodyPr/>
        <a:lstStyle/>
        <a:p>
          <a:endParaRPr lang="en-US"/>
        </a:p>
      </dgm:t>
    </dgm:pt>
    <dgm:pt modelId="{A90315CF-473F-4D40-B791-0E96937D27B9}" type="sibTrans" cxnId="{615021DB-66DA-4ABC-8806-76870C755F15}">
      <dgm:prSet/>
      <dgm:spPr/>
      <dgm:t>
        <a:bodyPr/>
        <a:lstStyle/>
        <a:p>
          <a:endParaRPr lang="en-US"/>
        </a:p>
      </dgm:t>
    </dgm:pt>
    <dgm:pt modelId="{DD2AA15E-DDC2-44FC-9CBD-055C8E444055}">
      <dgm:prSet phldrT="[Text]"/>
      <dgm:spPr/>
      <dgm:t>
        <a:bodyPr/>
        <a:lstStyle/>
        <a:p>
          <a:r>
            <a:rPr lang="en-US" dirty="0" err="1"/>
            <a:t>Pengarahan</a:t>
          </a:r>
          <a:r>
            <a:rPr lang="en-US" dirty="0"/>
            <a:t>/</a:t>
          </a:r>
          <a:r>
            <a:rPr lang="en-US" dirty="0" err="1"/>
            <a:t>penggerakan</a:t>
          </a:r>
          <a:r>
            <a:rPr lang="en-US" dirty="0"/>
            <a:t> </a:t>
          </a:r>
          <a:r>
            <a:rPr lang="en-US" dirty="0" err="1"/>
            <a:t>dan</a:t>
          </a:r>
          <a:r>
            <a:rPr lang="en-US" dirty="0"/>
            <a:t> </a:t>
          </a:r>
          <a:r>
            <a:rPr lang="en-US" dirty="0" err="1"/>
            <a:t>pengimplementasian</a:t>
          </a:r>
          <a:r>
            <a:rPr lang="en-US" dirty="0"/>
            <a:t>  </a:t>
          </a:r>
        </a:p>
        <a:p>
          <a:r>
            <a:rPr lang="en-US" dirty="0"/>
            <a:t>(Directing/  Leading/</a:t>
          </a:r>
          <a:r>
            <a:rPr lang="en-US" i="1" dirty="0"/>
            <a:t>Actuating)</a:t>
          </a:r>
          <a:endParaRPr lang="en-US" dirty="0"/>
        </a:p>
      </dgm:t>
    </dgm:pt>
    <dgm:pt modelId="{F0BC95FC-C76E-437E-8D9B-34580D87667E}" type="parTrans" cxnId="{2DE24760-29AF-48DA-8045-01D8B8F5083A}">
      <dgm:prSet/>
      <dgm:spPr>
        <a:solidFill>
          <a:schemeClr val="tx2">
            <a:lumMod val="60000"/>
            <a:lumOff val="40000"/>
          </a:schemeClr>
        </a:solidFill>
        <a:ln w="28575">
          <a:solidFill>
            <a:srgbClr val="002060"/>
          </a:solidFill>
        </a:ln>
      </dgm:spPr>
      <dgm:t>
        <a:bodyPr/>
        <a:lstStyle/>
        <a:p>
          <a:endParaRPr lang="en-US"/>
        </a:p>
      </dgm:t>
    </dgm:pt>
    <dgm:pt modelId="{B6C68DA4-D70C-4032-8411-30165915F2CB}" type="sibTrans" cxnId="{2DE24760-29AF-48DA-8045-01D8B8F5083A}">
      <dgm:prSet/>
      <dgm:spPr/>
      <dgm:t>
        <a:bodyPr/>
        <a:lstStyle/>
        <a:p>
          <a:endParaRPr lang="en-US"/>
        </a:p>
      </dgm:t>
    </dgm:pt>
    <dgm:pt modelId="{975F71DB-F15F-48DC-A498-2C2431487F99}">
      <dgm:prSet phldrT="[Text]"/>
      <dgm:spPr/>
      <dgm:t>
        <a:bodyPr/>
        <a:lstStyle/>
        <a:p>
          <a:r>
            <a:rPr lang="en-US" dirty="0" err="1"/>
            <a:t>Pengawasan</a:t>
          </a:r>
          <a:r>
            <a:rPr lang="en-US" dirty="0"/>
            <a:t> </a:t>
          </a:r>
          <a:r>
            <a:rPr lang="en-US" dirty="0" err="1"/>
            <a:t>dan</a:t>
          </a:r>
          <a:r>
            <a:rPr lang="en-US" dirty="0"/>
            <a:t> </a:t>
          </a:r>
          <a:r>
            <a:rPr lang="en-US" dirty="0" err="1"/>
            <a:t>pengendalian</a:t>
          </a:r>
          <a:r>
            <a:rPr lang="en-US" dirty="0"/>
            <a:t> </a:t>
          </a:r>
        </a:p>
        <a:p>
          <a:r>
            <a:rPr lang="en-US" i="1" dirty="0"/>
            <a:t>(Controlling)</a:t>
          </a:r>
          <a:endParaRPr lang="en-US" dirty="0"/>
        </a:p>
      </dgm:t>
    </dgm:pt>
    <dgm:pt modelId="{3E0A8EA4-2CD9-44FE-BB23-887E53C6F456}" type="parTrans" cxnId="{0FF3A6B0-B83E-4D6A-A76D-3C68A1130C87}">
      <dgm:prSet/>
      <dgm:spPr>
        <a:solidFill>
          <a:schemeClr val="tx2">
            <a:lumMod val="60000"/>
            <a:lumOff val="40000"/>
          </a:schemeClr>
        </a:solidFill>
        <a:ln w="28575">
          <a:solidFill>
            <a:srgbClr val="002060"/>
          </a:solidFill>
        </a:ln>
      </dgm:spPr>
      <dgm:t>
        <a:bodyPr/>
        <a:lstStyle/>
        <a:p>
          <a:endParaRPr lang="en-US"/>
        </a:p>
      </dgm:t>
    </dgm:pt>
    <dgm:pt modelId="{86423B80-5A51-485C-9A3C-D3E8AD84F7F4}" type="sibTrans" cxnId="{0FF3A6B0-B83E-4D6A-A76D-3C68A1130C87}">
      <dgm:prSet/>
      <dgm:spPr/>
      <dgm:t>
        <a:bodyPr/>
        <a:lstStyle/>
        <a:p>
          <a:endParaRPr lang="en-US"/>
        </a:p>
      </dgm:t>
    </dgm:pt>
    <dgm:pt modelId="{3E7A51F2-E04B-4579-90A2-2F213BA3B2D6}" type="pres">
      <dgm:prSet presAssocID="{AC29DAE3-676D-495A-9BB2-4EE4C2E4A63F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26706DA4-82EA-4D49-9FC8-19F92E3B0663}" type="pres">
      <dgm:prSet presAssocID="{225E712C-EC26-40FC-B7EC-5EA1660E9C5B}" presName="centerShape" presStyleLbl="node0" presStyleIdx="0" presStyleCnt="1" custLinFactNeighborX="3053" custLinFactNeighborY="507"/>
      <dgm:spPr/>
    </dgm:pt>
    <dgm:pt modelId="{8007E8BB-3786-4255-88BF-0D46D117A17E}" type="pres">
      <dgm:prSet presAssocID="{F31E6694-094D-46BB-91BB-6ED274B0FC6C}" presName="parTrans" presStyleLbl="bgSibTrans2D1" presStyleIdx="0" presStyleCnt="4"/>
      <dgm:spPr/>
    </dgm:pt>
    <dgm:pt modelId="{FAE5869E-3016-48B8-A58B-DA033A69AE5A}" type="pres">
      <dgm:prSet presAssocID="{CDB9F7D1-F1A2-4C93-AA45-AF297CCFF5D5}" presName="node" presStyleLbl="node1" presStyleIdx="0" presStyleCnt="4" custScaleX="124786" custRadScaleRad="96036" custRadScaleInc="-10978">
        <dgm:presLayoutVars>
          <dgm:bulletEnabled val="1"/>
        </dgm:presLayoutVars>
      </dgm:prSet>
      <dgm:spPr/>
    </dgm:pt>
    <dgm:pt modelId="{6F11CD6D-DE37-47F4-9935-DA7840C28A80}" type="pres">
      <dgm:prSet presAssocID="{FD687006-D6EE-4AFA-96F6-71767F02F08B}" presName="parTrans" presStyleLbl="bgSibTrans2D1" presStyleIdx="1" presStyleCnt="4"/>
      <dgm:spPr/>
    </dgm:pt>
    <dgm:pt modelId="{7B618B49-910A-414A-8666-C37AECF86AF3}" type="pres">
      <dgm:prSet presAssocID="{5280BDA4-DDCC-4559-B0F2-15F811C2236B}" presName="node" presStyleLbl="node1" presStyleIdx="1" presStyleCnt="4" custScaleX="135581" custRadScaleRad="106733" custRadScaleInc="-18084">
        <dgm:presLayoutVars>
          <dgm:bulletEnabled val="1"/>
        </dgm:presLayoutVars>
      </dgm:prSet>
      <dgm:spPr/>
    </dgm:pt>
    <dgm:pt modelId="{B4890C59-3026-4E3B-8E96-E91BB5DCF3C2}" type="pres">
      <dgm:prSet presAssocID="{F0BC95FC-C76E-437E-8D9B-34580D87667E}" presName="parTrans" presStyleLbl="bgSibTrans2D1" presStyleIdx="2" presStyleCnt="4"/>
      <dgm:spPr/>
    </dgm:pt>
    <dgm:pt modelId="{6465E759-A60F-4A5A-9921-B79BFD1C5F6F}" type="pres">
      <dgm:prSet presAssocID="{DD2AA15E-DDC2-44FC-9CBD-055C8E444055}" presName="node" presStyleLbl="node1" presStyleIdx="2" presStyleCnt="4" custScaleX="191131" custRadScaleRad="116029" custRadScaleInc="32493">
        <dgm:presLayoutVars>
          <dgm:bulletEnabled val="1"/>
        </dgm:presLayoutVars>
      </dgm:prSet>
      <dgm:spPr/>
    </dgm:pt>
    <dgm:pt modelId="{8DCC27BA-1E3D-4E6A-9B52-AADC800B8646}" type="pres">
      <dgm:prSet presAssocID="{3E0A8EA4-2CD9-44FE-BB23-887E53C6F456}" presName="parTrans" presStyleLbl="bgSibTrans2D1" presStyleIdx="3" presStyleCnt="4"/>
      <dgm:spPr/>
    </dgm:pt>
    <dgm:pt modelId="{04AFA2D1-4523-49FD-8EFB-DB474047B076}" type="pres">
      <dgm:prSet presAssocID="{975F71DB-F15F-48DC-A498-2C2431487F99}" presName="node" presStyleLbl="node1" presStyleIdx="3" presStyleCnt="4" custScaleX="112459">
        <dgm:presLayoutVars>
          <dgm:bulletEnabled val="1"/>
        </dgm:presLayoutVars>
      </dgm:prSet>
      <dgm:spPr/>
    </dgm:pt>
  </dgm:ptLst>
  <dgm:cxnLst>
    <dgm:cxn modelId="{58111528-973B-48F5-A696-E9C55495945E}" srcId="{225E712C-EC26-40FC-B7EC-5EA1660E9C5B}" destId="{CDB9F7D1-F1A2-4C93-AA45-AF297CCFF5D5}" srcOrd="0" destOrd="0" parTransId="{F31E6694-094D-46BB-91BB-6ED274B0FC6C}" sibTransId="{C53CB865-D19E-4D11-B2E2-3A285A4C75CE}"/>
    <dgm:cxn modelId="{2FD8A128-99E6-4EA7-9031-C8589E6C3CD2}" type="presOf" srcId="{CDB9F7D1-F1A2-4C93-AA45-AF297CCFF5D5}" destId="{FAE5869E-3016-48B8-A58B-DA033A69AE5A}" srcOrd="0" destOrd="0" presId="urn:microsoft.com/office/officeart/2005/8/layout/radial4"/>
    <dgm:cxn modelId="{AFD22834-DEC0-43FE-B716-0725D818DB64}" type="presOf" srcId="{225E712C-EC26-40FC-B7EC-5EA1660E9C5B}" destId="{26706DA4-82EA-4D49-9FC8-19F92E3B0663}" srcOrd="0" destOrd="0" presId="urn:microsoft.com/office/officeart/2005/8/layout/radial4"/>
    <dgm:cxn modelId="{CBB2CF3B-40E5-4405-B803-1382DF99A461}" type="presOf" srcId="{975F71DB-F15F-48DC-A498-2C2431487F99}" destId="{04AFA2D1-4523-49FD-8EFB-DB474047B076}" srcOrd="0" destOrd="0" presId="urn:microsoft.com/office/officeart/2005/8/layout/radial4"/>
    <dgm:cxn modelId="{0F71643C-1702-4763-8395-1A1F207D1473}" type="presOf" srcId="{5280BDA4-DDCC-4559-B0F2-15F811C2236B}" destId="{7B618B49-910A-414A-8666-C37AECF86AF3}" srcOrd="0" destOrd="0" presId="urn:microsoft.com/office/officeart/2005/8/layout/radial4"/>
    <dgm:cxn modelId="{04B6955C-09C4-4793-9679-E107D5F31C3C}" type="presOf" srcId="{DD2AA15E-DDC2-44FC-9CBD-055C8E444055}" destId="{6465E759-A60F-4A5A-9921-B79BFD1C5F6F}" srcOrd="0" destOrd="0" presId="urn:microsoft.com/office/officeart/2005/8/layout/radial4"/>
    <dgm:cxn modelId="{2DE24760-29AF-48DA-8045-01D8B8F5083A}" srcId="{225E712C-EC26-40FC-B7EC-5EA1660E9C5B}" destId="{DD2AA15E-DDC2-44FC-9CBD-055C8E444055}" srcOrd="2" destOrd="0" parTransId="{F0BC95FC-C76E-437E-8D9B-34580D87667E}" sibTransId="{B6C68DA4-D70C-4032-8411-30165915F2CB}"/>
    <dgm:cxn modelId="{25C90556-8A33-4618-AFCB-17A3B1088DE6}" type="presOf" srcId="{3E0A8EA4-2CD9-44FE-BB23-887E53C6F456}" destId="{8DCC27BA-1E3D-4E6A-9B52-AADC800B8646}" srcOrd="0" destOrd="0" presId="urn:microsoft.com/office/officeart/2005/8/layout/radial4"/>
    <dgm:cxn modelId="{C2BD567D-5576-4637-A8C5-769A6037D9BF}" type="presOf" srcId="{F0BC95FC-C76E-437E-8D9B-34580D87667E}" destId="{B4890C59-3026-4E3B-8E96-E91BB5DCF3C2}" srcOrd="0" destOrd="0" presId="urn:microsoft.com/office/officeart/2005/8/layout/radial4"/>
    <dgm:cxn modelId="{D53E357F-E0E0-4559-92B1-96D2D5DAA04B}" type="presOf" srcId="{AC29DAE3-676D-495A-9BB2-4EE4C2E4A63F}" destId="{3E7A51F2-E04B-4579-90A2-2F213BA3B2D6}" srcOrd="0" destOrd="0" presId="urn:microsoft.com/office/officeart/2005/8/layout/radial4"/>
    <dgm:cxn modelId="{4B20188E-49D1-4D56-91D7-CBD03D1CA1A3}" type="presOf" srcId="{FD687006-D6EE-4AFA-96F6-71767F02F08B}" destId="{6F11CD6D-DE37-47F4-9935-DA7840C28A80}" srcOrd="0" destOrd="0" presId="urn:microsoft.com/office/officeart/2005/8/layout/radial4"/>
    <dgm:cxn modelId="{0FF3A6B0-B83E-4D6A-A76D-3C68A1130C87}" srcId="{225E712C-EC26-40FC-B7EC-5EA1660E9C5B}" destId="{975F71DB-F15F-48DC-A498-2C2431487F99}" srcOrd="3" destOrd="0" parTransId="{3E0A8EA4-2CD9-44FE-BB23-887E53C6F456}" sibTransId="{86423B80-5A51-485C-9A3C-D3E8AD84F7F4}"/>
    <dgm:cxn modelId="{615021DB-66DA-4ABC-8806-76870C755F15}" srcId="{225E712C-EC26-40FC-B7EC-5EA1660E9C5B}" destId="{5280BDA4-DDCC-4559-B0F2-15F811C2236B}" srcOrd="1" destOrd="0" parTransId="{FD687006-D6EE-4AFA-96F6-71767F02F08B}" sibTransId="{A90315CF-473F-4D40-B791-0E96937D27B9}"/>
    <dgm:cxn modelId="{CB0091F9-E40D-4C4A-AE86-FE683BC94E88}" srcId="{AC29DAE3-676D-495A-9BB2-4EE4C2E4A63F}" destId="{225E712C-EC26-40FC-B7EC-5EA1660E9C5B}" srcOrd="0" destOrd="0" parTransId="{5D220F91-0731-4517-9200-B1B39DD845CA}" sibTransId="{6465F39B-E689-4AC8-A458-57DF45B9EB68}"/>
    <dgm:cxn modelId="{C92B10FF-8C53-4B97-A81E-9D7A1AE99804}" type="presOf" srcId="{F31E6694-094D-46BB-91BB-6ED274B0FC6C}" destId="{8007E8BB-3786-4255-88BF-0D46D117A17E}" srcOrd="0" destOrd="0" presId="urn:microsoft.com/office/officeart/2005/8/layout/radial4"/>
    <dgm:cxn modelId="{E5998CE5-3049-44D9-A8B0-DC124898C799}" type="presParOf" srcId="{3E7A51F2-E04B-4579-90A2-2F213BA3B2D6}" destId="{26706DA4-82EA-4D49-9FC8-19F92E3B0663}" srcOrd="0" destOrd="0" presId="urn:microsoft.com/office/officeart/2005/8/layout/radial4"/>
    <dgm:cxn modelId="{723B9C85-59F5-417D-AF59-08B0FCCCA40E}" type="presParOf" srcId="{3E7A51F2-E04B-4579-90A2-2F213BA3B2D6}" destId="{8007E8BB-3786-4255-88BF-0D46D117A17E}" srcOrd="1" destOrd="0" presId="urn:microsoft.com/office/officeart/2005/8/layout/radial4"/>
    <dgm:cxn modelId="{C51C4F1F-C9BF-403E-AFDA-3CF3038AD11A}" type="presParOf" srcId="{3E7A51F2-E04B-4579-90A2-2F213BA3B2D6}" destId="{FAE5869E-3016-48B8-A58B-DA033A69AE5A}" srcOrd="2" destOrd="0" presId="urn:microsoft.com/office/officeart/2005/8/layout/radial4"/>
    <dgm:cxn modelId="{565E0931-D082-45DB-9F84-EECB31E7831F}" type="presParOf" srcId="{3E7A51F2-E04B-4579-90A2-2F213BA3B2D6}" destId="{6F11CD6D-DE37-47F4-9935-DA7840C28A80}" srcOrd="3" destOrd="0" presId="urn:microsoft.com/office/officeart/2005/8/layout/radial4"/>
    <dgm:cxn modelId="{B73B2C47-2E6F-4CC0-B9D1-3438044458D2}" type="presParOf" srcId="{3E7A51F2-E04B-4579-90A2-2F213BA3B2D6}" destId="{7B618B49-910A-414A-8666-C37AECF86AF3}" srcOrd="4" destOrd="0" presId="urn:microsoft.com/office/officeart/2005/8/layout/radial4"/>
    <dgm:cxn modelId="{7D0A2347-EEF0-484E-8292-8178BDFE6013}" type="presParOf" srcId="{3E7A51F2-E04B-4579-90A2-2F213BA3B2D6}" destId="{B4890C59-3026-4E3B-8E96-E91BB5DCF3C2}" srcOrd="5" destOrd="0" presId="urn:microsoft.com/office/officeart/2005/8/layout/radial4"/>
    <dgm:cxn modelId="{52EC1C3E-AC54-49D4-BE67-9B7FCA605205}" type="presParOf" srcId="{3E7A51F2-E04B-4579-90A2-2F213BA3B2D6}" destId="{6465E759-A60F-4A5A-9921-B79BFD1C5F6F}" srcOrd="6" destOrd="0" presId="urn:microsoft.com/office/officeart/2005/8/layout/radial4"/>
    <dgm:cxn modelId="{353DF4CE-BEE3-49DB-BFDB-52E0629D8A1B}" type="presParOf" srcId="{3E7A51F2-E04B-4579-90A2-2F213BA3B2D6}" destId="{8DCC27BA-1E3D-4E6A-9B52-AADC800B8646}" srcOrd="7" destOrd="0" presId="urn:microsoft.com/office/officeart/2005/8/layout/radial4"/>
    <dgm:cxn modelId="{7AE4FF78-2549-4857-8F84-CFB2F91B7D9D}" type="presParOf" srcId="{3E7A51F2-E04B-4579-90A2-2F213BA3B2D6}" destId="{04AFA2D1-4523-49FD-8EFB-DB474047B076}" srcOrd="8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EC20983-AE8C-4D8F-8D07-C54F4ADF51C6}" type="doc">
      <dgm:prSet loTypeId="urn:microsoft.com/office/officeart/2005/8/layout/chevron1" loCatId="process" qsTypeId="urn:microsoft.com/office/officeart/2005/8/quickstyle/3d9" qsCatId="3D" csTypeId="urn:microsoft.com/office/officeart/2005/8/colors/colorful1" csCatId="colorful" phldr="1"/>
      <dgm:spPr/>
    </dgm:pt>
    <dgm:pt modelId="{DE19AEA7-B4E8-4EFE-8E1D-2FE52C6379C7}">
      <dgm:prSet phldrT="[Text]"/>
      <dgm:spPr/>
      <dgm:t>
        <a:bodyPr/>
        <a:lstStyle/>
        <a:p>
          <a:r>
            <a:rPr lang="en-US" dirty="0"/>
            <a:t>MAN</a:t>
          </a:r>
        </a:p>
      </dgm:t>
    </dgm:pt>
    <dgm:pt modelId="{60691402-6CA3-4C42-89F9-9CE4C15F4A05}" type="parTrans" cxnId="{0F52759C-6B91-4A55-BD75-3FA28C235C9B}">
      <dgm:prSet/>
      <dgm:spPr/>
      <dgm:t>
        <a:bodyPr/>
        <a:lstStyle/>
        <a:p>
          <a:endParaRPr lang="en-US"/>
        </a:p>
      </dgm:t>
    </dgm:pt>
    <dgm:pt modelId="{FDE14BA1-B46A-4BCF-A994-54052E92F270}" type="sibTrans" cxnId="{0F52759C-6B91-4A55-BD75-3FA28C235C9B}">
      <dgm:prSet/>
      <dgm:spPr/>
      <dgm:t>
        <a:bodyPr/>
        <a:lstStyle/>
        <a:p>
          <a:endParaRPr lang="en-US"/>
        </a:p>
      </dgm:t>
    </dgm:pt>
    <dgm:pt modelId="{5A7A7AF4-01DA-477B-A28D-DA22BED1EC4B}">
      <dgm:prSet phldrT="[Text]"/>
      <dgm:spPr/>
      <dgm:t>
        <a:bodyPr/>
        <a:lstStyle/>
        <a:p>
          <a:r>
            <a:rPr lang="en-US" dirty="0"/>
            <a:t>MONAY</a:t>
          </a:r>
        </a:p>
      </dgm:t>
    </dgm:pt>
    <dgm:pt modelId="{A6F9F138-9188-404F-8ED5-26B23478890A}" type="parTrans" cxnId="{F86B9762-FA5B-4A10-BE28-34ACFEE13891}">
      <dgm:prSet/>
      <dgm:spPr/>
      <dgm:t>
        <a:bodyPr/>
        <a:lstStyle/>
        <a:p>
          <a:endParaRPr lang="en-US"/>
        </a:p>
      </dgm:t>
    </dgm:pt>
    <dgm:pt modelId="{2AA48721-4379-4E3C-8771-C25B18C38B9A}" type="sibTrans" cxnId="{F86B9762-FA5B-4A10-BE28-34ACFEE13891}">
      <dgm:prSet/>
      <dgm:spPr/>
      <dgm:t>
        <a:bodyPr/>
        <a:lstStyle/>
        <a:p>
          <a:endParaRPr lang="en-US"/>
        </a:p>
      </dgm:t>
    </dgm:pt>
    <dgm:pt modelId="{982D2458-8BA7-47E3-8BA1-F3CF5A20FD2A}">
      <dgm:prSet phldrT="[Text]"/>
      <dgm:spPr/>
      <dgm:t>
        <a:bodyPr/>
        <a:lstStyle/>
        <a:p>
          <a:r>
            <a:rPr lang="en-US" dirty="0"/>
            <a:t>MATERIAL</a:t>
          </a:r>
        </a:p>
      </dgm:t>
    </dgm:pt>
    <dgm:pt modelId="{72FD041E-6F7B-4DAE-93EA-ECA523E6E292}" type="parTrans" cxnId="{14D3F319-9E51-4CFA-A554-A2F6F80FEE44}">
      <dgm:prSet/>
      <dgm:spPr/>
      <dgm:t>
        <a:bodyPr/>
        <a:lstStyle/>
        <a:p>
          <a:endParaRPr lang="en-US"/>
        </a:p>
      </dgm:t>
    </dgm:pt>
    <dgm:pt modelId="{47AB3A59-1A24-464E-B7EA-08ECB86A16BA}" type="sibTrans" cxnId="{14D3F319-9E51-4CFA-A554-A2F6F80FEE44}">
      <dgm:prSet/>
      <dgm:spPr/>
      <dgm:t>
        <a:bodyPr/>
        <a:lstStyle/>
        <a:p>
          <a:endParaRPr lang="en-US"/>
        </a:p>
      </dgm:t>
    </dgm:pt>
    <dgm:pt modelId="{1DE6FE46-B5C2-4297-8766-DF3A27A57BF4}">
      <dgm:prSet phldrT="[Text]"/>
      <dgm:spPr/>
      <dgm:t>
        <a:bodyPr/>
        <a:lstStyle/>
        <a:p>
          <a:r>
            <a:rPr lang="en-US" dirty="0"/>
            <a:t>METHOD</a:t>
          </a:r>
        </a:p>
      </dgm:t>
    </dgm:pt>
    <dgm:pt modelId="{89D25A0E-002F-4BEA-AB15-96542A19760E}" type="parTrans" cxnId="{A8A479AE-DB6C-4228-A421-DE407E6F9E39}">
      <dgm:prSet/>
      <dgm:spPr/>
      <dgm:t>
        <a:bodyPr/>
        <a:lstStyle/>
        <a:p>
          <a:endParaRPr lang="en-US"/>
        </a:p>
      </dgm:t>
    </dgm:pt>
    <dgm:pt modelId="{4E2DF25F-6764-42FD-9646-20250928B3B1}" type="sibTrans" cxnId="{A8A479AE-DB6C-4228-A421-DE407E6F9E39}">
      <dgm:prSet/>
      <dgm:spPr/>
      <dgm:t>
        <a:bodyPr/>
        <a:lstStyle/>
        <a:p>
          <a:endParaRPr lang="en-US"/>
        </a:p>
      </dgm:t>
    </dgm:pt>
    <dgm:pt modelId="{A9E80FA5-27DE-44AC-AEE1-1A6413D660CE}" type="pres">
      <dgm:prSet presAssocID="{BEC20983-AE8C-4D8F-8D07-C54F4ADF51C6}" presName="Name0" presStyleCnt="0">
        <dgm:presLayoutVars>
          <dgm:dir/>
          <dgm:animLvl val="lvl"/>
          <dgm:resizeHandles val="exact"/>
        </dgm:presLayoutVars>
      </dgm:prSet>
      <dgm:spPr/>
    </dgm:pt>
    <dgm:pt modelId="{245DAEBF-F05C-4332-A0C5-1B5345A5724B}" type="pres">
      <dgm:prSet presAssocID="{DE19AEA7-B4E8-4EFE-8E1D-2FE52C6379C7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13E8B3D7-9478-4484-AD59-A07B82E312C0}" type="pres">
      <dgm:prSet presAssocID="{FDE14BA1-B46A-4BCF-A994-54052E92F270}" presName="parTxOnlySpace" presStyleCnt="0"/>
      <dgm:spPr/>
    </dgm:pt>
    <dgm:pt modelId="{B1037E56-FD2B-44D5-9A70-9C2359E4A2CA}" type="pres">
      <dgm:prSet presAssocID="{5A7A7AF4-01DA-477B-A28D-DA22BED1EC4B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459E46B6-8CBC-4DB2-81AB-723268687AF4}" type="pres">
      <dgm:prSet presAssocID="{2AA48721-4379-4E3C-8771-C25B18C38B9A}" presName="parTxOnlySpace" presStyleCnt="0"/>
      <dgm:spPr/>
    </dgm:pt>
    <dgm:pt modelId="{481FC37C-9AAE-40F2-9732-921A27423318}" type="pres">
      <dgm:prSet presAssocID="{982D2458-8BA7-47E3-8BA1-F3CF5A20FD2A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201C73E8-D6CE-4A0A-AAD3-56B30C991796}" type="pres">
      <dgm:prSet presAssocID="{47AB3A59-1A24-464E-B7EA-08ECB86A16BA}" presName="parTxOnlySpace" presStyleCnt="0"/>
      <dgm:spPr/>
    </dgm:pt>
    <dgm:pt modelId="{640FAA4D-9476-48E2-8EC8-A9BFD8D6B9B7}" type="pres">
      <dgm:prSet presAssocID="{1DE6FE46-B5C2-4297-8766-DF3A27A57BF4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C6BE170B-3F9A-4926-9FEE-52813EE636C9}" type="presOf" srcId="{DE19AEA7-B4E8-4EFE-8E1D-2FE52C6379C7}" destId="{245DAEBF-F05C-4332-A0C5-1B5345A5724B}" srcOrd="0" destOrd="0" presId="urn:microsoft.com/office/officeart/2005/8/layout/chevron1"/>
    <dgm:cxn modelId="{14D3F319-9E51-4CFA-A554-A2F6F80FEE44}" srcId="{BEC20983-AE8C-4D8F-8D07-C54F4ADF51C6}" destId="{982D2458-8BA7-47E3-8BA1-F3CF5A20FD2A}" srcOrd="2" destOrd="0" parTransId="{72FD041E-6F7B-4DAE-93EA-ECA523E6E292}" sibTransId="{47AB3A59-1A24-464E-B7EA-08ECB86A16BA}"/>
    <dgm:cxn modelId="{F86B9762-FA5B-4A10-BE28-34ACFEE13891}" srcId="{BEC20983-AE8C-4D8F-8D07-C54F4ADF51C6}" destId="{5A7A7AF4-01DA-477B-A28D-DA22BED1EC4B}" srcOrd="1" destOrd="0" parTransId="{A6F9F138-9188-404F-8ED5-26B23478890A}" sibTransId="{2AA48721-4379-4E3C-8771-C25B18C38B9A}"/>
    <dgm:cxn modelId="{DE5BC17C-0BA3-4838-9894-6C6F17E7E40D}" type="presOf" srcId="{BEC20983-AE8C-4D8F-8D07-C54F4ADF51C6}" destId="{A9E80FA5-27DE-44AC-AEE1-1A6413D660CE}" srcOrd="0" destOrd="0" presId="urn:microsoft.com/office/officeart/2005/8/layout/chevron1"/>
    <dgm:cxn modelId="{0F52759C-6B91-4A55-BD75-3FA28C235C9B}" srcId="{BEC20983-AE8C-4D8F-8D07-C54F4ADF51C6}" destId="{DE19AEA7-B4E8-4EFE-8E1D-2FE52C6379C7}" srcOrd="0" destOrd="0" parTransId="{60691402-6CA3-4C42-89F9-9CE4C15F4A05}" sibTransId="{FDE14BA1-B46A-4BCF-A994-54052E92F270}"/>
    <dgm:cxn modelId="{A8A479AE-DB6C-4228-A421-DE407E6F9E39}" srcId="{BEC20983-AE8C-4D8F-8D07-C54F4ADF51C6}" destId="{1DE6FE46-B5C2-4297-8766-DF3A27A57BF4}" srcOrd="3" destOrd="0" parTransId="{89D25A0E-002F-4BEA-AB15-96542A19760E}" sibTransId="{4E2DF25F-6764-42FD-9646-20250928B3B1}"/>
    <dgm:cxn modelId="{AEA105BE-CE5A-4D3F-9467-7B6A7BCA1318}" type="presOf" srcId="{982D2458-8BA7-47E3-8BA1-F3CF5A20FD2A}" destId="{481FC37C-9AAE-40F2-9732-921A27423318}" srcOrd="0" destOrd="0" presId="urn:microsoft.com/office/officeart/2005/8/layout/chevron1"/>
    <dgm:cxn modelId="{32FFBFCA-C5D8-46B3-B141-CF4D469D0BC3}" type="presOf" srcId="{1DE6FE46-B5C2-4297-8766-DF3A27A57BF4}" destId="{640FAA4D-9476-48E2-8EC8-A9BFD8D6B9B7}" srcOrd="0" destOrd="0" presId="urn:microsoft.com/office/officeart/2005/8/layout/chevron1"/>
    <dgm:cxn modelId="{2CFBD7D8-61BD-4AC6-A3C4-CE2276F12D9F}" type="presOf" srcId="{5A7A7AF4-01DA-477B-A28D-DA22BED1EC4B}" destId="{B1037E56-FD2B-44D5-9A70-9C2359E4A2CA}" srcOrd="0" destOrd="0" presId="urn:microsoft.com/office/officeart/2005/8/layout/chevron1"/>
    <dgm:cxn modelId="{5B486512-AA91-4C38-A24A-F479E6476C34}" type="presParOf" srcId="{A9E80FA5-27DE-44AC-AEE1-1A6413D660CE}" destId="{245DAEBF-F05C-4332-A0C5-1B5345A5724B}" srcOrd="0" destOrd="0" presId="urn:microsoft.com/office/officeart/2005/8/layout/chevron1"/>
    <dgm:cxn modelId="{B6FC357A-4D12-4977-ADDC-00C180F4CE13}" type="presParOf" srcId="{A9E80FA5-27DE-44AC-AEE1-1A6413D660CE}" destId="{13E8B3D7-9478-4484-AD59-A07B82E312C0}" srcOrd="1" destOrd="0" presId="urn:microsoft.com/office/officeart/2005/8/layout/chevron1"/>
    <dgm:cxn modelId="{3B2B1B05-B9E7-4B96-9C9F-9EA8255B4814}" type="presParOf" srcId="{A9E80FA5-27DE-44AC-AEE1-1A6413D660CE}" destId="{B1037E56-FD2B-44D5-9A70-9C2359E4A2CA}" srcOrd="2" destOrd="0" presId="urn:microsoft.com/office/officeart/2005/8/layout/chevron1"/>
    <dgm:cxn modelId="{8EA61EE1-72B9-49E2-AEBE-568EDB41F157}" type="presParOf" srcId="{A9E80FA5-27DE-44AC-AEE1-1A6413D660CE}" destId="{459E46B6-8CBC-4DB2-81AB-723268687AF4}" srcOrd="3" destOrd="0" presId="urn:microsoft.com/office/officeart/2005/8/layout/chevron1"/>
    <dgm:cxn modelId="{44ED78B8-E497-49D3-A02D-C6C61B2DB9FE}" type="presParOf" srcId="{A9E80FA5-27DE-44AC-AEE1-1A6413D660CE}" destId="{481FC37C-9AAE-40F2-9732-921A27423318}" srcOrd="4" destOrd="0" presId="urn:microsoft.com/office/officeart/2005/8/layout/chevron1"/>
    <dgm:cxn modelId="{EBBB8763-BD1B-407F-A802-EA20230ED94A}" type="presParOf" srcId="{A9E80FA5-27DE-44AC-AEE1-1A6413D660CE}" destId="{201C73E8-D6CE-4A0A-AAD3-56B30C991796}" srcOrd="5" destOrd="0" presId="urn:microsoft.com/office/officeart/2005/8/layout/chevron1"/>
    <dgm:cxn modelId="{315FA007-D595-4D75-B41B-C38F5F3289CC}" type="presParOf" srcId="{A9E80FA5-27DE-44AC-AEE1-1A6413D660CE}" destId="{640FAA4D-9476-48E2-8EC8-A9BFD8D6B9B7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E8A5812-CAA6-4AF1-9EBE-0FD68495F573}" type="doc">
      <dgm:prSet loTypeId="urn:microsoft.com/office/officeart/2005/8/layout/equation2" loCatId="relationship" qsTypeId="urn:microsoft.com/office/officeart/2005/8/quickstyle/simple1" qsCatId="simple" csTypeId="urn:microsoft.com/office/officeart/2005/8/colors/accent0_3" csCatId="mainScheme" phldr="1"/>
      <dgm:spPr/>
    </dgm:pt>
    <dgm:pt modelId="{C64BCA7B-18A9-4D62-A140-A4E17F718A16}">
      <dgm:prSet phldrT="[Text]" custT="1"/>
      <dgm:spPr/>
      <dgm:t>
        <a:bodyPr/>
        <a:lstStyle/>
        <a:p>
          <a:r>
            <a:rPr lang="en-US" sz="2400" dirty="0" err="1">
              <a:latin typeface="Arial Rounded MT Bold" pitchFamily="34" charset="0"/>
            </a:rPr>
            <a:t>Manajemen</a:t>
          </a:r>
          <a:r>
            <a:rPr lang="en-US" sz="2400" dirty="0">
              <a:latin typeface="Arial Rounded MT Bold" pitchFamily="34" charset="0"/>
            </a:rPr>
            <a:t> </a:t>
          </a:r>
          <a:r>
            <a:rPr lang="en-US" sz="2400" dirty="0" err="1">
              <a:latin typeface="Arial Rounded MT Bold" pitchFamily="34" charset="0"/>
            </a:rPr>
            <a:t>Layanan</a:t>
          </a:r>
          <a:r>
            <a:rPr lang="en-US" sz="2400" dirty="0">
              <a:latin typeface="Arial Rounded MT Bold" pitchFamily="34" charset="0"/>
            </a:rPr>
            <a:t>/ </a:t>
          </a:r>
          <a:r>
            <a:rPr lang="en-US" sz="2400" dirty="0" err="1">
              <a:latin typeface="Arial Rounded MT Bold" pitchFamily="34" charset="0"/>
            </a:rPr>
            <a:t>Operasional</a:t>
          </a:r>
          <a:endParaRPr lang="en-US" sz="2400" dirty="0">
            <a:latin typeface="Arial Rounded MT Bold" pitchFamily="34" charset="0"/>
          </a:endParaRPr>
        </a:p>
      </dgm:t>
    </dgm:pt>
    <dgm:pt modelId="{90E8B5F2-E951-4BFC-B59A-55E8B87FB2F6}" type="parTrans" cxnId="{C6D38786-23FA-4CEA-B8EC-5A936FEF501D}">
      <dgm:prSet/>
      <dgm:spPr/>
      <dgm:t>
        <a:bodyPr/>
        <a:lstStyle/>
        <a:p>
          <a:endParaRPr lang="en-US"/>
        </a:p>
      </dgm:t>
    </dgm:pt>
    <dgm:pt modelId="{B6AD2700-F11A-42E4-8244-C1573F530EF3}" type="sibTrans" cxnId="{C6D38786-23FA-4CEA-B8EC-5A936FEF501D}">
      <dgm:prSet/>
      <dgm:spPr/>
      <dgm:t>
        <a:bodyPr/>
        <a:lstStyle/>
        <a:p>
          <a:endParaRPr lang="en-US"/>
        </a:p>
      </dgm:t>
    </dgm:pt>
    <dgm:pt modelId="{58387AC2-C8A7-41A9-93CE-3492B557FAE2}">
      <dgm:prSet phldrT="[Text]"/>
      <dgm:spPr/>
      <dgm:t>
        <a:bodyPr/>
        <a:lstStyle/>
        <a:p>
          <a:r>
            <a:rPr lang="en-US" dirty="0" err="1">
              <a:latin typeface="Arial Rounded MT Bold" pitchFamily="34" charset="0"/>
            </a:rPr>
            <a:t>Manajemen</a:t>
          </a:r>
          <a:r>
            <a:rPr lang="en-US" dirty="0">
              <a:latin typeface="Arial Rounded MT Bold" pitchFamily="34" charset="0"/>
            </a:rPr>
            <a:t> </a:t>
          </a:r>
          <a:r>
            <a:rPr lang="en-US" dirty="0" err="1">
              <a:latin typeface="Arial Rounded MT Bold" pitchFamily="34" charset="0"/>
            </a:rPr>
            <a:t>asuhan</a:t>
          </a:r>
          <a:r>
            <a:rPr lang="en-US" dirty="0">
              <a:latin typeface="Arial Rounded MT Bold" pitchFamily="34" charset="0"/>
            </a:rPr>
            <a:t> </a:t>
          </a:r>
          <a:r>
            <a:rPr lang="en-US" dirty="0" err="1">
              <a:latin typeface="Arial Rounded MT Bold" pitchFamily="34" charset="0"/>
            </a:rPr>
            <a:t>keperawatan</a:t>
          </a:r>
          <a:endParaRPr lang="en-US" dirty="0">
            <a:latin typeface="Arial Rounded MT Bold" pitchFamily="34" charset="0"/>
          </a:endParaRPr>
        </a:p>
      </dgm:t>
    </dgm:pt>
    <dgm:pt modelId="{07B00FCA-EB2B-417F-8C9C-1099DC18D6D8}" type="parTrans" cxnId="{E5C1BB0F-8C34-40E3-8540-498F2B86BC3A}">
      <dgm:prSet/>
      <dgm:spPr/>
      <dgm:t>
        <a:bodyPr/>
        <a:lstStyle/>
        <a:p>
          <a:endParaRPr lang="en-US"/>
        </a:p>
      </dgm:t>
    </dgm:pt>
    <dgm:pt modelId="{BA8D2820-15DE-4F83-8EB9-AF3BC7D7D1B7}" type="sibTrans" cxnId="{E5C1BB0F-8C34-40E3-8540-498F2B86BC3A}">
      <dgm:prSet/>
      <dgm:spPr/>
      <dgm:t>
        <a:bodyPr/>
        <a:lstStyle/>
        <a:p>
          <a:endParaRPr lang="en-US"/>
        </a:p>
      </dgm:t>
    </dgm:pt>
    <dgm:pt modelId="{918AF0A3-4690-4614-A45E-8D9A0273AD7F}">
      <dgm:prSet phldrT="[Text]"/>
      <dgm:spPr/>
      <dgm:t>
        <a:bodyPr/>
        <a:lstStyle/>
        <a:p>
          <a:r>
            <a:rPr lang="en-US" dirty="0">
              <a:latin typeface="Arial Rounded MT Bold" pitchFamily="34" charset="0"/>
            </a:rPr>
            <a:t>LINGKUP MANAJEMEN KEPERAWATAN</a:t>
          </a:r>
        </a:p>
      </dgm:t>
    </dgm:pt>
    <dgm:pt modelId="{E62E6003-55A8-43BC-B6D2-506B2C83B57C}" type="parTrans" cxnId="{91F7A588-A9D3-4653-895E-82E48F84A02C}">
      <dgm:prSet/>
      <dgm:spPr/>
      <dgm:t>
        <a:bodyPr/>
        <a:lstStyle/>
        <a:p>
          <a:endParaRPr lang="en-US"/>
        </a:p>
      </dgm:t>
    </dgm:pt>
    <dgm:pt modelId="{5CF36DED-453E-44EA-9B66-343799A05D4A}" type="sibTrans" cxnId="{91F7A588-A9D3-4653-895E-82E48F84A02C}">
      <dgm:prSet/>
      <dgm:spPr/>
      <dgm:t>
        <a:bodyPr/>
        <a:lstStyle/>
        <a:p>
          <a:endParaRPr lang="en-US"/>
        </a:p>
      </dgm:t>
    </dgm:pt>
    <dgm:pt modelId="{0ACD9386-358D-4C89-8DEC-06D8A933B647}" type="pres">
      <dgm:prSet presAssocID="{AE8A5812-CAA6-4AF1-9EBE-0FD68495F573}" presName="Name0" presStyleCnt="0">
        <dgm:presLayoutVars>
          <dgm:dir/>
          <dgm:resizeHandles val="exact"/>
        </dgm:presLayoutVars>
      </dgm:prSet>
      <dgm:spPr/>
    </dgm:pt>
    <dgm:pt modelId="{53612C1E-E26C-4443-915E-ED70A26F767D}" type="pres">
      <dgm:prSet presAssocID="{AE8A5812-CAA6-4AF1-9EBE-0FD68495F573}" presName="vNodes" presStyleCnt="0"/>
      <dgm:spPr/>
    </dgm:pt>
    <dgm:pt modelId="{6A9A26B3-9E49-4513-BC16-C8D9E12150B6}" type="pres">
      <dgm:prSet presAssocID="{C64BCA7B-18A9-4D62-A140-A4E17F718A16}" presName="node" presStyleLbl="node1" presStyleIdx="0" presStyleCnt="3" custScaleX="173530" custScaleY="144297">
        <dgm:presLayoutVars>
          <dgm:bulletEnabled val="1"/>
        </dgm:presLayoutVars>
      </dgm:prSet>
      <dgm:spPr/>
    </dgm:pt>
    <dgm:pt modelId="{60DC344F-9FF5-4701-899D-8AA2DA377FCF}" type="pres">
      <dgm:prSet presAssocID="{B6AD2700-F11A-42E4-8244-C1573F530EF3}" presName="spacerT" presStyleCnt="0"/>
      <dgm:spPr/>
    </dgm:pt>
    <dgm:pt modelId="{8C7D0E0F-1D2C-4103-A5E8-2584A443F148}" type="pres">
      <dgm:prSet presAssocID="{B6AD2700-F11A-42E4-8244-C1573F530EF3}" presName="sibTrans" presStyleLbl="sibTrans2D1" presStyleIdx="0" presStyleCnt="2"/>
      <dgm:spPr/>
    </dgm:pt>
    <dgm:pt modelId="{0BCFBCAC-0683-4717-B6D8-827993E42F2B}" type="pres">
      <dgm:prSet presAssocID="{B6AD2700-F11A-42E4-8244-C1573F530EF3}" presName="spacerB" presStyleCnt="0"/>
      <dgm:spPr/>
    </dgm:pt>
    <dgm:pt modelId="{7D0ACD70-359B-4587-A993-0CAAB9BCBB0B}" type="pres">
      <dgm:prSet presAssocID="{58387AC2-C8A7-41A9-93CE-3492B557FAE2}" presName="node" presStyleLbl="node1" presStyleIdx="1" presStyleCnt="3" custScaleX="158268" custScaleY="142384">
        <dgm:presLayoutVars>
          <dgm:bulletEnabled val="1"/>
        </dgm:presLayoutVars>
      </dgm:prSet>
      <dgm:spPr/>
    </dgm:pt>
    <dgm:pt modelId="{DC0AA17B-CEBB-40D8-9132-24F882604ED0}" type="pres">
      <dgm:prSet presAssocID="{AE8A5812-CAA6-4AF1-9EBE-0FD68495F573}" presName="sibTransLast" presStyleLbl="sibTrans2D1" presStyleIdx="1" presStyleCnt="2"/>
      <dgm:spPr/>
    </dgm:pt>
    <dgm:pt modelId="{242CE9DB-EEB9-43CF-98F6-6F37FC13660F}" type="pres">
      <dgm:prSet presAssocID="{AE8A5812-CAA6-4AF1-9EBE-0FD68495F573}" presName="connectorText" presStyleLbl="sibTrans2D1" presStyleIdx="1" presStyleCnt="2"/>
      <dgm:spPr/>
    </dgm:pt>
    <dgm:pt modelId="{14AA6605-4167-420B-8CB2-59BED7EB4649}" type="pres">
      <dgm:prSet presAssocID="{AE8A5812-CAA6-4AF1-9EBE-0FD68495F573}" presName="lastNode" presStyleLbl="node1" presStyleIdx="2" presStyleCnt="3" custScaleX="97478" custScaleY="91545">
        <dgm:presLayoutVars>
          <dgm:bulletEnabled val="1"/>
        </dgm:presLayoutVars>
      </dgm:prSet>
      <dgm:spPr/>
    </dgm:pt>
  </dgm:ptLst>
  <dgm:cxnLst>
    <dgm:cxn modelId="{1E32A80E-4443-4A4B-8B8D-E18CCEA844CC}" type="presOf" srcId="{B6AD2700-F11A-42E4-8244-C1573F530EF3}" destId="{8C7D0E0F-1D2C-4103-A5E8-2584A443F148}" srcOrd="0" destOrd="0" presId="urn:microsoft.com/office/officeart/2005/8/layout/equation2"/>
    <dgm:cxn modelId="{E5C1BB0F-8C34-40E3-8540-498F2B86BC3A}" srcId="{AE8A5812-CAA6-4AF1-9EBE-0FD68495F573}" destId="{58387AC2-C8A7-41A9-93CE-3492B557FAE2}" srcOrd="1" destOrd="0" parTransId="{07B00FCA-EB2B-417F-8C9C-1099DC18D6D8}" sibTransId="{BA8D2820-15DE-4F83-8EB9-AF3BC7D7D1B7}"/>
    <dgm:cxn modelId="{4C0D5459-C1C6-4FE9-A458-F34585C17864}" type="presOf" srcId="{918AF0A3-4690-4614-A45E-8D9A0273AD7F}" destId="{14AA6605-4167-420B-8CB2-59BED7EB4649}" srcOrd="0" destOrd="0" presId="urn:microsoft.com/office/officeart/2005/8/layout/equation2"/>
    <dgm:cxn modelId="{C6D38786-23FA-4CEA-B8EC-5A936FEF501D}" srcId="{AE8A5812-CAA6-4AF1-9EBE-0FD68495F573}" destId="{C64BCA7B-18A9-4D62-A140-A4E17F718A16}" srcOrd="0" destOrd="0" parTransId="{90E8B5F2-E951-4BFC-B59A-55E8B87FB2F6}" sibTransId="{B6AD2700-F11A-42E4-8244-C1573F530EF3}"/>
    <dgm:cxn modelId="{91F7A588-A9D3-4653-895E-82E48F84A02C}" srcId="{AE8A5812-CAA6-4AF1-9EBE-0FD68495F573}" destId="{918AF0A3-4690-4614-A45E-8D9A0273AD7F}" srcOrd="2" destOrd="0" parTransId="{E62E6003-55A8-43BC-B6D2-506B2C83B57C}" sibTransId="{5CF36DED-453E-44EA-9B66-343799A05D4A}"/>
    <dgm:cxn modelId="{E5C8C298-733A-4DCB-BCC2-D6D464B94C89}" type="presOf" srcId="{BA8D2820-15DE-4F83-8EB9-AF3BC7D7D1B7}" destId="{242CE9DB-EEB9-43CF-98F6-6F37FC13660F}" srcOrd="1" destOrd="0" presId="urn:microsoft.com/office/officeart/2005/8/layout/equation2"/>
    <dgm:cxn modelId="{5A770EA7-F7FD-404C-BEC5-9840C8BE3D69}" type="presOf" srcId="{AE8A5812-CAA6-4AF1-9EBE-0FD68495F573}" destId="{0ACD9386-358D-4C89-8DEC-06D8A933B647}" srcOrd="0" destOrd="0" presId="urn:microsoft.com/office/officeart/2005/8/layout/equation2"/>
    <dgm:cxn modelId="{9F6DA3B6-3FA4-4748-A672-93C274B51761}" type="presOf" srcId="{C64BCA7B-18A9-4D62-A140-A4E17F718A16}" destId="{6A9A26B3-9E49-4513-BC16-C8D9E12150B6}" srcOrd="0" destOrd="0" presId="urn:microsoft.com/office/officeart/2005/8/layout/equation2"/>
    <dgm:cxn modelId="{597586B8-74D0-4816-8D1F-BD8C3D1714DC}" type="presOf" srcId="{58387AC2-C8A7-41A9-93CE-3492B557FAE2}" destId="{7D0ACD70-359B-4587-A993-0CAAB9BCBB0B}" srcOrd="0" destOrd="0" presId="urn:microsoft.com/office/officeart/2005/8/layout/equation2"/>
    <dgm:cxn modelId="{1147D9D7-7D04-43F3-BB2B-144FFBCD4D43}" type="presOf" srcId="{BA8D2820-15DE-4F83-8EB9-AF3BC7D7D1B7}" destId="{DC0AA17B-CEBB-40D8-9132-24F882604ED0}" srcOrd="0" destOrd="0" presId="urn:microsoft.com/office/officeart/2005/8/layout/equation2"/>
    <dgm:cxn modelId="{77A1E9E5-95F9-490F-BBC0-889832072D71}" type="presParOf" srcId="{0ACD9386-358D-4C89-8DEC-06D8A933B647}" destId="{53612C1E-E26C-4443-915E-ED70A26F767D}" srcOrd="0" destOrd="0" presId="urn:microsoft.com/office/officeart/2005/8/layout/equation2"/>
    <dgm:cxn modelId="{FE4E55C0-93C3-4A6C-B32E-B327175765C8}" type="presParOf" srcId="{53612C1E-E26C-4443-915E-ED70A26F767D}" destId="{6A9A26B3-9E49-4513-BC16-C8D9E12150B6}" srcOrd="0" destOrd="0" presId="urn:microsoft.com/office/officeart/2005/8/layout/equation2"/>
    <dgm:cxn modelId="{6B354D14-C766-4966-A6DA-452D44B82F89}" type="presParOf" srcId="{53612C1E-E26C-4443-915E-ED70A26F767D}" destId="{60DC344F-9FF5-4701-899D-8AA2DA377FCF}" srcOrd="1" destOrd="0" presId="urn:microsoft.com/office/officeart/2005/8/layout/equation2"/>
    <dgm:cxn modelId="{F8D2B909-CAB2-4E89-913E-F8ECE17B147D}" type="presParOf" srcId="{53612C1E-E26C-4443-915E-ED70A26F767D}" destId="{8C7D0E0F-1D2C-4103-A5E8-2584A443F148}" srcOrd="2" destOrd="0" presId="urn:microsoft.com/office/officeart/2005/8/layout/equation2"/>
    <dgm:cxn modelId="{5DCA2420-8AEC-4ABE-84DD-0E9AA412D840}" type="presParOf" srcId="{53612C1E-E26C-4443-915E-ED70A26F767D}" destId="{0BCFBCAC-0683-4717-B6D8-827993E42F2B}" srcOrd="3" destOrd="0" presId="urn:microsoft.com/office/officeart/2005/8/layout/equation2"/>
    <dgm:cxn modelId="{96E16400-FDAB-4E65-A994-13E9788C49FB}" type="presParOf" srcId="{53612C1E-E26C-4443-915E-ED70A26F767D}" destId="{7D0ACD70-359B-4587-A993-0CAAB9BCBB0B}" srcOrd="4" destOrd="0" presId="urn:microsoft.com/office/officeart/2005/8/layout/equation2"/>
    <dgm:cxn modelId="{3752886E-B384-4C8E-97E3-99FBD3F6334C}" type="presParOf" srcId="{0ACD9386-358D-4C89-8DEC-06D8A933B647}" destId="{DC0AA17B-CEBB-40D8-9132-24F882604ED0}" srcOrd="1" destOrd="0" presId="urn:microsoft.com/office/officeart/2005/8/layout/equation2"/>
    <dgm:cxn modelId="{A8DA9D06-1369-411C-8405-D5CF57984077}" type="presParOf" srcId="{DC0AA17B-CEBB-40D8-9132-24F882604ED0}" destId="{242CE9DB-EEB9-43CF-98F6-6F37FC13660F}" srcOrd="0" destOrd="0" presId="urn:microsoft.com/office/officeart/2005/8/layout/equation2"/>
    <dgm:cxn modelId="{01119349-7C4F-42D0-A5C0-EDE159B8A469}" type="presParOf" srcId="{0ACD9386-358D-4C89-8DEC-06D8A933B647}" destId="{14AA6605-4167-420B-8CB2-59BED7EB4649}" srcOrd="2" destOrd="0" presId="urn:microsoft.com/office/officeart/2005/8/layout/equati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5054109-196D-42A1-B441-38532FE6EEAE}" type="doc">
      <dgm:prSet loTypeId="urn:microsoft.com/office/officeart/2005/8/layout/pyramid1" loCatId="pyramid" qsTypeId="urn:microsoft.com/office/officeart/2005/8/quickstyle/simple1" qsCatId="simple" csTypeId="urn:microsoft.com/office/officeart/2005/8/colors/colorful5" csCatId="colorful" phldr="1"/>
      <dgm:spPr/>
    </dgm:pt>
    <dgm:pt modelId="{79136B1A-CA27-456B-A82F-AF14987F65C6}">
      <dgm:prSet phldrT="[Text]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US" dirty="0">
              <a:latin typeface="Arial Rounded MT Bold" pitchFamily="34" charset="0"/>
            </a:rPr>
            <a:t>Top Leader/Top Management</a:t>
          </a:r>
        </a:p>
      </dgm:t>
    </dgm:pt>
    <dgm:pt modelId="{99E49EDB-0F31-4F21-B232-FF7A6CE87CD6}" type="parTrans" cxnId="{ECEECD6D-EC6C-4B94-A4D5-9E9D0CB6E233}">
      <dgm:prSet/>
      <dgm:spPr/>
      <dgm:t>
        <a:bodyPr/>
        <a:lstStyle/>
        <a:p>
          <a:endParaRPr lang="en-US"/>
        </a:p>
      </dgm:t>
    </dgm:pt>
    <dgm:pt modelId="{3ADFBC5D-137B-45D0-AE4E-5D3FC2C13489}" type="sibTrans" cxnId="{ECEECD6D-EC6C-4B94-A4D5-9E9D0CB6E233}">
      <dgm:prSet/>
      <dgm:spPr/>
      <dgm:t>
        <a:bodyPr/>
        <a:lstStyle/>
        <a:p>
          <a:endParaRPr lang="en-US"/>
        </a:p>
      </dgm:t>
    </dgm:pt>
    <dgm:pt modelId="{A9459CB8-1508-4E9E-A8F8-ECA58DD58090}">
      <dgm:prSet phldrT="[Text]"/>
      <dgm:spPr/>
      <dgm:t>
        <a:bodyPr/>
        <a:lstStyle/>
        <a:p>
          <a:r>
            <a:rPr lang="en-US" dirty="0">
              <a:latin typeface="Arial Rounded MT Bold" pitchFamily="34" charset="0"/>
            </a:rPr>
            <a:t>Middle Leader/Middle Management</a:t>
          </a:r>
        </a:p>
      </dgm:t>
    </dgm:pt>
    <dgm:pt modelId="{7EEBAFE1-A3C6-4362-B4FB-8CEB07431D1B}" type="parTrans" cxnId="{0C2516CC-78B1-42CF-B0CA-8E2438FDE632}">
      <dgm:prSet/>
      <dgm:spPr/>
      <dgm:t>
        <a:bodyPr/>
        <a:lstStyle/>
        <a:p>
          <a:endParaRPr lang="en-US"/>
        </a:p>
      </dgm:t>
    </dgm:pt>
    <dgm:pt modelId="{9817653B-831D-4B19-845E-AD16DD3E4140}" type="sibTrans" cxnId="{0C2516CC-78B1-42CF-B0CA-8E2438FDE632}">
      <dgm:prSet/>
      <dgm:spPr/>
      <dgm:t>
        <a:bodyPr/>
        <a:lstStyle/>
        <a:p>
          <a:endParaRPr lang="en-US"/>
        </a:p>
      </dgm:t>
    </dgm:pt>
    <dgm:pt modelId="{924BC374-523B-4456-8D09-40BA526CBCAB}">
      <dgm:prSet phldrT="[Text]"/>
      <dgm:spPr/>
      <dgm:t>
        <a:bodyPr/>
        <a:lstStyle/>
        <a:p>
          <a:r>
            <a:rPr lang="en-US" dirty="0">
              <a:latin typeface="Arial Rounded MT Bold" pitchFamily="34" charset="0"/>
            </a:rPr>
            <a:t>Lower Leader/Lower Management</a:t>
          </a:r>
        </a:p>
      </dgm:t>
    </dgm:pt>
    <dgm:pt modelId="{FC8EAB99-2404-4BEF-8FDC-151253473BB8}" type="parTrans" cxnId="{1F4F224A-7133-4B3E-902C-A5FE4EF6387F}">
      <dgm:prSet/>
      <dgm:spPr/>
      <dgm:t>
        <a:bodyPr/>
        <a:lstStyle/>
        <a:p>
          <a:endParaRPr lang="en-US"/>
        </a:p>
      </dgm:t>
    </dgm:pt>
    <dgm:pt modelId="{8F4C429E-8E21-44F5-9DA7-D5A16E99262D}" type="sibTrans" cxnId="{1F4F224A-7133-4B3E-902C-A5FE4EF6387F}">
      <dgm:prSet/>
      <dgm:spPr/>
      <dgm:t>
        <a:bodyPr/>
        <a:lstStyle/>
        <a:p>
          <a:endParaRPr lang="en-US"/>
        </a:p>
      </dgm:t>
    </dgm:pt>
    <dgm:pt modelId="{D276879C-6A77-4A26-97AB-837CA0C6E60C}" type="pres">
      <dgm:prSet presAssocID="{15054109-196D-42A1-B441-38532FE6EEAE}" presName="Name0" presStyleCnt="0">
        <dgm:presLayoutVars>
          <dgm:dir/>
          <dgm:animLvl val="lvl"/>
          <dgm:resizeHandles val="exact"/>
        </dgm:presLayoutVars>
      </dgm:prSet>
      <dgm:spPr/>
    </dgm:pt>
    <dgm:pt modelId="{FC5B93DB-D0A7-4CD9-A321-6BC00E62CFDE}" type="pres">
      <dgm:prSet presAssocID="{79136B1A-CA27-456B-A82F-AF14987F65C6}" presName="Name8" presStyleCnt="0"/>
      <dgm:spPr/>
    </dgm:pt>
    <dgm:pt modelId="{DF502CFF-0C9E-4B3F-A995-2B13C53892F4}" type="pres">
      <dgm:prSet presAssocID="{79136B1A-CA27-456B-A82F-AF14987F65C6}" presName="level" presStyleLbl="node1" presStyleIdx="0" presStyleCnt="3">
        <dgm:presLayoutVars>
          <dgm:chMax val="1"/>
          <dgm:bulletEnabled val="1"/>
        </dgm:presLayoutVars>
      </dgm:prSet>
      <dgm:spPr/>
    </dgm:pt>
    <dgm:pt modelId="{9CEF8810-5D1D-4FD9-8EAE-97945E58C03B}" type="pres">
      <dgm:prSet presAssocID="{79136B1A-CA27-456B-A82F-AF14987F65C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B87B4F07-E27C-457A-B45E-5B7CB6442748}" type="pres">
      <dgm:prSet presAssocID="{A9459CB8-1508-4E9E-A8F8-ECA58DD58090}" presName="Name8" presStyleCnt="0"/>
      <dgm:spPr/>
    </dgm:pt>
    <dgm:pt modelId="{D3C04A65-CDAB-45B7-BDA6-9EE6F5AA4254}" type="pres">
      <dgm:prSet presAssocID="{A9459CB8-1508-4E9E-A8F8-ECA58DD58090}" presName="level" presStyleLbl="node1" presStyleIdx="1" presStyleCnt="3">
        <dgm:presLayoutVars>
          <dgm:chMax val="1"/>
          <dgm:bulletEnabled val="1"/>
        </dgm:presLayoutVars>
      </dgm:prSet>
      <dgm:spPr/>
    </dgm:pt>
    <dgm:pt modelId="{BCF85375-5959-45DE-8117-405B882DFE2A}" type="pres">
      <dgm:prSet presAssocID="{A9459CB8-1508-4E9E-A8F8-ECA58DD58090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CC7C08B3-CE1A-41AD-8B3E-440E5CEE84A7}" type="pres">
      <dgm:prSet presAssocID="{924BC374-523B-4456-8D09-40BA526CBCAB}" presName="Name8" presStyleCnt="0"/>
      <dgm:spPr/>
    </dgm:pt>
    <dgm:pt modelId="{55142DB3-5ABE-4E45-9CA1-8F0E0EBAEC9F}" type="pres">
      <dgm:prSet presAssocID="{924BC374-523B-4456-8D09-40BA526CBCAB}" presName="level" presStyleLbl="node1" presStyleIdx="2" presStyleCnt="3">
        <dgm:presLayoutVars>
          <dgm:chMax val="1"/>
          <dgm:bulletEnabled val="1"/>
        </dgm:presLayoutVars>
      </dgm:prSet>
      <dgm:spPr/>
    </dgm:pt>
    <dgm:pt modelId="{CC78F8B0-3169-4F35-992A-DA89FA3BC163}" type="pres">
      <dgm:prSet presAssocID="{924BC374-523B-4456-8D09-40BA526CBCAB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C647962C-0F72-4886-9777-42A60854BE31}" type="presOf" srcId="{A9459CB8-1508-4E9E-A8F8-ECA58DD58090}" destId="{D3C04A65-CDAB-45B7-BDA6-9EE6F5AA4254}" srcOrd="0" destOrd="0" presId="urn:microsoft.com/office/officeart/2005/8/layout/pyramid1"/>
    <dgm:cxn modelId="{474F605D-681B-4E9C-A6FD-17CEDD0F6E34}" type="presOf" srcId="{15054109-196D-42A1-B441-38532FE6EEAE}" destId="{D276879C-6A77-4A26-97AB-837CA0C6E60C}" srcOrd="0" destOrd="0" presId="urn:microsoft.com/office/officeart/2005/8/layout/pyramid1"/>
    <dgm:cxn modelId="{1F4F224A-7133-4B3E-902C-A5FE4EF6387F}" srcId="{15054109-196D-42A1-B441-38532FE6EEAE}" destId="{924BC374-523B-4456-8D09-40BA526CBCAB}" srcOrd="2" destOrd="0" parTransId="{FC8EAB99-2404-4BEF-8FDC-151253473BB8}" sibTransId="{8F4C429E-8E21-44F5-9DA7-D5A16E99262D}"/>
    <dgm:cxn modelId="{892FB56A-4692-4656-B901-EAB76B9B711D}" type="presOf" srcId="{924BC374-523B-4456-8D09-40BA526CBCAB}" destId="{55142DB3-5ABE-4E45-9CA1-8F0E0EBAEC9F}" srcOrd="0" destOrd="0" presId="urn:microsoft.com/office/officeart/2005/8/layout/pyramid1"/>
    <dgm:cxn modelId="{ECEECD6D-EC6C-4B94-A4D5-9E9D0CB6E233}" srcId="{15054109-196D-42A1-B441-38532FE6EEAE}" destId="{79136B1A-CA27-456B-A82F-AF14987F65C6}" srcOrd="0" destOrd="0" parTransId="{99E49EDB-0F31-4F21-B232-FF7A6CE87CD6}" sibTransId="{3ADFBC5D-137B-45D0-AE4E-5D3FC2C13489}"/>
    <dgm:cxn modelId="{FF74C37A-5C5C-42AD-AD4B-3B90C5D3C593}" type="presOf" srcId="{924BC374-523B-4456-8D09-40BA526CBCAB}" destId="{CC78F8B0-3169-4F35-992A-DA89FA3BC163}" srcOrd="1" destOrd="0" presId="urn:microsoft.com/office/officeart/2005/8/layout/pyramid1"/>
    <dgm:cxn modelId="{F2862FC7-11A7-493F-9E58-75ECC158DE48}" type="presOf" srcId="{A9459CB8-1508-4E9E-A8F8-ECA58DD58090}" destId="{BCF85375-5959-45DE-8117-405B882DFE2A}" srcOrd="1" destOrd="0" presId="urn:microsoft.com/office/officeart/2005/8/layout/pyramid1"/>
    <dgm:cxn modelId="{0C2516CC-78B1-42CF-B0CA-8E2438FDE632}" srcId="{15054109-196D-42A1-B441-38532FE6EEAE}" destId="{A9459CB8-1508-4E9E-A8F8-ECA58DD58090}" srcOrd="1" destOrd="0" parTransId="{7EEBAFE1-A3C6-4362-B4FB-8CEB07431D1B}" sibTransId="{9817653B-831D-4B19-845E-AD16DD3E4140}"/>
    <dgm:cxn modelId="{8BD95FD6-3176-48CD-9D37-CD6FEB44DF2D}" type="presOf" srcId="{79136B1A-CA27-456B-A82F-AF14987F65C6}" destId="{9CEF8810-5D1D-4FD9-8EAE-97945E58C03B}" srcOrd="1" destOrd="0" presId="urn:microsoft.com/office/officeart/2005/8/layout/pyramid1"/>
    <dgm:cxn modelId="{36AD05EF-3773-43DF-957D-2FC531A46708}" type="presOf" srcId="{79136B1A-CA27-456B-A82F-AF14987F65C6}" destId="{DF502CFF-0C9E-4B3F-A995-2B13C53892F4}" srcOrd="0" destOrd="0" presId="urn:microsoft.com/office/officeart/2005/8/layout/pyramid1"/>
    <dgm:cxn modelId="{8E40A26A-A362-4380-956A-A71B32869096}" type="presParOf" srcId="{D276879C-6A77-4A26-97AB-837CA0C6E60C}" destId="{FC5B93DB-D0A7-4CD9-A321-6BC00E62CFDE}" srcOrd="0" destOrd="0" presId="urn:microsoft.com/office/officeart/2005/8/layout/pyramid1"/>
    <dgm:cxn modelId="{AD627EE3-4BCF-4C65-8140-820A0DC30565}" type="presParOf" srcId="{FC5B93DB-D0A7-4CD9-A321-6BC00E62CFDE}" destId="{DF502CFF-0C9E-4B3F-A995-2B13C53892F4}" srcOrd="0" destOrd="0" presId="urn:microsoft.com/office/officeart/2005/8/layout/pyramid1"/>
    <dgm:cxn modelId="{7FC41B16-D960-48DB-BFCC-2698B6EAE595}" type="presParOf" srcId="{FC5B93DB-D0A7-4CD9-A321-6BC00E62CFDE}" destId="{9CEF8810-5D1D-4FD9-8EAE-97945E58C03B}" srcOrd="1" destOrd="0" presId="urn:microsoft.com/office/officeart/2005/8/layout/pyramid1"/>
    <dgm:cxn modelId="{CDFB9AA1-94BE-466D-8B6B-D65104231C73}" type="presParOf" srcId="{D276879C-6A77-4A26-97AB-837CA0C6E60C}" destId="{B87B4F07-E27C-457A-B45E-5B7CB6442748}" srcOrd="1" destOrd="0" presId="urn:microsoft.com/office/officeart/2005/8/layout/pyramid1"/>
    <dgm:cxn modelId="{991495EC-3D25-405B-A819-D0C857D1E046}" type="presParOf" srcId="{B87B4F07-E27C-457A-B45E-5B7CB6442748}" destId="{D3C04A65-CDAB-45B7-BDA6-9EE6F5AA4254}" srcOrd="0" destOrd="0" presId="urn:microsoft.com/office/officeart/2005/8/layout/pyramid1"/>
    <dgm:cxn modelId="{8B47E50A-528B-41F3-A60D-548B45B7A23D}" type="presParOf" srcId="{B87B4F07-E27C-457A-B45E-5B7CB6442748}" destId="{BCF85375-5959-45DE-8117-405B882DFE2A}" srcOrd="1" destOrd="0" presId="urn:microsoft.com/office/officeart/2005/8/layout/pyramid1"/>
    <dgm:cxn modelId="{0A9855BE-FFF7-4758-A5C3-9445FDE1E8BB}" type="presParOf" srcId="{D276879C-6A77-4A26-97AB-837CA0C6E60C}" destId="{CC7C08B3-CE1A-41AD-8B3E-440E5CEE84A7}" srcOrd="2" destOrd="0" presId="urn:microsoft.com/office/officeart/2005/8/layout/pyramid1"/>
    <dgm:cxn modelId="{48422C4A-2ECE-4663-BEE6-658D774E47B2}" type="presParOf" srcId="{CC7C08B3-CE1A-41AD-8B3E-440E5CEE84A7}" destId="{55142DB3-5ABE-4E45-9CA1-8F0E0EBAEC9F}" srcOrd="0" destOrd="0" presId="urn:microsoft.com/office/officeart/2005/8/layout/pyramid1"/>
    <dgm:cxn modelId="{7156C0FC-8748-4FD6-9015-A4F3307F243C}" type="presParOf" srcId="{CC7C08B3-CE1A-41AD-8B3E-440E5CEE84A7}" destId="{CC78F8B0-3169-4F35-992A-DA89FA3BC163}" srcOrd="1" destOrd="0" presId="urn:microsoft.com/office/officeart/2005/8/layout/pyramid1"/>
  </dgm:cxnLst>
  <dgm:bg>
    <a:solidFill>
      <a:srgbClr val="92D050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A48CBEE-B590-449F-935A-EEF26753EA6A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FFD277F-C99D-4F19-86E3-FD0510079683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PENGKAJIAN</a:t>
          </a:r>
        </a:p>
      </dgm:t>
    </dgm:pt>
    <dgm:pt modelId="{28181A36-E951-404B-BD63-CF1CA5EF9E7F}" type="parTrans" cxnId="{44309121-0A8A-46E2-BCF7-82ECE5DB9D6E}">
      <dgm:prSet/>
      <dgm:spPr/>
      <dgm:t>
        <a:bodyPr/>
        <a:lstStyle/>
        <a:p>
          <a:endParaRPr lang="en-US"/>
        </a:p>
      </dgm:t>
    </dgm:pt>
    <dgm:pt modelId="{B85283A8-7648-429C-863B-4D537C0E79B6}" type="sibTrans" cxnId="{44309121-0A8A-46E2-BCF7-82ECE5DB9D6E}">
      <dgm:prSet/>
      <dgm:spPr/>
      <dgm:t>
        <a:bodyPr/>
        <a:lstStyle/>
        <a:p>
          <a:endParaRPr lang="en-US"/>
        </a:p>
      </dgm:t>
    </dgm:pt>
    <dgm:pt modelId="{89F3DD4E-ADE5-4865-AF3E-8AD9467FB12F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DIAGNOSA</a:t>
          </a:r>
        </a:p>
      </dgm:t>
    </dgm:pt>
    <dgm:pt modelId="{DF2D3CBB-7FC5-4A56-8AB5-2DB6C5669E47}" type="parTrans" cxnId="{C88A6296-7FF5-4CBC-AE35-9848FC255AE9}">
      <dgm:prSet/>
      <dgm:spPr/>
      <dgm:t>
        <a:bodyPr/>
        <a:lstStyle/>
        <a:p>
          <a:endParaRPr lang="en-US"/>
        </a:p>
      </dgm:t>
    </dgm:pt>
    <dgm:pt modelId="{2B341339-7ABF-43E7-8B71-12CA5D8C9268}" type="sibTrans" cxnId="{C88A6296-7FF5-4CBC-AE35-9848FC255AE9}">
      <dgm:prSet/>
      <dgm:spPr/>
      <dgm:t>
        <a:bodyPr/>
        <a:lstStyle/>
        <a:p>
          <a:endParaRPr lang="en-US"/>
        </a:p>
      </dgm:t>
    </dgm:pt>
    <dgm:pt modelId="{7B0441D8-5FA8-4FE2-99D1-876055C98B1E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INTERVENSI</a:t>
          </a:r>
        </a:p>
      </dgm:t>
    </dgm:pt>
    <dgm:pt modelId="{BD89FA50-BD98-4B16-AB59-72DAA8D74ADB}" type="parTrans" cxnId="{1EE1B1EF-BE06-4CE8-8F9E-63FCA540D1DA}">
      <dgm:prSet/>
      <dgm:spPr/>
      <dgm:t>
        <a:bodyPr/>
        <a:lstStyle/>
        <a:p>
          <a:endParaRPr lang="en-US"/>
        </a:p>
      </dgm:t>
    </dgm:pt>
    <dgm:pt modelId="{B518BBCD-075A-47F6-8378-AB0EBBC8E00A}" type="sibTrans" cxnId="{1EE1B1EF-BE06-4CE8-8F9E-63FCA540D1DA}">
      <dgm:prSet/>
      <dgm:spPr/>
      <dgm:t>
        <a:bodyPr/>
        <a:lstStyle/>
        <a:p>
          <a:endParaRPr lang="en-US"/>
        </a:p>
      </dgm:t>
    </dgm:pt>
    <dgm:pt modelId="{34552F64-139E-40AF-B628-8276B9C5F089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IMPLEMENTASI</a:t>
          </a:r>
        </a:p>
      </dgm:t>
    </dgm:pt>
    <dgm:pt modelId="{93F04533-051A-420F-8C20-E5CEA47DCAF8}" type="parTrans" cxnId="{A6170722-1CA2-4B3E-BECA-E2A16605867E}">
      <dgm:prSet/>
      <dgm:spPr/>
      <dgm:t>
        <a:bodyPr/>
        <a:lstStyle/>
        <a:p>
          <a:endParaRPr lang="en-US"/>
        </a:p>
      </dgm:t>
    </dgm:pt>
    <dgm:pt modelId="{487DDC90-2728-4447-BAC5-87C97CCB4447}" type="sibTrans" cxnId="{A6170722-1CA2-4B3E-BECA-E2A16605867E}">
      <dgm:prSet/>
      <dgm:spPr/>
      <dgm:t>
        <a:bodyPr/>
        <a:lstStyle/>
        <a:p>
          <a:endParaRPr lang="en-US"/>
        </a:p>
      </dgm:t>
    </dgm:pt>
    <dgm:pt modelId="{B40911C0-629E-4494-B5D7-22E553B4CC6D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EVALUASI</a:t>
          </a:r>
        </a:p>
      </dgm:t>
    </dgm:pt>
    <dgm:pt modelId="{FCA00815-B54E-4287-AD1C-A950F15BA411}" type="parTrans" cxnId="{B512C12D-1567-4851-92DE-8C0581104A91}">
      <dgm:prSet/>
      <dgm:spPr/>
      <dgm:t>
        <a:bodyPr/>
        <a:lstStyle/>
        <a:p>
          <a:endParaRPr lang="en-US"/>
        </a:p>
      </dgm:t>
    </dgm:pt>
    <dgm:pt modelId="{624402D5-BA8E-4832-8F9D-047B19A49805}" type="sibTrans" cxnId="{B512C12D-1567-4851-92DE-8C0581104A91}">
      <dgm:prSet/>
      <dgm:spPr/>
      <dgm:t>
        <a:bodyPr/>
        <a:lstStyle/>
        <a:p>
          <a:endParaRPr lang="en-US"/>
        </a:p>
      </dgm:t>
    </dgm:pt>
    <dgm:pt modelId="{6B157C9B-222A-4F7A-BFF4-457A7543A277}" type="pres">
      <dgm:prSet presAssocID="{BA48CBEE-B590-449F-935A-EEF26753EA6A}" presName="linear" presStyleCnt="0">
        <dgm:presLayoutVars>
          <dgm:dir/>
          <dgm:animLvl val="lvl"/>
          <dgm:resizeHandles val="exact"/>
        </dgm:presLayoutVars>
      </dgm:prSet>
      <dgm:spPr/>
    </dgm:pt>
    <dgm:pt modelId="{755C65C9-6E4A-44E8-97EA-BD037BF52380}" type="pres">
      <dgm:prSet presAssocID="{CFFD277F-C99D-4F19-86E3-FD0510079683}" presName="parentLin" presStyleCnt="0"/>
      <dgm:spPr/>
    </dgm:pt>
    <dgm:pt modelId="{376141D0-9F83-4DB6-A5F5-9D5A3FFA814D}" type="pres">
      <dgm:prSet presAssocID="{CFFD277F-C99D-4F19-86E3-FD0510079683}" presName="parentLeftMargin" presStyleLbl="node1" presStyleIdx="0" presStyleCnt="5"/>
      <dgm:spPr/>
    </dgm:pt>
    <dgm:pt modelId="{786E97BD-652B-43CB-AAAA-C8227D71D55B}" type="pres">
      <dgm:prSet presAssocID="{CFFD277F-C99D-4F19-86E3-FD0510079683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C318C91-F25A-4D67-8EA6-902E8F808038}" type="pres">
      <dgm:prSet presAssocID="{CFFD277F-C99D-4F19-86E3-FD0510079683}" presName="negativeSpace" presStyleCnt="0"/>
      <dgm:spPr/>
    </dgm:pt>
    <dgm:pt modelId="{92EBFE44-34FE-4D42-A2B2-EA0C51AC069C}" type="pres">
      <dgm:prSet presAssocID="{CFFD277F-C99D-4F19-86E3-FD0510079683}" presName="childText" presStyleLbl="conFgAcc1" presStyleIdx="0" presStyleCnt="5">
        <dgm:presLayoutVars>
          <dgm:bulletEnabled val="1"/>
        </dgm:presLayoutVars>
      </dgm:prSet>
      <dgm:spPr/>
    </dgm:pt>
    <dgm:pt modelId="{DFD9A961-2047-45EC-A7E7-575E1CF39A14}" type="pres">
      <dgm:prSet presAssocID="{B85283A8-7648-429C-863B-4D537C0E79B6}" presName="spaceBetweenRectangles" presStyleCnt="0"/>
      <dgm:spPr/>
    </dgm:pt>
    <dgm:pt modelId="{47E4C1E2-4829-4F2F-96EC-F9F3F398457E}" type="pres">
      <dgm:prSet presAssocID="{89F3DD4E-ADE5-4865-AF3E-8AD9467FB12F}" presName="parentLin" presStyleCnt="0"/>
      <dgm:spPr/>
    </dgm:pt>
    <dgm:pt modelId="{A5BA3B1F-3E24-4743-A23F-A6A81EF946B6}" type="pres">
      <dgm:prSet presAssocID="{89F3DD4E-ADE5-4865-AF3E-8AD9467FB12F}" presName="parentLeftMargin" presStyleLbl="node1" presStyleIdx="0" presStyleCnt="5"/>
      <dgm:spPr/>
    </dgm:pt>
    <dgm:pt modelId="{88C97ED1-331B-4B67-ADB6-78865BF3B982}" type="pres">
      <dgm:prSet presAssocID="{89F3DD4E-ADE5-4865-AF3E-8AD9467FB12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59D0A12-8E5F-407C-BD83-C1BDF2E087E2}" type="pres">
      <dgm:prSet presAssocID="{89F3DD4E-ADE5-4865-AF3E-8AD9467FB12F}" presName="negativeSpace" presStyleCnt="0"/>
      <dgm:spPr/>
    </dgm:pt>
    <dgm:pt modelId="{07D51B46-FFB6-4796-BEE6-C91C05F3F287}" type="pres">
      <dgm:prSet presAssocID="{89F3DD4E-ADE5-4865-AF3E-8AD9467FB12F}" presName="childText" presStyleLbl="conFgAcc1" presStyleIdx="1" presStyleCnt="5">
        <dgm:presLayoutVars>
          <dgm:bulletEnabled val="1"/>
        </dgm:presLayoutVars>
      </dgm:prSet>
      <dgm:spPr/>
    </dgm:pt>
    <dgm:pt modelId="{7F30A2B2-4DDD-4AED-A7E5-D02E181B41C9}" type="pres">
      <dgm:prSet presAssocID="{2B341339-7ABF-43E7-8B71-12CA5D8C9268}" presName="spaceBetweenRectangles" presStyleCnt="0"/>
      <dgm:spPr/>
    </dgm:pt>
    <dgm:pt modelId="{8A3931FF-C47C-447F-AE02-60EA37FD79A2}" type="pres">
      <dgm:prSet presAssocID="{7B0441D8-5FA8-4FE2-99D1-876055C98B1E}" presName="parentLin" presStyleCnt="0"/>
      <dgm:spPr/>
    </dgm:pt>
    <dgm:pt modelId="{0F0D735E-3E8F-46D2-8DC4-386D340D6FE7}" type="pres">
      <dgm:prSet presAssocID="{7B0441D8-5FA8-4FE2-99D1-876055C98B1E}" presName="parentLeftMargin" presStyleLbl="node1" presStyleIdx="1" presStyleCnt="5"/>
      <dgm:spPr/>
    </dgm:pt>
    <dgm:pt modelId="{0A290412-F4C7-4E26-8759-C8AEEAF3C7D9}" type="pres">
      <dgm:prSet presAssocID="{7B0441D8-5FA8-4FE2-99D1-876055C98B1E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D609340D-D432-41FE-ACEA-D199934FF498}" type="pres">
      <dgm:prSet presAssocID="{7B0441D8-5FA8-4FE2-99D1-876055C98B1E}" presName="negativeSpace" presStyleCnt="0"/>
      <dgm:spPr/>
    </dgm:pt>
    <dgm:pt modelId="{F58211D1-7446-48E7-B43B-21D8ED3987CE}" type="pres">
      <dgm:prSet presAssocID="{7B0441D8-5FA8-4FE2-99D1-876055C98B1E}" presName="childText" presStyleLbl="conFgAcc1" presStyleIdx="2" presStyleCnt="5">
        <dgm:presLayoutVars>
          <dgm:bulletEnabled val="1"/>
        </dgm:presLayoutVars>
      </dgm:prSet>
      <dgm:spPr/>
    </dgm:pt>
    <dgm:pt modelId="{F19DAD2E-A1D3-4EC4-96F4-57DD1B2B626B}" type="pres">
      <dgm:prSet presAssocID="{B518BBCD-075A-47F6-8378-AB0EBBC8E00A}" presName="spaceBetweenRectangles" presStyleCnt="0"/>
      <dgm:spPr/>
    </dgm:pt>
    <dgm:pt modelId="{1FDF188D-4330-41E8-98F4-FB4B3E663A3F}" type="pres">
      <dgm:prSet presAssocID="{34552F64-139E-40AF-B628-8276B9C5F089}" presName="parentLin" presStyleCnt="0"/>
      <dgm:spPr/>
    </dgm:pt>
    <dgm:pt modelId="{4D0877F9-9E3E-4632-8134-A0F1B7C49680}" type="pres">
      <dgm:prSet presAssocID="{34552F64-139E-40AF-B628-8276B9C5F089}" presName="parentLeftMargin" presStyleLbl="node1" presStyleIdx="2" presStyleCnt="5"/>
      <dgm:spPr/>
    </dgm:pt>
    <dgm:pt modelId="{1CFFEE91-F895-4077-B61C-B49FA81B5261}" type="pres">
      <dgm:prSet presAssocID="{34552F64-139E-40AF-B628-8276B9C5F089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2B7F334-DED1-471F-B2B7-1E664326B8D4}" type="pres">
      <dgm:prSet presAssocID="{34552F64-139E-40AF-B628-8276B9C5F089}" presName="negativeSpace" presStyleCnt="0"/>
      <dgm:spPr/>
    </dgm:pt>
    <dgm:pt modelId="{86F84BC5-C9CE-4788-BEBE-DF51F386E07F}" type="pres">
      <dgm:prSet presAssocID="{34552F64-139E-40AF-B628-8276B9C5F089}" presName="childText" presStyleLbl="conFgAcc1" presStyleIdx="3" presStyleCnt="5">
        <dgm:presLayoutVars>
          <dgm:bulletEnabled val="1"/>
        </dgm:presLayoutVars>
      </dgm:prSet>
      <dgm:spPr/>
    </dgm:pt>
    <dgm:pt modelId="{AB2787C5-C4F2-4024-8E0D-978266BC52DF}" type="pres">
      <dgm:prSet presAssocID="{487DDC90-2728-4447-BAC5-87C97CCB4447}" presName="spaceBetweenRectangles" presStyleCnt="0"/>
      <dgm:spPr/>
    </dgm:pt>
    <dgm:pt modelId="{A655E3E5-6275-4CD4-9E86-3D49AEA0BFEC}" type="pres">
      <dgm:prSet presAssocID="{B40911C0-629E-4494-B5D7-22E553B4CC6D}" presName="parentLin" presStyleCnt="0"/>
      <dgm:spPr/>
    </dgm:pt>
    <dgm:pt modelId="{C2E9C191-ED99-493B-A037-BD52797CFA56}" type="pres">
      <dgm:prSet presAssocID="{B40911C0-629E-4494-B5D7-22E553B4CC6D}" presName="parentLeftMargin" presStyleLbl="node1" presStyleIdx="3" presStyleCnt="5"/>
      <dgm:spPr/>
    </dgm:pt>
    <dgm:pt modelId="{F19588E9-C478-4D69-A9C2-0270E71FFDEA}" type="pres">
      <dgm:prSet presAssocID="{B40911C0-629E-4494-B5D7-22E553B4CC6D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ED363FCD-4DD7-40C4-93B5-16F4120A16B2}" type="pres">
      <dgm:prSet presAssocID="{B40911C0-629E-4494-B5D7-22E553B4CC6D}" presName="negativeSpace" presStyleCnt="0"/>
      <dgm:spPr/>
    </dgm:pt>
    <dgm:pt modelId="{C9302FA6-4173-4BBB-90C4-CDA53BB33127}" type="pres">
      <dgm:prSet presAssocID="{B40911C0-629E-4494-B5D7-22E553B4CC6D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C40DD003-BDF8-41CB-BEB2-2E316C21D6CC}" type="presOf" srcId="{34552F64-139E-40AF-B628-8276B9C5F089}" destId="{1CFFEE91-F895-4077-B61C-B49FA81B5261}" srcOrd="1" destOrd="0" presId="urn:microsoft.com/office/officeart/2005/8/layout/list1"/>
    <dgm:cxn modelId="{44309121-0A8A-46E2-BCF7-82ECE5DB9D6E}" srcId="{BA48CBEE-B590-449F-935A-EEF26753EA6A}" destId="{CFFD277F-C99D-4F19-86E3-FD0510079683}" srcOrd="0" destOrd="0" parTransId="{28181A36-E951-404B-BD63-CF1CA5EF9E7F}" sibTransId="{B85283A8-7648-429C-863B-4D537C0E79B6}"/>
    <dgm:cxn modelId="{A6170722-1CA2-4B3E-BECA-E2A16605867E}" srcId="{BA48CBEE-B590-449F-935A-EEF26753EA6A}" destId="{34552F64-139E-40AF-B628-8276B9C5F089}" srcOrd="3" destOrd="0" parTransId="{93F04533-051A-420F-8C20-E5CEA47DCAF8}" sibTransId="{487DDC90-2728-4447-BAC5-87C97CCB4447}"/>
    <dgm:cxn modelId="{B512C12D-1567-4851-92DE-8C0581104A91}" srcId="{BA48CBEE-B590-449F-935A-EEF26753EA6A}" destId="{B40911C0-629E-4494-B5D7-22E553B4CC6D}" srcOrd="4" destOrd="0" parTransId="{FCA00815-B54E-4287-AD1C-A950F15BA411}" sibTransId="{624402D5-BA8E-4832-8F9D-047B19A49805}"/>
    <dgm:cxn modelId="{9C723838-F335-43AA-B9C0-741814353FFB}" type="presOf" srcId="{89F3DD4E-ADE5-4865-AF3E-8AD9467FB12F}" destId="{88C97ED1-331B-4B67-ADB6-78865BF3B982}" srcOrd="1" destOrd="0" presId="urn:microsoft.com/office/officeart/2005/8/layout/list1"/>
    <dgm:cxn modelId="{A9CB827D-CFF9-4210-BA71-83D43E52B107}" type="presOf" srcId="{BA48CBEE-B590-449F-935A-EEF26753EA6A}" destId="{6B157C9B-222A-4F7A-BFF4-457A7543A277}" srcOrd="0" destOrd="0" presId="urn:microsoft.com/office/officeart/2005/8/layout/list1"/>
    <dgm:cxn modelId="{5661FA88-F40C-4B0C-8943-3165ACFE8362}" type="presOf" srcId="{34552F64-139E-40AF-B628-8276B9C5F089}" destId="{4D0877F9-9E3E-4632-8134-A0F1B7C49680}" srcOrd="0" destOrd="0" presId="urn:microsoft.com/office/officeart/2005/8/layout/list1"/>
    <dgm:cxn modelId="{C88A6296-7FF5-4CBC-AE35-9848FC255AE9}" srcId="{BA48CBEE-B590-449F-935A-EEF26753EA6A}" destId="{89F3DD4E-ADE5-4865-AF3E-8AD9467FB12F}" srcOrd="1" destOrd="0" parTransId="{DF2D3CBB-7FC5-4A56-8AB5-2DB6C5669E47}" sibTransId="{2B341339-7ABF-43E7-8B71-12CA5D8C9268}"/>
    <dgm:cxn modelId="{F2ADD498-AC9F-43B3-8DEB-291C9C98B359}" type="presOf" srcId="{CFFD277F-C99D-4F19-86E3-FD0510079683}" destId="{786E97BD-652B-43CB-AAAA-C8227D71D55B}" srcOrd="1" destOrd="0" presId="urn:microsoft.com/office/officeart/2005/8/layout/list1"/>
    <dgm:cxn modelId="{A7D7D499-CC6F-4EB0-974D-BC8C81FEDC14}" type="presOf" srcId="{CFFD277F-C99D-4F19-86E3-FD0510079683}" destId="{376141D0-9F83-4DB6-A5F5-9D5A3FFA814D}" srcOrd="0" destOrd="0" presId="urn:microsoft.com/office/officeart/2005/8/layout/list1"/>
    <dgm:cxn modelId="{8B9E37A8-B821-4B05-862B-AAD749C513CE}" type="presOf" srcId="{B40911C0-629E-4494-B5D7-22E553B4CC6D}" destId="{F19588E9-C478-4D69-A9C2-0270E71FFDEA}" srcOrd="1" destOrd="0" presId="urn:microsoft.com/office/officeart/2005/8/layout/list1"/>
    <dgm:cxn modelId="{5B66EBA8-A417-43ED-9246-BD335801105C}" type="presOf" srcId="{B40911C0-629E-4494-B5D7-22E553B4CC6D}" destId="{C2E9C191-ED99-493B-A037-BD52797CFA56}" srcOrd="0" destOrd="0" presId="urn:microsoft.com/office/officeart/2005/8/layout/list1"/>
    <dgm:cxn modelId="{92ED4BDD-D1CF-407F-ABBE-8012C6A7EC2E}" type="presOf" srcId="{7B0441D8-5FA8-4FE2-99D1-876055C98B1E}" destId="{0F0D735E-3E8F-46D2-8DC4-386D340D6FE7}" srcOrd="0" destOrd="0" presId="urn:microsoft.com/office/officeart/2005/8/layout/list1"/>
    <dgm:cxn modelId="{EBD430E0-D8B8-4667-8398-514845EBF093}" type="presOf" srcId="{7B0441D8-5FA8-4FE2-99D1-876055C98B1E}" destId="{0A290412-F4C7-4E26-8759-C8AEEAF3C7D9}" srcOrd="1" destOrd="0" presId="urn:microsoft.com/office/officeart/2005/8/layout/list1"/>
    <dgm:cxn modelId="{EF10B0ED-0BEB-4915-92A9-44E0A202B69E}" type="presOf" srcId="{89F3DD4E-ADE5-4865-AF3E-8AD9467FB12F}" destId="{A5BA3B1F-3E24-4743-A23F-A6A81EF946B6}" srcOrd="0" destOrd="0" presId="urn:microsoft.com/office/officeart/2005/8/layout/list1"/>
    <dgm:cxn modelId="{1EE1B1EF-BE06-4CE8-8F9E-63FCA540D1DA}" srcId="{BA48CBEE-B590-449F-935A-EEF26753EA6A}" destId="{7B0441D8-5FA8-4FE2-99D1-876055C98B1E}" srcOrd="2" destOrd="0" parTransId="{BD89FA50-BD98-4B16-AB59-72DAA8D74ADB}" sibTransId="{B518BBCD-075A-47F6-8378-AB0EBBC8E00A}"/>
    <dgm:cxn modelId="{5D84A819-0B8C-4D0F-8F29-193749F3D335}" type="presParOf" srcId="{6B157C9B-222A-4F7A-BFF4-457A7543A277}" destId="{755C65C9-6E4A-44E8-97EA-BD037BF52380}" srcOrd="0" destOrd="0" presId="urn:microsoft.com/office/officeart/2005/8/layout/list1"/>
    <dgm:cxn modelId="{F970B01D-B79D-4656-8CBA-2B0BB7F96473}" type="presParOf" srcId="{755C65C9-6E4A-44E8-97EA-BD037BF52380}" destId="{376141D0-9F83-4DB6-A5F5-9D5A3FFA814D}" srcOrd="0" destOrd="0" presId="urn:microsoft.com/office/officeart/2005/8/layout/list1"/>
    <dgm:cxn modelId="{7416A5A6-84C0-42EF-A1FC-9FF312FC0BA9}" type="presParOf" srcId="{755C65C9-6E4A-44E8-97EA-BD037BF52380}" destId="{786E97BD-652B-43CB-AAAA-C8227D71D55B}" srcOrd="1" destOrd="0" presId="urn:microsoft.com/office/officeart/2005/8/layout/list1"/>
    <dgm:cxn modelId="{7E860529-A924-40A7-AAFC-B8B8345C2152}" type="presParOf" srcId="{6B157C9B-222A-4F7A-BFF4-457A7543A277}" destId="{1C318C91-F25A-4D67-8EA6-902E8F808038}" srcOrd="1" destOrd="0" presId="urn:microsoft.com/office/officeart/2005/8/layout/list1"/>
    <dgm:cxn modelId="{C0E24AC5-6653-4617-856F-C6B1299F2340}" type="presParOf" srcId="{6B157C9B-222A-4F7A-BFF4-457A7543A277}" destId="{92EBFE44-34FE-4D42-A2B2-EA0C51AC069C}" srcOrd="2" destOrd="0" presId="urn:microsoft.com/office/officeart/2005/8/layout/list1"/>
    <dgm:cxn modelId="{1C462723-5592-46B5-80A5-1706366174E5}" type="presParOf" srcId="{6B157C9B-222A-4F7A-BFF4-457A7543A277}" destId="{DFD9A961-2047-45EC-A7E7-575E1CF39A14}" srcOrd="3" destOrd="0" presId="urn:microsoft.com/office/officeart/2005/8/layout/list1"/>
    <dgm:cxn modelId="{3DB9A39D-9556-4A91-B254-C1079C715391}" type="presParOf" srcId="{6B157C9B-222A-4F7A-BFF4-457A7543A277}" destId="{47E4C1E2-4829-4F2F-96EC-F9F3F398457E}" srcOrd="4" destOrd="0" presId="urn:microsoft.com/office/officeart/2005/8/layout/list1"/>
    <dgm:cxn modelId="{7BAFC78A-0AD5-4003-B964-1B3B96CC63C3}" type="presParOf" srcId="{47E4C1E2-4829-4F2F-96EC-F9F3F398457E}" destId="{A5BA3B1F-3E24-4743-A23F-A6A81EF946B6}" srcOrd="0" destOrd="0" presId="urn:microsoft.com/office/officeart/2005/8/layout/list1"/>
    <dgm:cxn modelId="{F1C881B1-EC58-4701-BE42-9A552D586E3D}" type="presParOf" srcId="{47E4C1E2-4829-4F2F-96EC-F9F3F398457E}" destId="{88C97ED1-331B-4B67-ADB6-78865BF3B982}" srcOrd="1" destOrd="0" presId="urn:microsoft.com/office/officeart/2005/8/layout/list1"/>
    <dgm:cxn modelId="{ABADC7A2-BE3F-4BFB-B69B-27589A3586AD}" type="presParOf" srcId="{6B157C9B-222A-4F7A-BFF4-457A7543A277}" destId="{F59D0A12-8E5F-407C-BD83-C1BDF2E087E2}" srcOrd="5" destOrd="0" presId="urn:microsoft.com/office/officeart/2005/8/layout/list1"/>
    <dgm:cxn modelId="{2CAB2AD3-321E-4603-9A08-BA6D25AB65B5}" type="presParOf" srcId="{6B157C9B-222A-4F7A-BFF4-457A7543A277}" destId="{07D51B46-FFB6-4796-BEE6-C91C05F3F287}" srcOrd="6" destOrd="0" presId="urn:microsoft.com/office/officeart/2005/8/layout/list1"/>
    <dgm:cxn modelId="{E046AC1F-6B45-4969-98B7-CE1A53A4CAEC}" type="presParOf" srcId="{6B157C9B-222A-4F7A-BFF4-457A7543A277}" destId="{7F30A2B2-4DDD-4AED-A7E5-D02E181B41C9}" srcOrd="7" destOrd="0" presId="urn:microsoft.com/office/officeart/2005/8/layout/list1"/>
    <dgm:cxn modelId="{55CA9EBA-12A9-487C-8DFE-DA9A25AB5195}" type="presParOf" srcId="{6B157C9B-222A-4F7A-BFF4-457A7543A277}" destId="{8A3931FF-C47C-447F-AE02-60EA37FD79A2}" srcOrd="8" destOrd="0" presId="urn:microsoft.com/office/officeart/2005/8/layout/list1"/>
    <dgm:cxn modelId="{97FCD26D-D7A9-4439-B7B9-AA6B554602A8}" type="presParOf" srcId="{8A3931FF-C47C-447F-AE02-60EA37FD79A2}" destId="{0F0D735E-3E8F-46D2-8DC4-386D340D6FE7}" srcOrd="0" destOrd="0" presId="urn:microsoft.com/office/officeart/2005/8/layout/list1"/>
    <dgm:cxn modelId="{340CBBFB-87CD-4AA2-9135-5E12E62C0A1E}" type="presParOf" srcId="{8A3931FF-C47C-447F-AE02-60EA37FD79A2}" destId="{0A290412-F4C7-4E26-8759-C8AEEAF3C7D9}" srcOrd="1" destOrd="0" presId="urn:microsoft.com/office/officeart/2005/8/layout/list1"/>
    <dgm:cxn modelId="{4B1788BA-F18E-4C45-9625-530216AF2E9E}" type="presParOf" srcId="{6B157C9B-222A-4F7A-BFF4-457A7543A277}" destId="{D609340D-D432-41FE-ACEA-D199934FF498}" srcOrd="9" destOrd="0" presId="urn:microsoft.com/office/officeart/2005/8/layout/list1"/>
    <dgm:cxn modelId="{CBCE2688-DC58-4B7D-8634-87677B775CB8}" type="presParOf" srcId="{6B157C9B-222A-4F7A-BFF4-457A7543A277}" destId="{F58211D1-7446-48E7-B43B-21D8ED3987CE}" srcOrd="10" destOrd="0" presId="urn:microsoft.com/office/officeart/2005/8/layout/list1"/>
    <dgm:cxn modelId="{127BD735-E0AC-4387-98B4-4D37C0B73B8D}" type="presParOf" srcId="{6B157C9B-222A-4F7A-BFF4-457A7543A277}" destId="{F19DAD2E-A1D3-4EC4-96F4-57DD1B2B626B}" srcOrd="11" destOrd="0" presId="urn:microsoft.com/office/officeart/2005/8/layout/list1"/>
    <dgm:cxn modelId="{34642A57-4920-4C45-9A9D-5A7C6ED4F5BF}" type="presParOf" srcId="{6B157C9B-222A-4F7A-BFF4-457A7543A277}" destId="{1FDF188D-4330-41E8-98F4-FB4B3E663A3F}" srcOrd="12" destOrd="0" presId="urn:microsoft.com/office/officeart/2005/8/layout/list1"/>
    <dgm:cxn modelId="{B209EB7A-75E6-4D02-A76F-F7DE8BAE0295}" type="presParOf" srcId="{1FDF188D-4330-41E8-98F4-FB4B3E663A3F}" destId="{4D0877F9-9E3E-4632-8134-A0F1B7C49680}" srcOrd="0" destOrd="0" presId="urn:microsoft.com/office/officeart/2005/8/layout/list1"/>
    <dgm:cxn modelId="{B132D91C-B201-4CB6-9D11-47C43A1D65A3}" type="presParOf" srcId="{1FDF188D-4330-41E8-98F4-FB4B3E663A3F}" destId="{1CFFEE91-F895-4077-B61C-B49FA81B5261}" srcOrd="1" destOrd="0" presId="urn:microsoft.com/office/officeart/2005/8/layout/list1"/>
    <dgm:cxn modelId="{47F52CCB-E902-408D-B319-50FD32CD3DEF}" type="presParOf" srcId="{6B157C9B-222A-4F7A-BFF4-457A7543A277}" destId="{B2B7F334-DED1-471F-B2B7-1E664326B8D4}" srcOrd="13" destOrd="0" presId="urn:microsoft.com/office/officeart/2005/8/layout/list1"/>
    <dgm:cxn modelId="{41D576E7-E0E5-4090-B24E-15F29A9BF72C}" type="presParOf" srcId="{6B157C9B-222A-4F7A-BFF4-457A7543A277}" destId="{86F84BC5-C9CE-4788-BEBE-DF51F386E07F}" srcOrd="14" destOrd="0" presId="urn:microsoft.com/office/officeart/2005/8/layout/list1"/>
    <dgm:cxn modelId="{498C2811-7E26-43FB-805F-03910A00A968}" type="presParOf" srcId="{6B157C9B-222A-4F7A-BFF4-457A7543A277}" destId="{AB2787C5-C4F2-4024-8E0D-978266BC52DF}" srcOrd="15" destOrd="0" presId="urn:microsoft.com/office/officeart/2005/8/layout/list1"/>
    <dgm:cxn modelId="{AB4ACCC2-08C6-4997-A7A2-FC1F4A88F100}" type="presParOf" srcId="{6B157C9B-222A-4F7A-BFF4-457A7543A277}" destId="{A655E3E5-6275-4CD4-9E86-3D49AEA0BFEC}" srcOrd="16" destOrd="0" presId="urn:microsoft.com/office/officeart/2005/8/layout/list1"/>
    <dgm:cxn modelId="{BB0EB080-193C-4F79-8FCA-7984EA6BDC48}" type="presParOf" srcId="{A655E3E5-6275-4CD4-9E86-3D49AEA0BFEC}" destId="{C2E9C191-ED99-493B-A037-BD52797CFA56}" srcOrd="0" destOrd="0" presId="urn:microsoft.com/office/officeart/2005/8/layout/list1"/>
    <dgm:cxn modelId="{EF8E68B4-9C09-4A9D-A0BB-2A21DEA533E3}" type="presParOf" srcId="{A655E3E5-6275-4CD4-9E86-3D49AEA0BFEC}" destId="{F19588E9-C478-4D69-A9C2-0270E71FFDEA}" srcOrd="1" destOrd="0" presId="urn:microsoft.com/office/officeart/2005/8/layout/list1"/>
    <dgm:cxn modelId="{03EEEFAC-3B7A-4528-9DBB-A40C421ECF42}" type="presParOf" srcId="{6B157C9B-222A-4F7A-BFF4-457A7543A277}" destId="{ED363FCD-4DD7-40C4-93B5-16F4120A16B2}" srcOrd="17" destOrd="0" presId="urn:microsoft.com/office/officeart/2005/8/layout/list1"/>
    <dgm:cxn modelId="{B94521C4-7F94-4973-9860-AE7A898F03CF}" type="presParOf" srcId="{6B157C9B-222A-4F7A-BFF4-457A7543A277}" destId="{C9302FA6-4173-4BBB-90C4-CDA53BB33127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706DA4-82EA-4D49-9FC8-19F92E3B0663}">
      <dsp:nvSpPr>
        <dsp:cNvPr id="0" name=""/>
        <dsp:cNvSpPr/>
      </dsp:nvSpPr>
      <dsp:spPr>
        <a:xfrm>
          <a:off x="3352778" y="3428978"/>
          <a:ext cx="2283714" cy="22837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FUNGSI MANAJEMEN</a:t>
          </a:r>
        </a:p>
      </dsp:txBody>
      <dsp:txXfrm>
        <a:off x="3687220" y="3763420"/>
        <a:ext cx="1614830" cy="1614830"/>
      </dsp:txXfrm>
    </dsp:sp>
    <dsp:sp modelId="{8007E8BB-3786-4255-88BF-0D46D117A17E}">
      <dsp:nvSpPr>
        <dsp:cNvPr id="0" name=""/>
        <dsp:cNvSpPr/>
      </dsp:nvSpPr>
      <dsp:spPr>
        <a:xfrm rot="11401301">
          <a:off x="1203448" y="3846186"/>
          <a:ext cx="2064195" cy="650858"/>
        </a:xfrm>
        <a:prstGeom prst="leftArrow">
          <a:avLst>
            <a:gd name="adj1" fmla="val 60000"/>
            <a:gd name="adj2" fmla="val 50000"/>
          </a:avLst>
        </a:prstGeom>
        <a:solidFill>
          <a:schemeClr val="tx2">
            <a:lumMod val="60000"/>
            <a:lumOff val="40000"/>
          </a:schemeClr>
        </a:solidFill>
        <a:ln w="28575">
          <a:solidFill>
            <a:srgbClr val="002060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E5869E-3016-48B8-A58B-DA033A69AE5A}">
      <dsp:nvSpPr>
        <dsp:cNvPr id="0" name=""/>
        <dsp:cNvSpPr/>
      </dsp:nvSpPr>
      <dsp:spPr>
        <a:xfrm>
          <a:off x="-134437" y="3124197"/>
          <a:ext cx="2707267" cy="173562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625" tIns="47625" rIns="47625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Perencanaan</a:t>
          </a:r>
          <a:r>
            <a:rPr lang="en-US" sz="2500" kern="1200" dirty="0"/>
            <a:t> 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(</a:t>
          </a:r>
          <a:r>
            <a:rPr lang="en-US" sz="2500" i="1" kern="1200" dirty="0"/>
            <a:t>Planning</a:t>
          </a:r>
          <a:r>
            <a:rPr lang="en-US" sz="2500" kern="1200" dirty="0"/>
            <a:t>)</a:t>
          </a:r>
        </a:p>
      </dsp:txBody>
      <dsp:txXfrm>
        <a:off x="-83602" y="3175032"/>
        <a:ext cx="2605597" cy="1633952"/>
      </dsp:txXfrm>
    </dsp:sp>
    <dsp:sp modelId="{6F11CD6D-DE37-47F4-9935-DA7840C28A80}">
      <dsp:nvSpPr>
        <dsp:cNvPr id="0" name=""/>
        <dsp:cNvSpPr/>
      </dsp:nvSpPr>
      <dsp:spPr>
        <a:xfrm rot="14070527">
          <a:off x="1907950" y="2254731"/>
          <a:ext cx="2334420" cy="650858"/>
        </a:xfrm>
        <a:prstGeom prst="leftArrow">
          <a:avLst>
            <a:gd name="adj1" fmla="val 60000"/>
            <a:gd name="adj2" fmla="val 50000"/>
          </a:avLst>
        </a:prstGeom>
        <a:solidFill>
          <a:schemeClr val="tx2">
            <a:lumMod val="60000"/>
            <a:lumOff val="40000"/>
          </a:schemeClr>
        </a:solidFill>
        <a:ln w="28575">
          <a:solidFill>
            <a:srgbClr val="002060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618B49-910A-414A-8666-C37AECF86AF3}">
      <dsp:nvSpPr>
        <dsp:cNvPr id="0" name=""/>
        <dsp:cNvSpPr/>
      </dsp:nvSpPr>
      <dsp:spPr>
        <a:xfrm>
          <a:off x="926769" y="762001"/>
          <a:ext cx="2941468" cy="173562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625" tIns="47625" rIns="47625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Pengorganisasian</a:t>
          </a:r>
          <a:r>
            <a:rPr lang="en-US" sz="2500" kern="1200" dirty="0"/>
            <a:t> 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(</a:t>
          </a:r>
          <a:r>
            <a:rPr lang="en-US" sz="2500" i="1" kern="1200" dirty="0"/>
            <a:t>Organizing</a:t>
          </a:r>
          <a:r>
            <a:rPr lang="en-US" sz="2500" kern="1200" dirty="0"/>
            <a:t>)</a:t>
          </a:r>
        </a:p>
      </dsp:txBody>
      <dsp:txXfrm>
        <a:off x="977604" y="812836"/>
        <a:ext cx="2839798" cy="1633952"/>
      </dsp:txXfrm>
    </dsp:sp>
    <dsp:sp modelId="{B4890C59-3026-4E3B-8E96-E91BB5DCF3C2}">
      <dsp:nvSpPr>
        <dsp:cNvPr id="0" name=""/>
        <dsp:cNvSpPr/>
      </dsp:nvSpPr>
      <dsp:spPr>
        <a:xfrm rot="18163773">
          <a:off x="4671074" y="2240150"/>
          <a:ext cx="2224747" cy="650858"/>
        </a:xfrm>
        <a:prstGeom prst="leftArrow">
          <a:avLst>
            <a:gd name="adj1" fmla="val 60000"/>
            <a:gd name="adj2" fmla="val 50000"/>
          </a:avLst>
        </a:prstGeom>
        <a:solidFill>
          <a:schemeClr val="tx2">
            <a:lumMod val="60000"/>
            <a:lumOff val="40000"/>
          </a:schemeClr>
        </a:solidFill>
        <a:ln w="28575">
          <a:solidFill>
            <a:srgbClr val="002060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65E759-A60F-4A5A-9921-B79BFD1C5F6F}">
      <dsp:nvSpPr>
        <dsp:cNvPr id="0" name=""/>
        <dsp:cNvSpPr/>
      </dsp:nvSpPr>
      <dsp:spPr>
        <a:xfrm>
          <a:off x="4311558" y="762004"/>
          <a:ext cx="4146641" cy="173562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Pengarahan</a:t>
          </a:r>
          <a:r>
            <a:rPr lang="en-US" sz="2400" kern="1200" dirty="0"/>
            <a:t>/</a:t>
          </a:r>
          <a:r>
            <a:rPr lang="en-US" sz="2400" kern="1200" dirty="0" err="1"/>
            <a:t>penggerakan</a:t>
          </a:r>
          <a:r>
            <a:rPr lang="en-US" sz="2400" kern="1200" dirty="0"/>
            <a:t> </a:t>
          </a:r>
          <a:r>
            <a:rPr lang="en-US" sz="2400" kern="1200" dirty="0" err="1"/>
            <a:t>dan</a:t>
          </a:r>
          <a:r>
            <a:rPr lang="en-US" sz="2400" kern="1200" dirty="0"/>
            <a:t> </a:t>
          </a:r>
          <a:r>
            <a:rPr lang="en-US" sz="2400" kern="1200" dirty="0" err="1"/>
            <a:t>pengimplementasian</a:t>
          </a:r>
          <a:r>
            <a:rPr lang="en-US" sz="2400" kern="1200" dirty="0"/>
            <a:t>  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(Directing/  Leading/</a:t>
          </a:r>
          <a:r>
            <a:rPr lang="en-US" sz="2400" i="1" kern="1200" dirty="0"/>
            <a:t>Actuating)</a:t>
          </a:r>
          <a:endParaRPr lang="en-US" sz="2400" kern="1200" dirty="0"/>
        </a:p>
      </dsp:txBody>
      <dsp:txXfrm>
        <a:off x="4362393" y="812839"/>
        <a:ext cx="4044971" cy="1633952"/>
      </dsp:txXfrm>
    </dsp:sp>
    <dsp:sp modelId="{8DCC27BA-1E3D-4E6A-9B52-AADC800B8646}">
      <dsp:nvSpPr>
        <dsp:cNvPr id="0" name=""/>
        <dsp:cNvSpPr/>
      </dsp:nvSpPr>
      <dsp:spPr>
        <a:xfrm rot="20606768">
          <a:off x="5653108" y="3630052"/>
          <a:ext cx="1823557" cy="650858"/>
        </a:xfrm>
        <a:prstGeom prst="leftArrow">
          <a:avLst>
            <a:gd name="adj1" fmla="val 60000"/>
            <a:gd name="adj2" fmla="val 50000"/>
          </a:avLst>
        </a:prstGeom>
        <a:solidFill>
          <a:schemeClr val="tx2">
            <a:lumMod val="60000"/>
            <a:lumOff val="40000"/>
          </a:schemeClr>
        </a:solidFill>
        <a:ln w="28575">
          <a:solidFill>
            <a:srgbClr val="002060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AFA2D1-4523-49FD-8EFB-DB474047B076}">
      <dsp:nvSpPr>
        <dsp:cNvPr id="0" name=""/>
        <dsp:cNvSpPr/>
      </dsp:nvSpPr>
      <dsp:spPr>
        <a:xfrm>
          <a:off x="6218959" y="2827889"/>
          <a:ext cx="2439829" cy="173562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Pengawasan</a:t>
          </a:r>
          <a:r>
            <a:rPr lang="en-US" sz="2400" kern="1200" dirty="0"/>
            <a:t> </a:t>
          </a:r>
          <a:r>
            <a:rPr lang="en-US" sz="2400" kern="1200" dirty="0" err="1"/>
            <a:t>dan</a:t>
          </a:r>
          <a:r>
            <a:rPr lang="en-US" sz="2400" kern="1200" dirty="0"/>
            <a:t> </a:t>
          </a:r>
          <a:r>
            <a:rPr lang="en-US" sz="2400" kern="1200" dirty="0" err="1"/>
            <a:t>pengendalian</a:t>
          </a:r>
          <a:r>
            <a:rPr lang="en-US" sz="2400" kern="1200" dirty="0"/>
            <a:t> 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i="1" kern="1200" dirty="0"/>
            <a:t>(Controlling)</a:t>
          </a:r>
          <a:endParaRPr lang="en-US" sz="2400" kern="1200" dirty="0"/>
        </a:p>
      </dsp:txBody>
      <dsp:txXfrm>
        <a:off x="6269794" y="2878724"/>
        <a:ext cx="2338159" cy="16339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5DAEBF-F05C-4332-A0C5-1B5345A5724B}">
      <dsp:nvSpPr>
        <dsp:cNvPr id="0" name=""/>
        <dsp:cNvSpPr/>
      </dsp:nvSpPr>
      <dsp:spPr>
        <a:xfrm>
          <a:off x="3534" y="1775271"/>
          <a:ext cx="2057548" cy="823019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  <a:sp3d extrusionH="28000" prstMaterial="matte"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MAN</a:t>
          </a:r>
        </a:p>
      </dsp:txBody>
      <dsp:txXfrm>
        <a:off x="415044" y="1775271"/>
        <a:ext cx="1234529" cy="823019"/>
      </dsp:txXfrm>
    </dsp:sp>
    <dsp:sp modelId="{B1037E56-FD2B-44D5-9A70-9C2359E4A2CA}">
      <dsp:nvSpPr>
        <dsp:cNvPr id="0" name=""/>
        <dsp:cNvSpPr/>
      </dsp:nvSpPr>
      <dsp:spPr>
        <a:xfrm>
          <a:off x="1855328" y="1775271"/>
          <a:ext cx="2057548" cy="823019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  <a:sp3d extrusionH="28000" prstMaterial="matte"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MONAY</a:t>
          </a:r>
        </a:p>
      </dsp:txBody>
      <dsp:txXfrm>
        <a:off x="2266838" y="1775271"/>
        <a:ext cx="1234529" cy="823019"/>
      </dsp:txXfrm>
    </dsp:sp>
    <dsp:sp modelId="{481FC37C-9AAE-40F2-9732-921A27423318}">
      <dsp:nvSpPr>
        <dsp:cNvPr id="0" name=""/>
        <dsp:cNvSpPr/>
      </dsp:nvSpPr>
      <dsp:spPr>
        <a:xfrm>
          <a:off x="3707122" y="1775271"/>
          <a:ext cx="2057548" cy="823019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  <a:sp3d extrusionH="28000" prstMaterial="matte"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MATERIAL</a:t>
          </a:r>
        </a:p>
      </dsp:txBody>
      <dsp:txXfrm>
        <a:off x="4118632" y="1775271"/>
        <a:ext cx="1234529" cy="823019"/>
      </dsp:txXfrm>
    </dsp:sp>
    <dsp:sp modelId="{640FAA4D-9476-48E2-8EC8-A9BFD8D6B9B7}">
      <dsp:nvSpPr>
        <dsp:cNvPr id="0" name=""/>
        <dsp:cNvSpPr/>
      </dsp:nvSpPr>
      <dsp:spPr>
        <a:xfrm>
          <a:off x="5558916" y="1775271"/>
          <a:ext cx="2057548" cy="823019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  <a:sp3d extrusionH="28000" prstMaterial="matte"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METHOD</a:t>
          </a:r>
        </a:p>
      </dsp:txBody>
      <dsp:txXfrm>
        <a:off x="5970426" y="1775271"/>
        <a:ext cx="1234529" cy="82301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9A26B3-9E49-4513-BC16-C8D9E12150B6}">
      <dsp:nvSpPr>
        <dsp:cNvPr id="0" name=""/>
        <dsp:cNvSpPr/>
      </dsp:nvSpPr>
      <dsp:spPr>
        <a:xfrm>
          <a:off x="399352" y="623"/>
          <a:ext cx="3040253" cy="252809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>
              <a:latin typeface="Arial Rounded MT Bold" pitchFamily="34" charset="0"/>
            </a:rPr>
            <a:t>Manajemen</a:t>
          </a:r>
          <a:r>
            <a:rPr lang="en-US" sz="2400" kern="1200" dirty="0">
              <a:latin typeface="Arial Rounded MT Bold" pitchFamily="34" charset="0"/>
            </a:rPr>
            <a:t> </a:t>
          </a:r>
          <a:r>
            <a:rPr lang="en-US" sz="2400" kern="1200" dirty="0" err="1">
              <a:latin typeface="Arial Rounded MT Bold" pitchFamily="34" charset="0"/>
            </a:rPr>
            <a:t>Layanan</a:t>
          </a:r>
          <a:r>
            <a:rPr lang="en-US" sz="2400" kern="1200" dirty="0">
              <a:latin typeface="Arial Rounded MT Bold" pitchFamily="34" charset="0"/>
            </a:rPr>
            <a:t>/ </a:t>
          </a:r>
          <a:r>
            <a:rPr lang="en-US" sz="2400" kern="1200" dirty="0" err="1">
              <a:latin typeface="Arial Rounded MT Bold" pitchFamily="34" charset="0"/>
            </a:rPr>
            <a:t>Operasional</a:t>
          </a:r>
          <a:endParaRPr lang="en-US" sz="2400" kern="1200" dirty="0">
            <a:latin typeface="Arial Rounded MT Bold" pitchFamily="34" charset="0"/>
          </a:endParaRPr>
        </a:p>
      </dsp:txBody>
      <dsp:txXfrm>
        <a:off x="844587" y="370853"/>
        <a:ext cx="2149783" cy="1787630"/>
      </dsp:txXfrm>
    </dsp:sp>
    <dsp:sp modelId="{8C7D0E0F-1D2C-4103-A5E8-2584A443F148}">
      <dsp:nvSpPr>
        <dsp:cNvPr id="0" name=""/>
        <dsp:cNvSpPr/>
      </dsp:nvSpPr>
      <dsp:spPr>
        <a:xfrm>
          <a:off x="1411398" y="2670976"/>
          <a:ext cx="1016162" cy="1016162"/>
        </a:xfrm>
        <a:prstGeom prst="mathPlus">
          <a:avLst/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1546090" y="3059556"/>
        <a:ext cx="746778" cy="239002"/>
      </dsp:txXfrm>
    </dsp:sp>
    <dsp:sp modelId="{7D0ACD70-359B-4587-A993-0CAAB9BCBB0B}">
      <dsp:nvSpPr>
        <dsp:cNvPr id="0" name=""/>
        <dsp:cNvSpPr/>
      </dsp:nvSpPr>
      <dsp:spPr>
        <a:xfrm>
          <a:off x="533048" y="3829402"/>
          <a:ext cx="2772862" cy="2494574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>
              <a:latin typeface="Arial Rounded MT Bold" pitchFamily="34" charset="0"/>
            </a:rPr>
            <a:t>Manajemen</a:t>
          </a:r>
          <a:r>
            <a:rPr lang="en-US" sz="2300" kern="1200" dirty="0">
              <a:latin typeface="Arial Rounded MT Bold" pitchFamily="34" charset="0"/>
            </a:rPr>
            <a:t> </a:t>
          </a:r>
          <a:r>
            <a:rPr lang="en-US" sz="2300" kern="1200" dirty="0" err="1">
              <a:latin typeface="Arial Rounded MT Bold" pitchFamily="34" charset="0"/>
            </a:rPr>
            <a:t>asuhan</a:t>
          </a:r>
          <a:r>
            <a:rPr lang="en-US" sz="2300" kern="1200" dirty="0">
              <a:latin typeface="Arial Rounded MT Bold" pitchFamily="34" charset="0"/>
            </a:rPr>
            <a:t> </a:t>
          </a:r>
          <a:r>
            <a:rPr lang="en-US" sz="2300" kern="1200" dirty="0" err="1">
              <a:latin typeface="Arial Rounded MT Bold" pitchFamily="34" charset="0"/>
            </a:rPr>
            <a:t>keperawatan</a:t>
          </a:r>
          <a:endParaRPr lang="en-US" sz="2300" kern="1200" dirty="0">
            <a:latin typeface="Arial Rounded MT Bold" pitchFamily="34" charset="0"/>
          </a:endParaRPr>
        </a:p>
      </dsp:txBody>
      <dsp:txXfrm>
        <a:off x="939124" y="4194724"/>
        <a:ext cx="1960710" cy="1763930"/>
      </dsp:txXfrm>
    </dsp:sp>
    <dsp:sp modelId="{DC0AA17B-CEBB-40D8-9132-24F882604ED0}">
      <dsp:nvSpPr>
        <dsp:cNvPr id="0" name=""/>
        <dsp:cNvSpPr/>
      </dsp:nvSpPr>
      <dsp:spPr>
        <a:xfrm>
          <a:off x="3702407" y="2836427"/>
          <a:ext cx="557137" cy="651745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3702407" y="2966776"/>
        <a:ext cx="389996" cy="391047"/>
      </dsp:txXfrm>
    </dsp:sp>
    <dsp:sp modelId="{14AA6605-4167-420B-8CB2-59BED7EB4649}">
      <dsp:nvSpPr>
        <dsp:cNvPr id="0" name=""/>
        <dsp:cNvSpPr/>
      </dsp:nvSpPr>
      <dsp:spPr>
        <a:xfrm>
          <a:off x="4490809" y="1558427"/>
          <a:ext cx="3415638" cy="3207745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Arial Rounded MT Bold" pitchFamily="34" charset="0"/>
            </a:rPr>
            <a:t>LINGKUP MANAJEMEN KEPERAWATAN</a:t>
          </a:r>
        </a:p>
      </dsp:txBody>
      <dsp:txXfrm>
        <a:off x="4991018" y="2028190"/>
        <a:ext cx="2415220" cy="226821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502CFF-0C9E-4B3F-A995-2B13C53892F4}">
      <dsp:nvSpPr>
        <dsp:cNvPr id="0" name=""/>
        <dsp:cNvSpPr/>
      </dsp:nvSpPr>
      <dsp:spPr>
        <a:xfrm>
          <a:off x="1097491" y="0"/>
          <a:ext cx="1097491" cy="1117600"/>
        </a:xfrm>
        <a:prstGeom prst="trapezoid">
          <a:avLst>
            <a:gd name="adj" fmla="val 50000"/>
          </a:avLst>
        </a:prstGeom>
        <a:solidFill>
          <a:schemeClr val="accent6">
            <a:lumMod val="40000"/>
            <a:lumOff val="60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Arial Rounded MT Bold" pitchFamily="34" charset="0"/>
            </a:rPr>
            <a:t>Top Leader/Top Management</a:t>
          </a:r>
        </a:p>
      </dsp:txBody>
      <dsp:txXfrm>
        <a:off x="1097491" y="0"/>
        <a:ext cx="1097491" cy="1117600"/>
      </dsp:txXfrm>
    </dsp:sp>
    <dsp:sp modelId="{D3C04A65-CDAB-45B7-BDA6-9EE6F5AA4254}">
      <dsp:nvSpPr>
        <dsp:cNvPr id="0" name=""/>
        <dsp:cNvSpPr/>
      </dsp:nvSpPr>
      <dsp:spPr>
        <a:xfrm>
          <a:off x="548745" y="1117600"/>
          <a:ext cx="2194983" cy="1117600"/>
        </a:xfrm>
        <a:prstGeom prst="trapezoid">
          <a:avLst>
            <a:gd name="adj" fmla="val 49100"/>
          </a:avLst>
        </a:prstGeom>
        <a:solidFill>
          <a:schemeClr val="accent5">
            <a:hueOff val="1247628"/>
            <a:satOff val="-25244"/>
            <a:lumOff val="78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Arial Rounded MT Bold" pitchFamily="34" charset="0"/>
            </a:rPr>
            <a:t>Middle Leader/Middle Management</a:t>
          </a:r>
        </a:p>
      </dsp:txBody>
      <dsp:txXfrm>
        <a:off x="932867" y="1117600"/>
        <a:ext cx="1426739" cy="1117600"/>
      </dsp:txXfrm>
    </dsp:sp>
    <dsp:sp modelId="{55142DB3-5ABE-4E45-9CA1-8F0E0EBAEC9F}">
      <dsp:nvSpPr>
        <dsp:cNvPr id="0" name=""/>
        <dsp:cNvSpPr/>
      </dsp:nvSpPr>
      <dsp:spPr>
        <a:xfrm>
          <a:off x="0" y="2235200"/>
          <a:ext cx="3292475" cy="1117600"/>
        </a:xfrm>
        <a:prstGeom prst="trapezoid">
          <a:avLst>
            <a:gd name="adj" fmla="val 49100"/>
          </a:avLst>
        </a:prstGeom>
        <a:solidFill>
          <a:schemeClr val="accent5">
            <a:hueOff val="2495256"/>
            <a:satOff val="-50489"/>
            <a:lumOff val="156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Arial Rounded MT Bold" pitchFamily="34" charset="0"/>
            </a:rPr>
            <a:t>Lower Leader/Lower Management</a:t>
          </a:r>
        </a:p>
      </dsp:txBody>
      <dsp:txXfrm>
        <a:off x="576183" y="2235200"/>
        <a:ext cx="2140108" cy="11176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EBFE44-34FE-4D42-A2B2-EA0C51AC069C}">
      <dsp:nvSpPr>
        <dsp:cNvPr id="0" name=""/>
        <dsp:cNvSpPr/>
      </dsp:nvSpPr>
      <dsp:spPr>
        <a:xfrm>
          <a:off x="0" y="363921"/>
          <a:ext cx="76200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6E97BD-652B-43CB-AAAA-C8227D71D55B}">
      <dsp:nvSpPr>
        <dsp:cNvPr id="0" name=""/>
        <dsp:cNvSpPr/>
      </dsp:nvSpPr>
      <dsp:spPr>
        <a:xfrm>
          <a:off x="381000" y="83481"/>
          <a:ext cx="5334000" cy="5608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613" tIns="0" rIns="20161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tx1"/>
              </a:solidFill>
            </a:rPr>
            <a:t>PENGKAJIAN</a:t>
          </a:r>
        </a:p>
      </dsp:txBody>
      <dsp:txXfrm>
        <a:off x="408380" y="110861"/>
        <a:ext cx="5279240" cy="506120"/>
      </dsp:txXfrm>
    </dsp:sp>
    <dsp:sp modelId="{07D51B46-FFB6-4796-BEE6-C91C05F3F287}">
      <dsp:nvSpPr>
        <dsp:cNvPr id="0" name=""/>
        <dsp:cNvSpPr/>
      </dsp:nvSpPr>
      <dsp:spPr>
        <a:xfrm>
          <a:off x="0" y="1225761"/>
          <a:ext cx="76200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C97ED1-331B-4B67-ADB6-78865BF3B982}">
      <dsp:nvSpPr>
        <dsp:cNvPr id="0" name=""/>
        <dsp:cNvSpPr/>
      </dsp:nvSpPr>
      <dsp:spPr>
        <a:xfrm>
          <a:off x="381000" y="945321"/>
          <a:ext cx="5334000" cy="5608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613" tIns="0" rIns="20161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tx1"/>
              </a:solidFill>
            </a:rPr>
            <a:t>DIAGNOSA</a:t>
          </a:r>
        </a:p>
      </dsp:txBody>
      <dsp:txXfrm>
        <a:off x="408380" y="972701"/>
        <a:ext cx="5279240" cy="506120"/>
      </dsp:txXfrm>
    </dsp:sp>
    <dsp:sp modelId="{F58211D1-7446-48E7-B43B-21D8ED3987CE}">
      <dsp:nvSpPr>
        <dsp:cNvPr id="0" name=""/>
        <dsp:cNvSpPr/>
      </dsp:nvSpPr>
      <dsp:spPr>
        <a:xfrm>
          <a:off x="0" y="2087601"/>
          <a:ext cx="76200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290412-F4C7-4E26-8759-C8AEEAF3C7D9}">
      <dsp:nvSpPr>
        <dsp:cNvPr id="0" name=""/>
        <dsp:cNvSpPr/>
      </dsp:nvSpPr>
      <dsp:spPr>
        <a:xfrm>
          <a:off x="381000" y="1807161"/>
          <a:ext cx="5334000" cy="5608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613" tIns="0" rIns="20161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tx1"/>
              </a:solidFill>
            </a:rPr>
            <a:t>INTERVENSI</a:t>
          </a:r>
        </a:p>
      </dsp:txBody>
      <dsp:txXfrm>
        <a:off x="408380" y="1834541"/>
        <a:ext cx="5279240" cy="506120"/>
      </dsp:txXfrm>
    </dsp:sp>
    <dsp:sp modelId="{86F84BC5-C9CE-4788-BEBE-DF51F386E07F}">
      <dsp:nvSpPr>
        <dsp:cNvPr id="0" name=""/>
        <dsp:cNvSpPr/>
      </dsp:nvSpPr>
      <dsp:spPr>
        <a:xfrm>
          <a:off x="0" y="2949441"/>
          <a:ext cx="76200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FFEE91-F895-4077-B61C-B49FA81B5261}">
      <dsp:nvSpPr>
        <dsp:cNvPr id="0" name=""/>
        <dsp:cNvSpPr/>
      </dsp:nvSpPr>
      <dsp:spPr>
        <a:xfrm>
          <a:off x="381000" y="2669001"/>
          <a:ext cx="5334000" cy="5608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613" tIns="0" rIns="20161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tx1"/>
              </a:solidFill>
            </a:rPr>
            <a:t>IMPLEMENTASI</a:t>
          </a:r>
        </a:p>
      </dsp:txBody>
      <dsp:txXfrm>
        <a:off x="408380" y="2696381"/>
        <a:ext cx="5279240" cy="506120"/>
      </dsp:txXfrm>
    </dsp:sp>
    <dsp:sp modelId="{C9302FA6-4173-4BBB-90C4-CDA53BB33127}">
      <dsp:nvSpPr>
        <dsp:cNvPr id="0" name=""/>
        <dsp:cNvSpPr/>
      </dsp:nvSpPr>
      <dsp:spPr>
        <a:xfrm>
          <a:off x="0" y="3811281"/>
          <a:ext cx="76200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9588E9-C478-4D69-A9C2-0270E71FFDEA}">
      <dsp:nvSpPr>
        <dsp:cNvPr id="0" name=""/>
        <dsp:cNvSpPr/>
      </dsp:nvSpPr>
      <dsp:spPr>
        <a:xfrm>
          <a:off x="381000" y="3530841"/>
          <a:ext cx="5334000" cy="5608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613" tIns="0" rIns="20161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tx1"/>
              </a:solidFill>
            </a:rPr>
            <a:t>EVALUASI</a:t>
          </a:r>
        </a:p>
      </dsp:txBody>
      <dsp:txXfrm>
        <a:off x="408380" y="3558221"/>
        <a:ext cx="5279240" cy="5061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equation2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begPts" val="auto"/>
                <dgm:param type="endPts" val="auto"/>
                <dgm:param type="srcNode" val="vNodes"/>
                <dgm:param type="dstNode" val="lastNode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9">
  <dgm:title val=""/>
  <dgm:desc val=""/>
  <dgm:catLst>
    <dgm:cat type="3D" pri="11900"/>
  </dgm:catLst>
  <dgm:scene3d>
    <a:camera prst="perspectiveRelaxed">
      <a:rot lat="19149996" lon="20104178" rev="1577324"/>
    </a:camera>
    <a:lightRig rig="soft" dir="t"/>
    <a:backdrop>
      <a:anchor x="0" y="0" z="-210000"/>
      <a:norm dx="0" dy="0" dz="914400"/>
      <a:up dx="0" dy="914400" dz="0"/>
    </a:backdrop>
  </dgm:scene3d>
  <dgm:styleLbl name="node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1B9B08-7E9B-42EA-AFBE-20F70981C055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39511B-A0E8-42D2-B7AC-E43D34B1F6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229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43441-4B39-CD81-5AD9-C832CE59D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CCB5EF7B-8553-9FD2-1E7A-F6E1DD0DCA0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0A5766FD-6328-5EF2-A753-38CB61F6781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2D6D3-B303-5839-4565-58DB507198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5867D8-B1BC-425F-B1F9-B232643D2157}" type="slidenum">
              <a:rPr lang="id-ID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id-ID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15625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5867D8-B1BC-425F-B1F9-B232643D2157}" type="slidenum">
              <a:rPr lang="id-ID" smtClean="0">
                <a:solidFill>
                  <a:prstClr val="black"/>
                </a:solidFill>
              </a:rPr>
              <a:pPr>
                <a:defRPr/>
              </a:pPr>
              <a:t>17</a:t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5867D8-B1BC-425F-B1F9-B232643D2157}" type="slidenum">
              <a:rPr lang="id-ID" smtClean="0">
                <a:solidFill>
                  <a:prstClr val="black"/>
                </a:solidFill>
              </a:rPr>
              <a:pPr>
                <a:defRPr/>
              </a:pPr>
              <a:t>18</a:t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5867D8-B1BC-425F-B1F9-B232643D2157}" type="slidenum">
              <a:rPr lang="id-ID" smtClean="0">
                <a:solidFill>
                  <a:prstClr val="black"/>
                </a:solidFill>
              </a:rPr>
              <a:pPr>
                <a:defRPr/>
              </a:pPr>
              <a:t>19</a:t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5867D8-B1BC-425F-B1F9-B232643D2157}" type="slidenum">
              <a:rPr lang="id-ID" smtClean="0">
                <a:solidFill>
                  <a:prstClr val="black"/>
                </a:solidFill>
              </a:rPr>
              <a:pPr>
                <a:defRPr/>
              </a:pPr>
              <a:t>20</a:t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5867D8-B1BC-425F-B1F9-B232643D2157}" type="slidenum">
              <a:rPr lang="id-ID" smtClean="0">
                <a:solidFill>
                  <a:prstClr val="black"/>
                </a:solidFill>
              </a:rPr>
              <a:pPr>
                <a:defRPr/>
              </a:pPr>
              <a:t>21</a:t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5867D8-B1BC-425F-B1F9-B232643D2157}" type="slidenum">
              <a:rPr lang="id-ID" smtClean="0">
                <a:solidFill>
                  <a:prstClr val="black"/>
                </a:solidFill>
              </a:rPr>
              <a:pPr>
                <a:defRPr/>
              </a:pPr>
              <a:t>22</a:t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5867D8-B1BC-425F-B1F9-B232643D2157}" type="slidenum">
              <a:rPr lang="id-ID" smtClean="0">
                <a:solidFill>
                  <a:prstClr val="black"/>
                </a:solidFill>
              </a:rPr>
              <a:pPr>
                <a:defRPr/>
              </a:pPr>
              <a:t>23</a:t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5867D8-B1BC-425F-B1F9-B232643D2157}" type="slidenum">
              <a:rPr lang="id-ID" smtClean="0">
                <a:solidFill>
                  <a:prstClr val="black"/>
                </a:solidFill>
              </a:rPr>
              <a:pPr>
                <a:defRPr/>
              </a:pPr>
              <a:t>24</a:t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5867D8-B1BC-425F-B1F9-B232643D2157}" type="slidenum">
              <a:rPr lang="id-ID" smtClean="0">
                <a:solidFill>
                  <a:prstClr val="black"/>
                </a:solidFill>
              </a:rPr>
              <a:pPr>
                <a:defRPr/>
              </a:pPr>
              <a:t>25</a:t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5867D8-B1BC-425F-B1F9-B232643D2157}" type="slidenum">
              <a:rPr lang="id-ID" smtClean="0">
                <a:solidFill>
                  <a:prstClr val="black"/>
                </a:solidFill>
              </a:rPr>
              <a:pPr>
                <a:defRPr/>
              </a:pPr>
              <a:t>26</a:t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5867D8-B1BC-425F-B1F9-B232643D2157}" type="slidenum">
              <a:rPr lang="id-ID" smtClean="0">
                <a:solidFill>
                  <a:prstClr val="black"/>
                </a:solidFill>
              </a:rPr>
              <a:pPr>
                <a:defRPr/>
              </a:pPr>
              <a:t>27</a:t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5867D8-B1BC-425F-B1F9-B232643D2157}" type="slidenum">
              <a:rPr lang="id-ID" smtClean="0">
                <a:solidFill>
                  <a:prstClr val="black"/>
                </a:solidFill>
              </a:rPr>
              <a:pPr>
                <a:defRPr/>
              </a:pPr>
              <a:t>28</a:t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5867D8-B1BC-425F-B1F9-B232643D2157}" type="slidenum">
              <a:rPr lang="id-ID" smtClean="0">
                <a:solidFill>
                  <a:prstClr val="black"/>
                </a:solidFill>
              </a:rPr>
              <a:pPr>
                <a:defRPr/>
              </a:pPr>
              <a:t>29</a:t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5867D8-B1BC-425F-B1F9-B232643D2157}" type="slidenum">
              <a:rPr lang="id-ID" smtClean="0">
                <a:solidFill>
                  <a:prstClr val="black"/>
                </a:solidFill>
              </a:rPr>
              <a:pPr>
                <a:defRPr/>
              </a:pPr>
              <a:t>30</a:t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5867D8-B1BC-425F-B1F9-B232643D2157}" type="slidenum">
              <a:rPr lang="id-ID" smtClean="0">
                <a:solidFill>
                  <a:prstClr val="black"/>
                </a:solidFill>
              </a:rPr>
              <a:pPr>
                <a:defRPr/>
              </a:pPr>
              <a:t>31</a:t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5867D8-B1BC-425F-B1F9-B232643D2157}" type="slidenum">
              <a:rPr lang="id-ID" smtClean="0">
                <a:solidFill>
                  <a:prstClr val="black"/>
                </a:solidFill>
              </a:rPr>
              <a:pPr>
                <a:defRPr/>
              </a:pPr>
              <a:t>32</a:t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5867D8-B1BC-425F-B1F9-B232643D2157}" type="slidenum">
              <a:rPr lang="id-ID" smtClean="0">
                <a:solidFill>
                  <a:prstClr val="black"/>
                </a:solidFill>
              </a:rPr>
              <a:pPr>
                <a:defRPr/>
              </a:pPr>
              <a:t>33</a:t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5867D8-B1BC-425F-B1F9-B232643D2157}" type="slidenum">
              <a:rPr lang="id-ID" smtClean="0">
                <a:solidFill>
                  <a:prstClr val="black"/>
                </a:solidFill>
              </a:rPr>
              <a:pPr>
                <a:defRPr/>
              </a:pPr>
              <a:t>34</a:t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5867D8-B1BC-425F-B1F9-B232643D2157}" type="slidenum">
              <a:rPr lang="id-ID" smtClean="0">
                <a:solidFill>
                  <a:prstClr val="black"/>
                </a:solidFill>
              </a:rPr>
              <a:pPr>
                <a:defRPr/>
              </a:pPr>
              <a:t>35</a:t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5867D8-B1BC-425F-B1F9-B232643D2157}" type="slidenum">
              <a:rPr lang="id-ID" smtClean="0">
                <a:solidFill>
                  <a:prstClr val="black"/>
                </a:solidFill>
              </a:rPr>
              <a:pPr>
                <a:defRPr/>
              </a:pPr>
              <a:t>36</a:t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5867D8-B1BC-425F-B1F9-B232643D2157}" type="slidenum">
              <a:rPr lang="id-ID" smtClean="0">
                <a:solidFill>
                  <a:prstClr val="black"/>
                </a:solidFill>
              </a:rPr>
              <a:pPr>
                <a:defRPr/>
              </a:pPr>
              <a:t>37</a:t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5867D8-B1BC-425F-B1F9-B232643D2157}" type="slidenum">
              <a:rPr lang="id-ID" smtClean="0">
                <a:solidFill>
                  <a:prstClr val="black"/>
                </a:solidFill>
              </a:rPr>
              <a:pPr>
                <a:defRPr/>
              </a:pPr>
              <a:t>38</a:t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5867D8-B1BC-425F-B1F9-B232643D2157}" type="slidenum">
              <a:rPr lang="id-ID" smtClean="0">
                <a:solidFill>
                  <a:prstClr val="black"/>
                </a:solidFill>
              </a:rPr>
              <a:pPr>
                <a:defRPr/>
              </a:pPr>
              <a:t>39</a:t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5867D8-B1BC-425F-B1F9-B232643D2157}" type="slidenum">
              <a:rPr lang="id-ID" smtClean="0">
                <a:solidFill>
                  <a:prstClr val="black"/>
                </a:solidFill>
              </a:rPr>
              <a:pPr>
                <a:defRPr/>
              </a:pPr>
              <a:t>40</a:t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5867D8-B1BC-425F-B1F9-B232643D2157}" type="slidenum">
              <a:rPr lang="id-ID" smtClean="0">
                <a:solidFill>
                  <a:prstClr val="black"/>
                </a:solidFill>
              </a:rPr>
              <a:pPr>
                <a:defRPr/>
              </a:pPr>
              <a:t>41</a:t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5867D8-B1BC-425F-B1F9-B232643D2157}" type="slidenum">
              <a:rPr lang="id-ID" smtClean="0">
                <a:solidFill>
                  <a:prstClr val="black"/>
                </a:solidFill>
              </a:rPr>
              <a:pPr>
                <a:defRPr/>
              </a:pPr>
              <a:t>42</a:t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EB325-759B-410E-AF25-F81EF8DA00CE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C5F94-4C9C-4EBB-BDF7-CCA57030C1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813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EB325-759B-410E-AF25-F81EF8DA00CE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C5F94-4C9C-4EBB-BDF7-CCA57030C1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90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EB325-759B-410E-AF25-F81EF8DA00CE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C5F94-4C9C-4EBB-BDF7-CCA57030C1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937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EB325-759B-410E-AF25-F81EF8DA00CE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C5F94-4C9C-4EBB-BDF7-CCA57030C1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25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EB325-759B-410E-AF25-F81EF8DA00CE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C5F94-4C9C-4EBB-BDF7-CCA57030C1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052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EB325-759B-410E-AF25-F81EF8DA00CE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C5F94-4C9C-4EBB-BDF7-CCA57030C1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358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EB325-759B-410E-AF25-F81EF8DA00CE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C5F94-4C9C-4EBB-BDF7-CCA57030C1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787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EB325-759B-410E-AF25-F81EF8DA00CE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C5F94-4C9C-4EBB-BDF7-CCA57030C1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937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EB325-759B-410E-AF25-F81EF8DA00CE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C5F94-4C9C-4EBB-BDF7-CCA57030C1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560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EB325-759B-410E-AF25-F81EF8DA00CE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C5F94-4C9C-4EBB-BDF7-CCA57030C1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229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EB325-759B-410E-AF25-F81EF8DA00CE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C5F94-4C9C-4EBB-BDF7-CCA57030C11D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818714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EB325-759B-410E-AF25-F81EF8DA00CE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C5F94-4C9C-4EBB-BDF7-CCA57030C1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1569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EB325-759B-410E-AF25-F81EF8DA00CE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C5F94-4C9C-4EBB-BDF7-CCA57030C11D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5159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EB325-759B-410E-AF25-F81EF8DA00CE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C5F94-4C9C-4EBB-BDF7-CCA57030C1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7749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EB325-759B-410E-AF25-F81EF8DA00CE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C5F94-4C9C-4EBB-BDF7-CCA57030C1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2203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EB325-759B-410E-AF25-F81EF8DA00CE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C5F94-4C9C-4EBB-BDF7-CCA57030C1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3529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07E458-CB83-4A17-8484-14E322206720}" type="datetime1">
              <a:rPr lang="en-US"/>
              <a:pPr>
                <a:defRPr/>
              </a:pPr>
              <a:t>3/6/2025</a:t>
            </a:fld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A141D7-5ED5-4A5A-B802-60690DCF98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774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CEB325-759B-410E-AF25-F81EF8DA00CE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60C5F94-4C9C-4EBB-BDF7-CCA57030C1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07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4E33C-571F-7F69-56D8-990E072CE6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0595" y="1219200"/>
            <a:ext cx="5826719" cy="1646302"/>
          </a:xfrm>
        </p:spPr>
        <p:txBody>
          <a:bodyPr/>
          <a:lstStyle/>
          <a:p>
            <a:r>
              <a:rPr lang="en-US" dirty="0"/>
              <a:t>MANAJEMEN KEPERAWATAN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2131D3-ABEF-6EDB-DBA7-A5A432F126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1"/>
                </a:solidFill>
              </a:rPr>
              <a:t>Dr. Mubarak</a:t>
            </a:r>
            <a:endParaRPr lang="en-ID" sz="4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138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1C3C8-0014-AA79-EBB9-885C34BD7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7E474-1844-3BCF-1EF2-41D097C57E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772400" cy="2362200"/>
          </a:xfrm>
        </p:spPr>
        <p:txBody>
          <a:bodyPr/>
          <a:lstStyle/>
          <a:p>
            <a:pPr algn="ctr"/>
            <a:r>
              <a:rPr lang="fi-FI" sz="3200" b="1" dirty="0">
                <a:latin typeface="Arial Black" pitchFamily="34" charset="0"/>
              </a:rPr>
              <a:t>KONSEP DASAR, TUJUAN, SYARAT, KOMPONEN PERENCANAAN</a:t>
            </a:r>
            <a:endParaRPr lang="en-US" sz="3200" b="1" dirty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8922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E8C98-519A-6B6D-A4EC-9C4FD7B64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itle 5">
            <a:extLst>
              <a:ext uri="{FF2B5EF4-FFF2-40B4-BE49-F238E27FC236}">
                <a16:creationId xmlns:a16="http://schemas.microsoft.com/office/drawing/2014/main" id="{C95E74C3-1CFA-27F7-EFCF-C438364AB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685800"/>
            <a:ext cx="8229600" cy="685800"/>
          </a:xfrm>
        </p:spPr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en-US" sz="3200" dirty="0">
                <a:solidFill>
                  <a:prstClr val="black"/>
                </a:solidFill>
                <a:latin typeface="Arial" charset="0"/>
                <a:cs typeface="Arial" charset="0"/>
              </a:rPr>
              <a:t>KEMAMPUAN AKHIR YANG DIHARAPKAN</a:t>
            </a:r>
            <a:endParaRPr lang="en-US" sz="3200" dirty="0">
              <a:latin typeface="Arial" charset="0"/>
              <a:ea typeface="Times New Roman" pitchFamily="18" charset="0"/>
              <a:cs typeface="Arial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A9F57-656F-E877-D917-AC08D5D6A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algn="just">
              <a:lnSpc>
                <a:spcPct val="115000"/>
              </a:lnSpc>
              <a:spcBef>
                <a:spcPts val="0"/>
              </a:spcBef>
              <a:buNone/>
            </a:pPr>
            <a:endParaRPr lang="fi-FI" sz="2400" dirty="0">
              <a:effectLst/>
              <a:latin typeface="Segoe UI"/>
              <a:ea typeface="Times New Roman"/>
            </a:endParaRPr>
          </a:p>
          <a:p>
            <a:pPr marL="0" lvl="0" indent="0" algn="just">
              <a:lnSpc>
                <a:spcPct val="115000"/>
              </a:lnSpc>
              <a:spcBef>
                <a:spcPts val="0"/>
              </a:spcBef>
              <a:buNone/>
            </a:pPr>
            <a:r>
              <a:rPr lang="fi-FI" sz="2400" dirty="0">
                <a:effectLst/>
                <a:latin typeface="Segoe UI"/>
                <a:ea typeface="Times New Roman"/>
              </a:rPr>
              <a:t>Mahasiswa mampu </a:t>
            </a:r>
            <a:r>
              <a:rPr lang="id-ID" sz="2400" dirty="0"/>
              <a:t>menyusun perencanaan manajemen keperawatan suatu unit ruang rawat sesuai dengan tahapan penyusunan perencanaan dan standar akreditasi pelayanan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1242649"/>
      </p:ext>
    </p:extLst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467600" cy="1371600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PENGERTIAN MANAJEMEN KEPERAWATAN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lang="en-US" sz="2400" b="1" dirty="0" err="1"/>
              <a:t>Manajemen</a:t>
            </a:r>
            <a:r>
              <a:rPr lang="en-US" sz="2400" b="1" dirty="0"/>
              <a:t> </a:t>
            </a:r>
            <a:r>
              <a:rPr lang="en-US" sz="2400" b="1" dirty="0" err="1"/>
              <a:t>keperawatan</a:t>
            </a:r>
            <a:r>
              <a:rPr lang="en-US" sz="2400" b="1" dirty="0"/>
              <a:t> </a:t>
            </a:r>
            <a:r>
              <a:rPr lang="en-US" sz="2400" dirty="0"/>
              <a:t>ADALAH proses </a:t>
            </a:r>
            <a:r>
              <a:rPr lang="en-US" sz="2400" dirty="0" err="1"/>
              <a:t>pelaksanaan</a:t>
            </a:r>
            <a:r>
              <a:rPr lang="en-US" sz="2400" dirty="0"/>
              <a:t> </a:t>
            </a:r>
            <a:r>
              <a:rPr lang="en-US" sz="2400" dirty="0" err="1"/>
              <a:t>pelayana</a:t>
            </a:r>
            <a:r>
              <a:rPr lang="en-US" sz="2400" dirty="0"/>
              <a:t> </a:t>
            </a:r>
            <a:r>
              <a:rPr lang="en-US" sz="2400" dirty="0" err="1"/>
              <a:t>keperawatan</a:t>
            </a:r>
            <a:r>
              <a:rPr lang="en-US" sz="2400" dirty="0"/>
              <a:t> </a:t>
            </a:r>
            <a:r>
              <a:rPr lang="en-US" sz="2400" dirty="0" err="1"/>
              <a:t>melalui</a:t>
            </a:r>
            <a:r>
              <a:rPr lang="en-US" sz="2400" dirty="0"/>
              <a:t> </a:t>
            </a:r>
            <a:r>
              <a:rPr lang="en-US" sz="2400" dirty="0" err="1"/>
              <a:t>upaya</a:t>
            </a:r>
            <a:r>
              <a:rPr lang="en-US" sz="2400" dirty="0"/>
              <a:t> </a:t>
            </a:r>
            <a:r>
              <a:rPr lang="en-US" sz="2400" dirty="0" err="1"/>
              <a:t>staf</a:t>
            </a:r>
            <a:r>
              <a:rPr lang="en-US" sz="2400" dirty="0"/>
              <a:t> </a:t>
            </a:r>
            <a:r>
              <a:rPr lang="en-US" sz="2400" dirty="0" err="1"/>
              <a:t>keperawatan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memberikan</a:t>
            </a:r>
            <a:r>
              <a:rPr lang="en-US" sz="2400" dirty="0"/>
              <a:t> </a:t>
            </a:r>
            <a:r>
              <a:rPr lang="en-US" sz="2400" dirty="0" err="1"/>
              <a:t>asuhan</a:t>
            </a:r>
            <a:r>
              <a:rPr lang="en-US" sz="2400" dirty="0"/>
              <a:t> </a:t>
            </a:r>
            <a:r>
              <a:rPr lang="en-US" sz="2400" dirty="0" err="1"/>
              <a:t>keperawatan</a:t>
            </a:r>
            <a:r>
              <a:rPr lang="en-US" sz="2400" dirty="0"/>
              <a:t>, </a:t>
            </a:r>
            <a:r>
              <a:rPr lang="en-US" sz="2400" dirty="0" err="1"/>
              <a:t>pengobatan</a:t>
            </a:r>
            <a:r>
              <a:rPr lang="en-US" sz="2400" dirty="0"/>
              <a:t>, </a:t>
            </a:r>
            <a:r>
              <a:rPr lang="en-US" sz="2400" dirty="0" err="1"/>
              <a:t>dan</a:t>
            </a:r>
            <a:r>
              <a:rPr lang="en-US" sz="2400" dirty="0"/>
              <a:t> rasa </a:t>
            </a:r>
            <a:r>
              <a:rPr lang="en-US" sz="2400" dirty="0" err="1"/>
              <a:t>aman</a:t>
            </a:r>
            <a:r>
              <a:rPr lang="en-US" sz="2400" dirty="0"/>
              <a:t> </a:t>
            </a:r>
            <a:r>
              <a:rPr lang="en-US" sz="2400" dirty="0" err="1"/>
              <a:t>kepada</a:t>
            </a:r>
            <a:r>
              <a:rPr lang="en-US" sz="2400" dirty="0"/>
              <a:t> </a:t>
            </a:r>
            <a:r>
              <a:rPr lang="en-US" sz="2400" dirty="0" err="1"/>
              <a:t>pasien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keluarga</a:t>
            </a:r>
            <a:r>
              <a:rPr lang="en-US" sz="2400" dirty="0"/>
              <a:t> </a:t>
            </a:r>
            <a:r>
              <a:rPr lang="en-US" sz="2400" dirty="0" err="1"/>
              <a:t>serta</a:t>
            </a:r>
            <a:r>
              <a:rPr lang="en-US" sz="2400" dirty="0"/>
              <a:t> </a:t>
            </a:r>
            <a:r>
              <a:rPr lang="en-US" sz="2400" dirty="0" err="1"/>
              <a:t>masyarakat</a:t>
            </a:r>
            <a:r>
              <a:rPr lang="en-US" sz="2400" dirty="0"/>
              <a:t> (</a:t>
            </a:r>
            <a:r>
              <a:rPr lang="en-US" sz="2400" dirty="0" err="1"/>
              <a:t>Gillies</a:t>
            </a:r>
            <a:r>
              <a:rPr lang="en-US" sz="2400" dirty="0"/>
              <a:t>, 1985).</a:t>
            </a:r>
          </a:p>
          <a:p>
            <a:pPr algn="ctr"/>
            <a:r>
              <a:rPr lang="en-US" sz="2400" b="1" dirty="0" err="1"/>
              <a:t>Manajemen</a:t>
            </a:r>
            <a:r>
              <a:rPr lang="en-US" sz="2400" b="1" dirty="0"/>
              <a:t> </a:t>
            </a:r>
            <a:r>
              <a:rPr lang="en-US" sz="2400" b="1" dirty="0" err="1"/>
              <a:t>keperawatan</a:t>
            </a:r>
            <a:r>
              <a:rPr lang="en-US" sz="2400" b="1" dirty="0"/>
              <a:t> </a:t>
            </a:r>
            <a:r>
              <a:rPr lang="en-US" sz="2400" dirty="0"/>
              <a:t>ADALAH proses </a:t>
            </a:r>
            <a:r>
              <a:rPr lang="en-US" sz="2400" dirty="0" err="1"/>
              <a:t>bekerja</a:t>
            </a:r>
            <a:r>
              <a:rPr lang="en-US" sz="2400" dirty="0"/>
              <a:t> </a:t>
            </a:r>
            <a:r>
              <a:rPr lang="en-US" sz="2400" dirty="0" err="1"/>
              <a:t>melalui</a:t>
            </a:r>
            <a:r>
              <a:rPr lang="en-US" sz="2400" dirty="0"/>
              <a:t> </a:t>
            </a:r>
            <a:r>
              <a:rPr lang="en-US" sz="2400" dirty="0" err="1"/>
              <a:t>anggota</a:t>
            </a:r>
            <a:r>
              <a:rPr lang="en-US" sz="2400" dirty="0"/>
              <a:t> </a:t>
            </a:r>
            <a:r>
              <a:rPr lang="en-US" sz="2400" dirty="0" err="1"/>
              <a:t>staf</a:t>
            </a:r>
            <a:r>
              <a:rPr lang="en-US" sz="2400" dirty="0"/>
              <a:t> </a:t>
            </a:r>
            <a:r>
              <a:rPr lang="en-US" sz="2400" dirty="0" err="1"/>
              <a:t>keperawatan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memberikan</a:t>
            </a:r>
            <a:r>
              <a:rPr lang="en-US" sz="2400" dirty="0"/>
              <a:t> </a:t>
            </a:r>
            <a:r>
              <a:rPr lang="en-US" sz="2400" dirty="0" err="1"/>
              <a:t>Asuhan</a:t>
            </a:r>
            <a:r>
              <a:rPr lang="en-US" sz="2400" dirty="0"/>
              <a:t> </a:t>
            </a:r>
            <a:r>
              <a:rPr lang="en-US" sz="2400" dirty="0" err="1"/>
              <a:t>Keperawatan</a:t>
            </a:r>
            <a:r>
              <a:rPr lang="en-US" sz="2400" dirty="0"/>
              <a:t> </a:t>
            </a:r>
            <a:r>
              <a:rPr lang="en-US" sz="2400" dirty="0" err="1"/>
              <a:t>secara</a:t>
            </a:r>
            <a:r>
              <a:rPr lang="en-US" sz="2400" dirty="0"/>
              <a:t> </a:t>
            </a:r>
            <a:r>
              <a:rPr lang="en-US" sz="2400" dirty="0" err="1"/>
              <a:t>profesional</a:t>
            </a:r>
            <a:r>
              <a:rPr lang="en-US" sz="2400" dirty="0"/>
              <a:t> (</a:t>
            </a:r>
            <a:r>
              <a:rPr lang="en-US" sz="2400" dirty="0" err="1"/>
              <a:t>Nursalam</a:t>
            </a:r>
            <a:r>
              <a:rPr lang="en-US" sz="2400" dirty="0"/>
              <a:t>, 2002).</a:t>
            </a:r>
          </a:p>
        </p:txBody>
      </p:sp>
    </p:spTree>
    <p:extLst>
      <p:ext uri="{BB962C8B-B14F-4D97-AF65-F5344CB8AC3E}">
        <p14:creationId xmlns:p14="http://schemas.microsoft.com/office/powerpoint/2010/main" val="851742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latin typeface="Georgia" pitchFamily="18" charset="0"/>
              </a:rPr>
              <a:t>FUNGSI MANAJEMEN</a:t>
            </a:r>
          </a:p>
        </p:txBody>
      </p:sp>
      <p:graphicFrame>
        <p:nvGraphicFramePr>
          <p:cNvPr id="15425" name="Group 65"/>
          <p:cNvGraphicFramePr>
            <a:graphicFrameLocks noGrp="1"/>
          </p:cNvGraphicFramePr>
          <p:nvPr>
            <p:ph type="tbl" idx="1"/>
          </p:nvPr>
        </p:nvGraphicFramePr>
        <p:xfrm>
          <a:off x="457200" y="1219201"/>
          <a:ext cx="8229600" cy="5486399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500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G. Terry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L. Gullick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H. Fayol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Koontz-Donnel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7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pitchFamily="18" charset="0"/>
                        </a:rPr>
                        <a:t>Planning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pitchFamily="18" charset="0"/>
                        </a:rPr>
                        <a:t>Planning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pitchFamily="18" charset="0"/>
                        </a:rPr>
                        <a:t>Planning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pitchFamily="18" charset="0"/>
                        </a:rPr>
                        <a:t>Planning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6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pitchFamily="18" charset="0"/>
                        </a:rPr>
                        <a:t>Organizing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pitchFamily="18" charset="0"/>
                        </a:rPr>
                        <a:t>Organizing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pitchFamily="18" charset="0"/>
                        </a:rPr>
                        <a:t>Organizing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pitchFamily="18" charset="0"/>
                        </a:rPr>
                        <a:t>Organizing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92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pitchFamily="18" charset="0"/>
                        </a:rPr>
                        <a:t>Actuating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pitchFamily="18" charset="0"/>
                        </a:rPr>
                        <a:t>Staffing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pitchFamily="18" charset="0"/>
                        </a:rPr>
                        <a:t>Directing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pitchFamily="18" charset="0"/>
                        </a:rPr>
                        <a:t>coordinating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pitchFamily="18" charset="0"/>
                        </a:rPr>
                        <a:t>commanding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pitchFamily="18" charset="0"/>
                        </a:rPr>
                        <a:t>coordinating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pitchFamily="18" charset="0"/>
                        </a:rPr>
                        <a:t>Staffing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pitchFamily="18" charset="0"/>
                        </a:rPr>
                        <a:t>Directing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91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pitchFamily="18" charset="0"/>
                        </a:rPr>
                        <a:t>Controlling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pitchFamily="18" charset="0"/>
                        </a:rPr>
                        <a:t>Controlling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pitchFamily="18" charset="0"/>
                        </a:rPr>
                        <a:t>Controll-ing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28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pitchFamily="18" charset="0"/>
                        </a:rPr>
                        <a:t>Budgeting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1587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04800" y="228600"/>
          <a:ext cx="8458200" cy="640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06409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sz="2800" b="1" dirty="0" err="1"/>
              <a:t>Kegiatan</a:t>
            </a:r>
            <a:r>
              <a:rPr lang="en-US" sz="2800" b="1" dirty="0"/>
              <a:t> </a:t>
            </a:r>
            <a:r>
              <a:rPr lang="en-US" sz="2800" b="1" dirty="0" err="1"/>
              <a:t>dalam</a:t>
            </a:r>
            <a:r>
              <a:rPr lang="en-US" sz="2800" b="1" dirty="0"/>
              <a:t> </a:t>
            </a:r>
            <a:r>
              <a:rPr lang="en-US" sz="2800" b="1" dirty="0" err="1"/>
              <a:t>Fungsi-fungsi</a:t>
            </a:r>
            <a:r>
              <a:rPr lang="en-US" sz="2800" b="1" dirty="0"/>
              <a:t> </a:t>
            </a:r>
            <a:r>
              <a:rPr lang="en-US" sz="2800" b="1" dirty="0" err="1"/>
              <a:t>Manajemen</a:t>
            </a:r>
            <a:endParaRPr lang="en-US" sz="2800" b="1" dirty="0"/>
          </a:p>
        </p:txBody>
      </p:sp>
      <p:grpSp>
        <p:nvGrpSpPr>
          <p:cNvPr id="12291" name="Group 3"/>
          <p:cNvGrpSpPr>
            <a:grpSpLocks/>
          </p:cNvGrpSpPr>
          <p:nvPr/>
        </p:nvGrpSpPr>
        <p:grpSpPr bwMode="auto">
          <a:xfrm>
            <a:off x="228600" y="1219200"/>
            <a:ext cx="8763000" cy="5295900"/>
            <a:chOff x="240" y="768"/>
            <a:chExt cx="5520" cy="3336"/>
          </a:xfrm>
        </p:grpSpPr>
        <p:sp>
          <p:nvSpPr>
            <p:cNvPr id="12292" name="AutoShape 4"/>
            <p:cNvSpPr>
              <a:spLocks noChangeAspect="1" noChangeArrowheads="1"/>
            </p:cNvSpPr>
            <p:nvPr/>
          </p:nvSpPr>
          <p:spPr bwMode="auto">
            <a:xfrm>
              <a:off x="240" y="864"/>
              <a:ext cx="5520" cy="3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293" name="Line 5"/>
            <p:cNvSpPr>
              <a:spLocks noChangeShapeType="1"/>
            </p:cNvSpPr>
            <p:nvPr/>
          </p:nvSpPr>
          <p:spPr bwMode="auto">
            <a:xfrm>
              <a:off x="945" y="1536"/>
              <a:ext cx="0" cy="552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prstDash val="sysDot"/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4" name="Line 6"/>
            <p:cNvSpPr>
              <a:spLocks noChangeShapeType="1"/>
            </p:cNvSpPr>
            <p:nvPr/>
          </p:nvSpPr>
          <p:spPr bwMode="auto">
            <a:xfrm flipH="1">
              <a:off x="2204" y="2304"/>
              <a:ext cx="1396" cy="0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5" name="Line 7"/>
            <p:cNvSpPr>
              <a:spLocks noChangeShapeType="1"/>
            </p:cNvSpPr>
            <p:nvPr/>
          </p:nvSpPr>
          <p:spPr bwMode="auto">
            <a:xfrm>
              <a:off x="4800" y="1536"/>
              <a:ext cx="21" cy="552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prstDash val="sysDot"/>
              <a:round/>
              <a:headEnd type="stealth" w="med" len="med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6" name="Line 8"/>
            <p:cNvSpPr>
              <a:spLocks noChangeShapeType="1"/>
            </p:cNvSpPr>
            <p:nvPr/>
          </p:nvSpPr>
          <p:spPr bwMode="auto">
            <a:xfrm flipH="1" flipV="1">
              <a:off x="4464" y="1584"/>
              <a:ext cx="4" cy="504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round/>
              <a:headEnd type="stealth" w="med" len="med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7" name="Line 9"/>
            <p:cNvSpPr>
              <a:spLocks noChangeShapeType="1"/>
            </p:cNvSpPr>
            <p:nvPr/>
          </p:nvSpPr>
          <p:spPr bwMode="auto">
            <a:xfrm>
              <a:off x="1296" y="1536"/>
              <a:ext cx="1" cy="552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round/>
              <a:headEnd type="stealth" w="med" len="med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8" name="Line 10"/>
            <p:cNvSpPr>
              <a:spLocks noChangeShapeType="1"/>
            </p:cNvSpPr>
            <p:nvPr/>
          </p:nvSpPr>
          <p:spPr bwMode="auto">
            <a:xfrm>
              <a:off x="2204" y="1055"/>
              <a:ext cx="1428" cy="0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prstDash val="sysDot"/>
              <a:round/>
              <a:headEnd type="stealth" w="med" len="med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9" name="Line 11"/>
            <p:cNvSpPr>
              <a:spLocks noChangeShapeType="1"/>
            </p:cNvSpPr>
            <p:nvPr/>
          </p:nvSpPr>
          <p:spPr bwMode="auto">
            <a:xfrm flipH="1">
              <a:off x="2204" y="2448"/>
              <a:ext cx="1416" cy="0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prstDash val="sysDot"/>
              <a:round/>
              <a:headEnd type="stealth" w="med" len="med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0" name="Line 12"/>
            <p:cNvSpPr>
              <a:spLocks noChangeShapeType="1"/>
            </p:cNvSpPr>
            <p:nvPr/>
          </p:nvSpPr>
          <p:spPr bwMode="auto">
            <a:xfrm flipH="1">
              <a:off x="2204" y="1217"/>
              <a:ext cx="1416" cy="0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round/>
              <a:headEnd type="stealth" w="med" len="med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1" name="Rectangle 13"/>
            <p:cNvSpPr>
              <a:spLocks noChangeArrowheads="1"/>
            </p:cNvSpPr>
            <p:nvPr/>
          </p:nvSpPr>
          <p:spPr bwMode="auto">
            <a:xfrm>
              <a:off x="240" y="864"/>
              <a:ext cx="1965" cy="672"/>
            </a:xfrm>
            <a:prstGeom prst="rect">
              <a:avLst/>
            </a:prstGeom>
            <a:solidFill>
              <a:srgbClr val="C0C0C0">
                <a:alpha val="0"/>
              </a:srgbClr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50190" name="Rectangle 14"/>
            <p:cNvSpPr>
              <a:spLocks noChangeArrowheads="1"/>
            </p:cNvSpPr>
            <p:nvPr/>
          </p:nvSpPr>
          <p:spPr bwMode="auto">
            <a:xfrm>
              <a:off x="288" y="768"/>
              <a:ext cx="1821" cy="7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61532" tIns="30226" rIns="61532" bIns="30226" anchor="ctr" anchorCtr="1"/>
            <a:lstStyle/>
            <a:p>
              <a:pPr algn="ctr">
                <a:defRPr/>
              </a:pPr>
              <a:r>
                <a:rPr lang="en-US" sz="1600" b="1" u="sng" dirty="0">
                  <a:latin typeface="Constantia" pitchFamily="18" charset="0"/>
                </a:rPr>
                <a:t>1. Planning </a:t>
              </a:r>
              <a:br>
                <a:rPr lang="en-US" sz="1600" b="1" u="sng" dirty="0">
                  <a:latin typeface="Constantia" pitchFamily="18" charset="0"/>
                </a:rPr>
              </a:br>
              <a:r>
                <a:rPr lang="en-US" sz="1600" b="1" i="1" dirty="0" err="1">
                  <a:latin typeface="Constantia" pitchFamily="18" charset="0"/>
                </a:rPr>
                <a:t>Penentuan</a:t>
              </a:r>
              <a:r>
                <a:rPr lang="en-US" sz="1600" b="1" i="1" dirty="0">
                  <a:latin typeface="Constantia" pitchFamily="18" charset="0"/>
                </a:rPr>
                <a:t> </a:t>
              </a:r>
              <a:r>
                <a:rPr lang="en-US" sz="1600" b="1" i="1" dirty="0" err="1">
                  <a:latin typeface="Constantia" pitchFamily="18" charset="0"/>
                </a:rPr>
                <a:t>Tujuan</a:t>
              </a:r>
              <a:r>
                <a:rPr lang="en-US" sz="1600" b="1" i="1" dirty="0">
                  <a:latin typeface="Constantia" pitchFamily="18" charset="0"/>
                </a:rPr>
                <a:t> </a:t>
              </a:r>
              <a:r>
                <a:rPr lang="en-US" sz="1600" b="1" i="1" dirty="0" err="1">
                  <a:latin typeface="Constantia" pitchFamily="18" charset="0"/>
                </a:rPr>
                <a:t>dan</a:t>
              </a:r>
              <a:r>
                <a:rPr lang="en-US" sz="1600" b="1" i="1" dirty="0">
                  <a:latin typeface="Constantia" pitchFamily="18" charset="0"/>
                </a:rPr>
                <a:t> </a:t>
              </a:r>
              <a:r>
                <a:rPr lang="en-US" sz="1600" b="1" i="1" dirty="0" err="1">
                  <a:latin typeface="Constantia" pitchFamily="18" charset="0"/>
                </a:rPr>
                <a:t>Bagaimana</a:t>
              </a:r>
              <a:r>
                <a:rPr lang="en-US" sz="1600" b="1" i="1" dirty="0">
                  <a:latin typeface="Constantia" pitchFamily="18" charset="0"/>
                </a:rPr>
                <a:t> Cara </a:t>
              </a:r>
              <a:r>
                <a:rPr lang="en-US" sz="1600" b="1" i="1" dirty="0" err="1">
                  <a:latin typeface="Constantia" pitchFamily="18" charset="0"/>
                </a:rPr>
                <a:t>Pencapaian</a:t>
              </a:r>
              <a:r>
                <a:rPr lang="en-US" sz="1600" b="1" i="1" dirty="0">
                  <a:latin typeface="Constantia" pitchFamily="18" charset="0"/>
                </a:rPr>
                <a:t> yang </a:t>
              </a:r>
              <a:r>
                <a:rPr lang="en-US" sz="1600" b="1" i="1" dirty="0" err="1">
                  <a:latin typeface="Constantia" pitchFamily="18" charset="0"/>
                </a:rPr>
                <a:t>terbaik</a:t>
              </a:r>
              <a:endParaRPr lang="en-US" sz="1600" b="1" dirty="0">
                <a:latin typeface="Constantia" pitchFamily="18" charset="0"/>
              </a:endParaRPr>
            </a:p>
          </p:txBody>
        </p:sp>
        <p:sp>
          <p:nvSpPr>
            <p:cNvPr id="12303" name="Rectangle 15"/>
            <p:cNvSpPr>
              <a:spLocks noChangeArrowheads="1"/>
            </p:cNvSpPr>
            <p:nvPr/>
          </p:nvSpPr>
          <p:spPr bwMode="auto">
            <a:xfrm>
              <a:off x="3646" y="864"/>
              <a:ext cx="1927" cy="672"/>
            </a:xfrm>
            <a:prstGeom prst="rect">
              <a:avLst/>
            </a:prstGeom>
            <a:solidFill>
              <a:srgbClr val="C0C0C0">
                <a:alpha val="0"/>
              </a:srgbClr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50192" name="Rectangle 16"/>
            <p:cNvSpPr>
              <a:spLocks noChangeArrowheads="1"/>
            </p:cNvSpPr>
            <p:nvPr/>
          </p:nvSpPr>
          <p:spPr bwMode="auto">
            <a:xfrm>
              <a:off x="3648" y="864"/>
              <a:ext cx="1955" cy="6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61532" tIns="30226" rIns="61532" bIns="30226"/>
            <a:lstStyle/>
            <a:p>
              <a:pPr algn="ctr">
                <a:defRPr/>
              </a:pPr>
              <a:r>
                <a:rPr lang="en-US" sz="1600" b="1" u="sng" dirty="0">
                  <a:latin typeface="Constantia" pitchFamily="18" charset="0"/>
                </a:rPr>
                <a:t>2. Organizing</a:t>
              </a:r>
              <a:br>
                <a:rPr lang="en-US" sz="1600" b="1" dirty="0">
                  <a:latin typeface="Constantia" pitchFamily="18" charset="0"/>
                </a:rPr>
              </a:br>
              <a:r>
                <a:rPr lang="en-US" sz="1600" b="1" i="1" dirty="0" err="1">
                  <a:latin typeface="Constantia" pitchFamily="18" charset="0"/>
                </a:rPr>
                <a:t>Penentuan</a:t>
              </a:r>
              <a:r>
                <a:rPr lang="en-US" sz="1600" b="1" i="1" dirty="0">
                  <a:latin typeface="Constantia" pitchFamily="18" charset="0"/>
                </a:rPr>
                <a:t> </a:t>
              </a:r>
              <a:r>
                <a:rPr lang="en-US" sz="1600" b="1" i="1" dirty="0" err="1">
                  <a:latin typeface="Constantia" pitchFamily="18" charset="0"/>
                </a:rPr>
                <a:t>Bagaimana</a:t>
              </a:r>
              <a:r>
                <a:rPr lang="en-US" sz="1600" b="1" i="1" dirty="0">
                  <a:latin typeface="Constantia" pitchFamily="18" charset="0"/>
                </a:rPr>
                <a:t> </a:t>
              </a:r>
              <a:r>
                <a:rPr lang="en-US" sz="1600" b="1" i="1" dirty="0" err="1">
                  <a:latin typeface="Constantia" pitchFamily="18" charset="0"/>
                </a:rPr>
                <a:t>Penyusunan</a:t>
              </a:r>
              <a:r>
                <a:rPr lang="en-US" sz="1600" b="1" i="1" dirty="0">
                  <a:latin typeface="Constantia" pitchFamily="18" charset="0"/>
                </a:rPr>
                <a:t> </a:t>
              </a:r>
              <a:r>
                <a:rPr lang="en-US" sz="1600" b="1" i="1" dirty="0" err="1">
                  <a:latin typeface="Constantia" pitchFamily="18" charset="0"/>
                </a:rPr>
                <a:t>Organisasi</a:t>
              </a:r>
              <a:r>
                <a:rPr lang="en-US" sz="1600" b="1" i="1" dirty="0">
                  <a:latin typeface="Constantia" pitchFamily="18" charset="0"/>
                </a:rPr>
                <a:t> </a:t>
              </a:r>
              <a:r>
                <a:rPr lang="en-US" sz="1600" b="1" i="1" dirty="0" err="1">
                  <a:latin typeface="Constantia" pitchFamily="18" charset="0"/>
                </a:rPr>
                <a:t>dan</a:t>
              </a:r>
              <a:r>
                <a:rPr lang="en-US" sz="1600" b="1" i="1" dirty="0">
                  <a:latin typeface="Constantia" pitchFamily="18" charset="0"/>
                </a:rPr>
                <a:t> </a:t>
              </a:r>
              <a:r>
                <a:rPr lang="en-US" sz="1600" b="1" i="1" dirty="0" err="1">
                  <a:latin typeface="Constantia" pitchFamily="18" charset="0"/>
                </a:rPr>
                <a:t>Aktifitas</a:t>
              </a:r>
              <a:r>
                <a:rPr lang="en-US" sz="1600" b="1" i="1" dirty="0">
                  <a:latin typeface="Constantia" pitchFamily="18" charset="0"/>
                </a:rPr>
                <a:t> </a:t>
              </a:r>
              <a:r>
                <a:rPr lang="en-US" sz="1600" b="1" i="1" dirty="0" err="1">
                  <a:latin typeface="Constantia" pitchFamily="18" charset="0"/>
                </a:rPr>
                <a:t>dapat</a:t>
              </a:r>
              <a:r>
                <a:rPr lang="en-US" sz="1600" b="1" i="1" dirty="0">
                  <a:latin typeface="Constantia" pitchFamily="18" charset="0"/>
                </a:rPr>
                <a:t> </a:t>
              </a:r>
              <a:r>
                <a:rPr lang="en-US" sz="1600" b="1" i="1" dirty="0" err="1">
                  <a:latin typeface="Constantia" pitchFamily="18" charset="0"/>
                </a:rPr>
                <a:t>dilakukan</a:t>
              </a:r>
              <a:endParaRPr lang="en-US" sz="1600" b="1" dirty="0">
                <a:latin typeface="Constantia" pitchFamily="18" charset="0"/>
              </a:endParaRPr>
            </a:p>
          </p:txBody>
        </p:sp>
        <p:sp>
          <p:nvSpPr>
            <p:cNvPr id="12305" name="Rectangle 17"/>
            <p:cNvSpPr>
              <a:spLocks noChangeArrowheads="1"/>
            </p:cNvSpPr>
            <p:nvPr/>
          </p:nvSpPr>
          <p:spPr bwMode="auto">
            <a:xfrm>
              <a:off x="240" y="2088"/>
              <a:ext cx="1965" cy="792"/>
            </a:xfrm>
            <a:prstGeom prst="rect">
              <a:avLst/>
            </a:prstGeom>
            <a:solidFill>
              <a:srgbClr val="C0C0C0">
                <a:alpha val="0"/>
              </a:srgbClr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50194" name="Rectangle 18"/>
            <p:cNvSpPr>
              <a:spLocks noChangeArrowheads="1"/>
            </p:cNvSpPr>
            <p:nvPr/>
          </p:nvSpPr>
          <p:spPr bwMode="auto">
            <a:xfrm>
              <a:off x="288" y="2160"/>
              <a:ext cx="1880" cy="5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61532" tIns="30226" rIns="61532" bIns="30226" anchor="ctr" anchorCtr="1"/>
            <a:lstStyle/>
            <a:p>
              <a:pPr algn="ctr">
                <a:defRPr/>
              </a:pPr>
              <a:r>
                <a:rPr lang="en-US" sz="1600" b="1" u="sng" dirty="0">
                  <a:latin typeface="Constantia" pitchFamily="18" charset="0"/>
                </a:rPr>
                <a:t>4. Controlling</a:t>
              </a:r>
            </a:p>
            <a:p>
              <a:pPr algn="ctr">
                <a:defRPr/>
              </a:pPr>
              <a:r>
                <a:rPr lang="en-US" sz="1600" b="1" i="1" dirty="0">
                  <a:latin typeface="Constantia" pitchFamily="18" charset="0"/>
                </a:rPr>
                <a:t>Monitoring </a:t>
              </a:r>
              <a:r>
                <a:rPr lang="en-US" sz="1600" b="1" i="1" dirty="0" err="1">
                  <a:latin typeface="Constantia" pitchFamily="18" charset="0"/>
                </a:rPr>
                <a:t>dan</a:t>
              </a:r>
              <a:r>
                <a:rPr lang="en-US" sz="1600" b="1" i="1" dirty="0">
                  <a:latin typeface="Constantia" pitchFamily="18" charset="0"/>
                </a:rPr>
                <a:t> </a:t>
              </a:r>
              <a:r>
                <a:rPr lang="en-US" sz="1600" b="1" i="1" dirty="0" err="1">
                  <a:latin typeface="Constantia" pitchFamily="18" charset="0"/>
                </a:rPr>
                <a:t>Perbaikan</a:t>
              </a:r>
              <a:r>
                <a:rPr lang="en-US" sz="1600" b="1" i="1" dirty="0">
                  <a:latin typeface="Constantia" pitchFamily="18" charset="0"/>
                </a:rPr>
                <a:t> </a:t>
              </a:r>
              <a:r>
                <a:rPr lang="en-US" sz="1600" b="1" i="1" dirty="0" err="1">
                  <a:latin typeface="Constantia" pitchFamily="18" charset="0"/>
                </a:rPr>
                <a:t>Aktifitas</a:t>
              </a:r>
              <a:r>
                <a:rPr lang="en-US" sz="1600" b="1" i="1" dirty="0">
                  <a:latin typeface="Constantia" pitchFamily="18" charset="0"/>
                </a:rPr>
                <a:t> yang </a:t>
              </a:r>
              <a:r>
                <a:rPr lang="en-US" sz="1600" b="1" i="1" dirty="0" err="1">
                  <a:latin typeface="Constantia" pitchFamily="18" charset="0"/>
                </a:rPr>
                <a:t>sedang</a:t>
              </a:r>
              <a:r>
                <a:rPr lang="en-US" sz="1600" b="1" i="1" dirty="0">
                  <a:latin typeface="Constantia" pitchFamily="18" charset="0"/>
                </a:rPr>
                <a:t> </a:t>
              </a:r>
              <a:r>
                <a:rPr lang="en-US" sz="1600" b="1" i="1" dirty="0" err="1">
                  <a:latin typeface="Constantia" pitchFamily="18" charset="0"/>
                </a:rPr>
                <a:t>berjalan</a:t>
              </a:r>
              <a:r>
                <a:rPr lang="en-US" sz="1600" b="1" i="1" dirty="0">
                  <a:latin typeface="Constantia" pitchFamily="18" charset="0"/>
                </a:rPr>
                <a:t> agar </a:t>
              </a:r>
              <a:r>
                <a:rPr lang="en-US" sz="1600" b="1" i="1" dirty="0" err="1">
                  <a:latin typeface="Constantia" pitchFamily="18" charset="0"/>
                </a:rPr>
                <a:t>Tujuan</a:t>
              </a:r>
              <a:r>
                <a:rPr lang="en-US" sz="1600" b="1" i="1" dirty="0">
                  <a:latin typeface="Constantia" pitchFamily="18" charset="0"/>
                </a:rPr>
                <a:t> </a:t>
              </a:r>
              <a:r>
                <a:rPr lang="en-US" sz="1600" b="1" i="1" dirty="0" err="1">
                  <a:latin typeface="Constantia" pitchFamily="18" charset="0"/>
                </a:rPr>
                <a:t>dapat</a:t>
              </a:r>
              <a:r>
                <a:rPr lang="en-US" sz="1600" b="1" i="1" dirty="0">
                  <a:latin typeface="Constantia" pitchFamily="18" charset="0"/>
                </a:rPr>
                <a:t> </a:t>
              </a:r>
              <a:r>
                <a:rPr lang="en-US" sz="1600" b="1" i="1" dirty="0" err="1">
                  <a:latin typeface="Constantia" pitchFamily="18" charset="0"/>
                </a:rPr>
                <a:t>tercapai</a:t>
              </a:r>
              <a:r>
                <a:rPr lang="en-US" sz="1000" b="1" i="1" dirty="0">
                  <a:latin typeface="Constantia" pitchFamily="18" charset="0"/>
                </a:rPr>
                <a:t> </a:t>
              </a:r>
              <a:endParaRPr lang="en-US" sz="3200" b="1" dirty="0">
                <a:latin typeface="Constantia" pitchFamily="18" charset="0"/>
              </a:endParaRPr>
            </a:p>
          </p:txBody>
        </p:sp>
        <p:sp>
          <p:nvSpPr>
            <p:cNvPr id="12307" name="Rectangle 19"/>
            <p:cNvSpPr>
              <a:spLocks noChangeArrowheads="1"/>
            </p:cNvSpPr>
            <p:nvPr/>
          </p:nvSpPr>
          <p:spPr bwMode="auto">
            <a:xfrm>
              <a:off x="3630" y="2093"/>
              <a:ext cx="1859" cy="787"/>
            </a:xfrm>
            <a:prstGeom prst="rect">
              <a:avLst/>
            </a:prstGeom>
            <a:solidFill>
              <a:srgbClr val="C0C0C0">
                <a:alpha val="0"/>
              </a:srgbClr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50196" name="Rectangle 20"/>
            <p:cNvSpPr>
              <a:spLocks noChangeArrowheads="1"/>
            </p:cNvSpPr>
            <p:nvPr/>
          </p:nvSpPr>
          <p:spPr bwMode="auto">
            <a:xfrm>
              <a:off x="3648" y="2112"/>
              <a:ext cx="1854" cy="5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61532" tIns="30226" rIns="61532" bIns="30226"/>
            <a:lstStyle/>
            <a:p>
              <a:pPr algn="ctr">
                <a:defRPr/>
              </a:pPr>
              <a:r>
                <a:rPr lang="en-US" b="1" u="sng" dirty="0">
                  <a:latin typeface="Constantia" pitchFamily="18" charset="0"/>
                </a:rPr>
                <a:t>3. Leading/ actuating</a:t>
              </a:r>
              <a:br>
                <a:rPr lang="en-US" sz="1600" b="1" dirty="0">
                  <a:latin typeface="Constantia" pitchFamily="18" charset="0"/>
                </a:rPr>
              </a:br>
              <a:r>
                <a:rPr lang="en-US" sz="1600" b="1" i="1" dirty="0">
                  <a:latin typeface="Constantia" pitchFamily="18" charset="0"/>
                </a:rPr>
                <a:t>Proses </a:t>
              </a:r>
              <a:r>
                <a:rPr lang="en-US" sz="1600" b="1" i="1" dirty="0" err="1">
                  <a:latin typeface="Constantia" pitchFamily="18" charset="0"/>
                </a:rPr>
                <a:t>Memotivasi</a:t>
              </a:r>
              <a:r>
                <a:rPr lang="en-US" sz="1600" b="1" i="1" dirty="0">
                  <a:latin typeface="Constantia" pitchFamily="18" charset="0"/>
                </a:rPr>
                <a:t> </a:t>
              </a:r>
              <a:r>
                <a:rPr lang="en-US" sz="1600" b="1" i="1" dirty="0" err="1">
                  <a:latin typeface="Constantia" pitchFamily="18" charset="0"/>
                </a:rPr>
                <a:t>Anggota</a:t>
              </a:r>
              <a:r>
                <a:rPr lang="en-US" sz="1600" b="1" i="1" dirty="0">
                  <a:latin typeface="Constantia" pitchFamily="18" charset="0"/>
                </a:rPr>
                <a:t> </a:t>
              </a:r>
              <a:r>
                <a:rPr lang="en-US" sz="1600" b="1" i="1" dirty="0" err="1">
                  <a:latin typeface="Constantia" pitchFamily="18" charset="0"/>
                </a:rPr>
                <a:t>Organisasi</a:t>
              </a:r>
              <a:r>
                <a:rPr lang="en-US" sz="1600" b="1" i="1" dirty="0">
                  <a:latin typeface="Constantia" pitchFamily="18" charset="0"/>
                </a:rPr>
                <a:t> agar Planning </a:t>
              </a:r>
              <a:r>
                <a:rPr lang="en-US" sz="1600" b="1" i="1" dirty="0" err="1">
                  <a:latin typeface="Constantia" pitchFamily="18" charset="0"/>
                </a:rPr>
                <a:t>dapat</a:t>
              </a:r>
              <a:r>
                <a:rPr lang="en-US" sz="1600" b="1" i="1" dirty="0">
                  <a:latin typeface="Constantia" pitchFamily="18" charset="0"/>
                </a:rPr>
                <a:t> </a:t>
              </a:r>
              <a:r>
                <a:rPr lang="en-US" sz="1600" b="1" i="1" dirty="0" err="1">
                  <a:latin typeface="Constantia" pitchFamily="18" charset="0"/>
                </a:rPr>
                <a:t>dijalankan</a:t>
              </a:r>
              <a:endParaRPr lang="en-US" sz="1600" b="1" dirty="0">
                <a:latin typeface="Constantia" pitchFamily="18" charset="0"/>
              </a:endParaRPr>
            </a:p>
          </p:txBody>
        </p:sp>
        <p:sp>
          <p:nvSpPr>
            <p:cNvPr id="12309" name="Line 21"/>
            <p:cNvSpPr>
              <a:spLocks noChangeShapeType="1"/>
            </p:cNvSpPr>
            <p:nvPr/>
          </p:nvSpPr>
          <p:spPr bwMode="auto">
            <a:xfrm flipV="1">
              <a:off x="2295" y="1512"/>
              <a:ext cx="1234" cy="580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prstDash val="sysDot"/>
              <a:round/>
              <a:headEnd type="stealth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0" name="Line 22"/>
            <p:cNvSpPr>
              <a:spLocks noChangeShapeType="1"/>
            </p:cNvSpPr>
            <p:nvPr/>
          </p:nvSpPr>
          <p:spPr bwMode="auto">
            <a:xfrm flipH="1" flipV="1">
              <a:off x="2237" y="1512"/>
              <a:ext cx="1264" cy="573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prstDash val="sysDot"/>
              <a:round/>
              <a:headEnd type="stealth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1" name="Line 23"/>
            <p:cNvSpPr>
              <a:spLocks noChangeShapeType="1"/>
            </p:cNvSpPr>
            <p:nvPr/>
          </p:nvSpPr>
          <p:spPr bwMode="auto">
            <a:xfrm flipH="1">
              <a:off x="475" y="3456"/>
              <a:ext cx="939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stealth" w="med" len="med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2" name="Line 24"/>
            <p:cNvSpPr>
              <a:spLocks noChangeShapeType="1"/>
            </p:cNvSpPr>
            <p:nvPr/>
          </p:nvSpPr>
          <p:spPr bwMode="auto">
            <a:xfrm flipH="1">
              <a:off x="475" y="3672"/>
              <a:ext cx="939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prstDash val="sysDot"/>
              <a:round/>
              <a:headEnd type="stealth" w="med" len="med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201" name="Rectangle 25"/>
            <p:cNvSpPr>
              <a:spLocks noChangeArrowheads="1"/>
            </p:cNvSpPr>
            <p:nvPr/>
          </p:nvSpPr>
          <p:spPr bwMode="auto">
            <a:xfrm>
              <a:off x="1532" y="3384"/>
              <a:ext cx="3758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61532" tIns="30226" rIns="61532" bIns="30226"/>
            <a:lstStyle/>
            <a:p>
              <a:pPr>
                <a:defRPr/>
              </a:pPr>
              <a:r>
                <a:rPr lang="en-US" sz="1600" dirty="0" err="1"/>
                <a:t>Menunjukkan</a:t>
              </a:r>
              <a:r>
                <a:rPr lang="en-US" sz="1600" dirty="0"/>
                <a:t> </a:t>
              </a:r>
              <a:r>
                <a:rPr lang="en-US" sz="1600" dirty="0" err="1"/>
                <a:t>Arah</a:t>
              </a:r>
              <a:r>
                <a:rPr lang="en-US" sz="1600" dirty="0"/>
                <a:t> </a:t>
              </a:r>
              <a:r>
                <a:rPr lang="en-US" sz="1600" dirty="0" err="1"/>
                <a:t>Tahapan</a:t>
              </a:r>
              <a:r>
                <a:rPr lang="en-US" sz="1600" dirty="0"/>
                <a:t> </a:t>
              </a:r>
              <a:r>
                <a:rPr lang="en-US" sz="1600" dirty="0" err="1"/>
                <a:t>dari</a:t>
              </a:r>
              <a:r>
                <a:rPr lang="en-US" sz="1600" dirty="0"/>
                <a:t> </a:t>
              </a:r>
              <a:r>
                <a:rPr lang="en-US" sz="1600" dirty="0" err="1"/>
                <a:t>setiap</a:t>
              </a:r>
              <a:r>
                <a:rPr lang="en-US" sz="1600" dirty="0"/>
                <a:t> </a:t>
              </a:r>
              <a:r>
                <a:rPr lang="en-US" sz="1600" dirty="0" err="1"/>
                <a:t>fungsi</a:t>
              </a:r>
              <a:r>
                <a:rPr lang="en-US" sz="1600" dirty="0"/>
                <a:t> </a:t>
              </a:r>
              <a:r>
                <a:rPr lang="en-US" sz="1600" dirty="0" err="1"/>
                <a:t>manajemen</a:t>
              </a:r>
              <a:endParaRPr lang="en-US" sz="1600" b="1" dirty="0"/>
            </a:p>
          </p:txBody>
        </p:sp>
        <p:sp>
          <p:nvSpPr>
            <p:cNvPr id="50202" name="Rectangle 26"/>
            <p:cNvSpPr>
              <a:spLocks noChangeArrowheads="1"/>
            </p:cNvSpPr>
            <p:nvPr/>
          </p:nvSpPr>
          <p:spPr bwMode="auto">
            <a:xfrm>
              <a:off x="1532" y="3600"/>
              <a:ext cx="3758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61532" tIns="30226" rIns="61532" bIns="30226"/>
            <a:lstStyle/>
            <a:p>
              <a:pPr>
                <a:defRPr/>
              </a:pPr>
              <a:r>
                <a:rPr lang="en-US" sz="1600" dirty="0" err="1"/>
                <a:t>Menunjukkan</a:t>
              </a:r>
              <a:r>
                <a:rPr lang="en-US" sz="1600" dirty="0"/>
                <a:t> </a:t>
              </a:r>
              <a:r>
                <a:rPr lang="en-US" sz="1600" dirty="0" err="1"/>
                <a:t>keterkaitan</a:t>
              </a:r>
              <a:r>
                <a:rPr lang="en-US" sz="1600" dirty="0"/>
                <a:t> </a:t>
              </a:r>
              <a:r>
                <a:rPr lang="en-US" sz="1600" dirty="0" err="1"/>
                <a:t>timbal</a:t>
              </a:r>
              <a:r>
                <a:rPr lang="en-US" sz="1600" dirty="0"/>
                <a:t> </a:t>
              </a:r>
              <a:r>
                <a:rPr lang="en-US" sz="1600" dirty="0" err="1"/>
                <a:t>balik</a:t>
              </a:r>
              <a:r>
                <a:rPr lang="en-US" sz="1600" dirty="0"/>
                <a:t> </a:t>
              </a:r>
              <a:r>
                <a:rPr lang="en-US" sz="1600" dirty="0" err="1"/>
                <a:t>antar</a:t>
              </a:r>
              <a:r>
                <a:rPr lang="en-US" sz="1600" dirty="0"/>
                <a:t> </a:t>
              </a:r>
              <a:r>
                <a:rPr lang="en-US" sz="1600" dirty="0" err="1"/>
                <a:t>fungsi</a:t>
              </a:r>
              <a:r>
                <a:rPr lang="en-US" sz="1600" dirty="0"/>
                <a:t> </a:t>
              </a:r>
              <a:r>
                <a:rPr lang="en-US" sz="1600" dirty="0" err="1"/>
                <a:t>manajemen</a:t>
              </a:r>
              <a:endParaRPr lang="en-US" sz="1600" b="1" dirty="0"/>
            </a:p>
          </p:txBody>
        </p:sp>
        <p:sp>
          <p:nvSpPr>
            <p:cNvPr id="50203" name="Rectangle 27"/>
            <p:cNvSpPr>
              <a:spLocks noChangeArrowheads="1"/>
            </p:cNvSpPr>
            <p:nvPr/>
          </p:nvSpPr>
          <p:spPr bwMode="auto">
            <a:xfrm>
              <a:off x="432" y="3192"/>
              <a:ext cx="3758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61532" tIns="30226" rIns="61532" bIns="30226"/>
            <a:lstStyle/>
            <a:p>
              <a:pPr>
                <a:defRPr/>
              </a:pPr>
              <a:r>
                <a:rPr lang="en-US" sz="1600" b="1" dirty="0" err="1"/>
                <a:t>Keterangan</a:t>
              </a:r>
              <a:r>
                <a:rPr lang="en-US" sz="1600" b="1" dirty="0"/>
                <a:t>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29928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7848600" cy="1067118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sz="2400" b="1" dirty="0"/>
              <a:t>1. </a:t>
            </a:r>
            <a:r>
              <a:rPr lang="en-US" sz="2400" b="1" dirty="0" err="1"/>
              <a:t>Kegiatan</a:t>
            </a:r>
            <a:r>
              <a:rPr lang="en-US" sz="2400" b="1" dirty="0"/>
              <a:t> </a:t>
            </a:r>
            <a:r>
              <a:rPr lang="en-US" sz="2400" b="1" dirty="0" err="1"/>
              <a:t>dalam</a:t>
            </a:r>
            <a:r>
              <a:rPr lang="en-US" sz="2400" b="1" dirty="0"/>
              <a:t> </a:t>
            </a:r>
            <a:r>
              <a:rPr lang="en-US" sz="2400" b="1" dirty="0" err="1"/>
              <a:t>Fungsi</a:t>
            </a:r>
            <a:r>
              <a:rPr lang="en-US" sz="2400" b="1" dirty="0"/>
              <a:t> </a:t>
            </a:r>
            <a:r>
              <a:rPr lang="en-US" sz="2400" b="1" dirty="0" err="1"/>
              <a:t>Perencanaan</a:t>
            </a:r>
            <a:r>
              <a:rPr lang="en-US" sz="2400" b="1" dirty="0"/>
              <a:t> (</a:t>
            </a:r>
            <a:r>
              <a:rPr lang="en-US" sz="2400" b="1" i="1" dirty="0"/>
              <a:t>Planning</a:t>
            </a:r>
            <a:r>
              <a:rPr lang="en-US" sz="2400" b="1" dirty="0"/>
              <a:t>) 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81200"/>
            <a:ext cx="8229600" cy="4144963"/>
          </a:xfrm>
        </p:spPr>
        <p:txBody>
          <a:bodyPr>
            <a:normAutofit/>
          </a:bodyPr>
          <a:lstStyle/>
          <a:p>
            <a:pPr marL="515938" indent="-515938" algn="just"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800" dirty="0" err="1"/>
              <a:t>Menetapkan</a:t>
            </a:r>
            <a:r>
              <a:rPr lang="en-US" sz="2800" dirty="0"/>
              <a:t> </a:t>
            </a:r>
            <a:r>
              <a:rPr lang="en-US" sz="2800" dirty="0" err="1"/>
              <a:t>tujuan</a:t>
            </a:r>
            <a:r>
              <a:rPr lang="en-US" sz="2800" dirty="0"/>
              <a:t> </a:t>
            </a:r>
          </a:p>
          <a:p>
            <a:pPr marL="515938" indent="-515938" algn="just"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800" dirty="0" err="1"/>
              <a:t>Merumuskan</a:t>
            </a:r>
            <a:r>
              <a:rPr lang="en-US" sz="2800" dirty="0"/>
              <a:t> </a:t>
            </a:r>
            <a:r>
              <a:rPr lang="en-US" sz="2800" dirty="0" err="1"/>
              <a:t>strategi</a:t>
            </a:r>
            <a:r>
              <a:rPr lang="en-US" sz="2800" dirty="0"/>
              <a:t>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mencapai</a:t>
            </a:r>
            <a:r>
              <a:rPr lang="en-US" sz="2800" dirty="0"/>
              <a:t> </a:t>
            </a:r>
            <a:r>
              <a:rPr lang="en-US" sz="2800" dirty="0" err="1"/>
              <a:t>tujuan</a:t>
            </a:r>
            <a:r>
              <a:rPr lang="en-US" sz="2800" dirty="0"/>
              <a:t> </a:t>
            </a:r>
            <a:r>
              <a:rPr lang="en-US" sz="2800" dirty="0" err="1"/>
              <a:t>tersebut</a:t>
            </a:r>
            <a:endParaRPr lang="en-US" sz="2800" dirty="0"/>
          </a:p>
          <a:p>
            <a:pPr marL="515938" indent="-515938" algn="just"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800" dirty="0" err="1"/>
              <a:t>Menentukan</a:t>
            </a:r>
            <a:r>
              <a:rPr lang="en-US" sz="2800" dirty="0"/>
              <a:t> </a:t>
            </a:r>
            <a:r>
              <a:rPr lang="en-US" sz="2800" dirty="0" err="1"/>
              <a:t>sumber-sumber</a:t>
            </a:r>
            <a:r>
              <a:rPr lang="en-US" sz="2800" dirty="0"/>
              <a:t> </a:t>
            </a:r>
            <a:r>
              <a:rPr lang="en-US" sz="2800" dirty="0" err="1"/>
              <a:t>daya</a:t>
            </a:r>
            <a:r>
              <a:rPr lang="en-US" sz="2800" dirty="0"/>
              <a:t> yang </a:t>
            </a:r>
            <a:r>
              <a:rPr lang="en-US" sz="2800" dirty="0" err="1"/>
              <a:t>diperlukan</a:t>
            </a:r>
            <a:endParaRPr lang="en-US" sz="2800" dirty="0"/>
          </a:p>
          <a:p>
            <a:pPr marL="515938" indent="-515938" algn="just"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800" dirty="0" err="1"/>
              <a:t>Menetapkan</a:t>
            </a:r>
            <a:r>
              <a:rPr lang="en-US" sz="2800" dirty="0"/>
              <a:t> </a:t>
            </a:r>
            <a:r>
              <a:rPr lang="en-US" sz="2800" dirty="0" err="1"/>
              <a:t>standar</a:t>
            </a:r>
            <a:r>
              <a:rPr lang="en-US" sz="2800" dirty="0"/>
              <a:t>/</a:t>
            </a:r>
            <a:r>
              <a:rPr lang="en-US" sz="2800" dirty="0" err="1"/>
              <a:t>indikator</a:t>
            </a:r>
            <a:r>
              <a:rPr lang="en-US" sz="2800" dirty="0"/>
              <a:t> </a:t>
            </a:r>
            <a:r>
              <a:rPr lang="en-US" sz="2800" dirty="0" err="1"/>
              <a:t>keberhasilan</a:t>
            </a:r>
            <a:r>
              <a:rPr lang="en-US" sz="2800" dirty="0"/>
              <a:t> </a:t>
            </a:r>
            <a:r>
              <a:rPr lang="en-US" sz="2800" dirty="0" err="1"/>
              <a:t>dalam</a:t>
            </a:r>
            <a:r>
              <a:rPr lang="en-US" sz="2800" dirty="0"/>
              <a:t> </a:t>
            </a:r>
            <a:r>
              <a:rPr lang="en-US" sz="2800" dirty="0" err="1"/>
              <a:t>pencapaian</a:t>
            </a:r>
            <a:r>
              <a:rPr lang="en-US" sz="2800" dirty="0"/>
              <a:t> </a:t>
            </a:r>
            <a:r>
              <a:rPr lang="en-US" sz="2800" dirty="0" err="1"/>
              <a:t>tujuan</a:t>
            </a:r>
            <a:r>
              <a:rPr lang="en-US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53023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718"/>
            <a:ext cx="8077200" cy="990282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sz="2400" b="1" dirty="0"/>
              <a:t>2. </a:t>
            </a:r>
            <a:r>
              <a:rPr lang="en-US" sz="2400" b="1" dirty="0" err="1"/>
              <a:t>Kegiatan</a:t>
            </a:r>
            <a:r>
              <a:rPr lang="en-US" sz="2400" b="1" dirty="0"/>
              <a:t> </a:t>
            </a:r>
            <a:r>
              <a:rPr lang="en-US" sz="2400" b="1" dirty="0" err="1"/>
              <a:t>dalam</a:t>
            </a:r>
            <a:r>
              <a:rPr lang="en-US" sz="2400" b="1" dirty="0"/>
              <a:t> </a:t>
            </a:r>
            <a:r>
              <a:rPr lang="en-US" sz="2400" b="1" dirty="0" err="1"/>
              <a:t>Fungsi</a:t>
            </a:r>
            <a:r>
              <a:rPr lang="en-US" sz="2400" b="1" dirty="0"/>
              <a:t> </a:t>
            </a:r>
            <a:r>
              <a:rPr lang="en-US" sz="2400" b="1" dirty="0" err="1"/>
              <a:t>Pengorganisasian</a:t>
            </a:r>
            <a:r>
              <a:rPr lang="en-US" sz="2400" b="1" dirty="0"/>
              <a:t> (</a:t>
            </a:r>
            <a:r>
              <a:rPr lang="en-US" sz="2400" b="1" i="1" dirty="0"/>
              <a:t>Organizing</a:t>
            </a:r>
            <a:r>
              <a:rPr lang="en-US" sz="2400" b="1" dirty="0"/>
              <a:t>) 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8229600" cy="5334000"/>
          </a:xfrm>
        </p:spPr>
        <p:txBody>
          <a:bodyPr/>
          <a:lstStyle/>
          <a:p>
            <a:pPr marL="457200" indent="-457200" algn="just" eaLnBrk="1" hangingPunct="1">
              <a:lnSpc>
                <a:spcPct val="80000"/>
              </a:lnSpc>
              <a:buFont typeface="Wingdings" pitchFamily="2" charset="2"/>
              <a:buChar char="q"/>
            </a:pPr>
            <a:r>
              <a:rPr lang="en-US" sz="2800" dirty="0" err="1"/>
              <a:t>Mengalokasikan</a:t>
            </a:r>
            <a:r>
              <a:rPr lang="en-US" sz="2800" dirty="0"/>
              <a:t> </a:t>
            </a:r>
            <a:r>
              <a:rPr lang="en-US" sz="2800" dirty="0" err="1"/>
              <a:t>sumber</a:t>
            </a:r>
            <a:r>
              <a:rPr lang="en-US" sz="2800" dirty="0"/>
              <a:t> </a:t>
            </a:r>
            <a:r>
              <a:rPr lang="en-US" sz="2800" dirty="0" err="1"/>
              <a:t>daya</a:t>
            </a:r>
            <a:r>
              <a:rPr lang="en-US" sz="2800" dirty="0"/>
              <a:t>, </a:t>
            </a:r>
            <a:r>
              <a:rPr lang="en-US" sz="2800" dirty="0" err="1"/>
              <a:t>merumuskan</a:t>
            </a:r>
            <a:r>
              <a:rPr lang="en-US" sz="2800" dirty="0"/>
              <a:t>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dirty="0" err="1"/>
              <a:t>menetapkan</a:t>
            </a:r>
            <a:r>
              <a:rPr lang="en-US" sz="2800" dirty="0"/>
              <a:t> </a:t>
            </a:r>
            <a:r>
              <a:rPr lang="en-US" sz="2800" dirty="0" err="1"/>
              <a:t>tugas</a:t>
            </a:r>
            <a:r>
              <a:rPr lang="en-US" sz="2800" dirty="0"/>
              <a:t>,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dirty="0" err="1"/>
              <a:t>menetapkan</a:t>
            </a:r>
            <a:r>
              <a:rPr lang="en-US" sz="2800" dirty="0"/>
              <a:t> </a:t>
            </a:r>
            <a:r>
              <a:rPr lang="en-US" sz="2800" dirty="0" err="1"/>
              <a:t>prosedur</a:t>
            </a:r>
            <a:r>
              <a:rPr lang="en-US" sz="2800" dirty="0"/>
              <a:t> yang </a:t>
            </a:r>
            <a:r>
              <a:rPr lang="en-US" sz="2800" dirty="0" err="1"/>
              <a:t>diperlukan</a:t>
            </a:r>
            <a:endParaRPr lang="en-US" sz="2800" dirty="0"/>
          </a:p>
          <a:p>
            <a:pPr marL="457200" indent="-457200" algn="just" eaLnBrk="1" hangingPunct="1">
              <a:lnSpc>
                <a:spcPct val="80000"/>
              </a:lnSpc>
              <a:buFont typeface="Wingdings" pitchFamily="2" charset="2"/>
              <a:buChar char="q"/>
            </a:pPr>
            <a:r>
              <a:rPr lang="en-US" sz="2800" dirty="0" err="1"/>
              <a:t>Menetapkan</a:t>
            </a:r>
            <a:r>
              <a:rPr lang="en-US" sz="2800" dirty="0"/>
              <a:t> </a:t>
            </a:r>
            <a:r>
              <a:rPr lang="en-US" sz="2800" dirty="0" err="1"/>
              <a:t>struktur</a:t>
            </a:r>
            <a:r>
              <a:rPr lang="en-US" sz="2800" dirty="0"/>
              <a:t> </a:t>
            </a:r>
            <a:r>
              <a:rPr lang="en-US" sz="2800" dirty="0" err="1"/>
              <a:t>organisasi</a:t>
            </a:r>
            <a:r>
              <a:rPr lang="en-US" sz="2800" dirty="0"/>
              <a:t> yang </a:t>
            </a:r>
            <a:r>
              <a:rPr lang="en-US" sz="2800" dirty="0" err="1"/>
              <a:t>menunjukkan</a:t>
            </a:r>
            <a:r>
              <a:rPr lang="en-US" sz="2800" dirty="0"/>
              <a:t> </a:t>
            </a:r>
            <a:r>
              <a:rPr lang="en-US" sz="2800" dirty="0" err="1"/>
              <a:t>adanya</a:t>
            </a:r>
            <a:r>
              <a:rPr lang="en-US" sz="2800" dirty="0"/>
              <a:t> </a:t>
            </a:r>
            <a:r>
              <a:rPr lang="en-US" sz="2800" dirty="0" err="1"/>
              <a:t>garis</a:t>
            </a:r>
            <a:r>
              <a:rPr lang="en-US" sz="2800" dirty="0"/>
              <a:t> </a:t>
            </a:r>
            <a:r>
              <a:rPr lang="en-US" sz="2800" dirty="0" err="1"/>
              <a:t>kewenangan</a:t>
            </a:r>
            <a:r>
              <a:rPr lang="en-US" sz="2800" dirty="0"/>
              <a:t>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dirty="0" err="1"/>
              <a:t>tanggungjawab</a:t>
            </a:r>
            <a:endParaRPr lang="en-US" sz="2800" dirty="0"/>
          </a:p>
          <a:p>
            <a:pPr marL="457200" indent="-457200" algn="just" eaLnBrk="1" hangingPunct="1">
              <a:lnSpc>
                <a:spcPct val="80000"/>
              </a:lnSpc>
              <a:buFont typeface="Wingdings" pitchFamily="2" charset="2"/>
              <a:buChar char="q"/>
            </a:pPr>
            <a:r>
              <a:rPr lang="en-US" sz="2800" dirty="0" err="1"/>
              <a:t>Kegiatan</a:t>
            </a:r>
            <a:r>
              <a:rPr lang="en-US" sz="2800" dirty="0"/>
              <a:t> </a:t>
            </a:r>
            <a:r>
              <a:rPr lang="en-US" sz="2800" dirty="0" err="1"/>
              <a:t>perekrutan</a:t>
            </a:r>
            <a:r>
              <a:rPr lang="en-US" sz="2800" dirty="0"/>
              <a:t>, </a:t>
            </a:r>
            <a:r>
              <a:rPr lang="en-US" sz="2800" dirty="0" err="1"/>
              <a:t>penyeleksian</a:t>
            </a:r>
            <a:r>
              <a:rPr lang="en-US" sz="2800" dirty="0"/>
              <a:t>, </a:t>
            </a:r>
            <a:r>
              <a:rPr lang="en-US" sz="2800" dirty="0" err="1"/>
              <a:t>pelatihan</a:t>
            </a:r>
            <a:r>
              <a:rPr lang="en-US" sz="2800" dirty="0"/>
              <a:t>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dirty="0" err="1"/>
              <a:t>pengembangan</a:t>
            </a:r>
            <a:r>
              <a:rPr lang="en-US" sz="2800" dirty="0"/>
              <a:t> </a:t>
            </a:r>
            <a:r>
              <a:rPr lang="en-US" sz="2800" dirty="0" err="1"/>
              <a:t>sumber</a:t>
            </a:r>
            <a:r>
              <a:rPr lang="en-US" sz="2800" dirty="0"/>
              <a:t> </a:t>
            </a:r>
            <a:r>
              <a:rPr lang="en-US" sz="2800" dirty="0" err="1"/>
              <a:t>daya</a:t>
            </a:r>
            <a:r>
              <a:rPr lang="en-US" sz="2800" dirty="0"/>
              <a:t> </a:t>
            </a:r>
            <a:r>
              <a:rPr lang="en-US" sz="2800" dirty="0" err="1"/>
              <a:t>manusia</a:t>
            </a:r>
            <a:r>
              <a:rPr lang="en-US" sz="2800" dirty="0"/>
              <a:t>/</a:t>
            </a:r>
            <a:r>
              <a:rPr lang="en-US" sz="2800" dirty="0" err="1"/>
              <a:t>tenaga</a:t>
            </a:r>
            <a:r>
              <a:rPr lang="en-US" sz="2800" dirty="0"/>
              <a:t> </a:t>
            </a:r>
            <a:r>
              <a:rPr lang="en-US" sz="2800" dirty="0" err="1"/>
              <a:t>kerja</a:t>
            </a:r>
            <a:endParaRPr lang="en-US" sz="2800" dirty="0"/>
          </a:p>
          <a:p>
            <a:pPr marL="457200" indent="-457200" algn="just" eaLnBrk="1" hangingPunct="1">
              <a:lnSpc>
                <a:spcPct val="80000"/>
              </a:lnSpc>
              <a:buFont typeface="Wingdings" pitchFamily="2" charset="2"/>
              <a:buChar char="q"/>
            </a:pPr>
            <a:r>
              <a:rPr lang="en-US" sz="2800" dirty="0" err="1"/>
              <a:t>Kegiatan</a:t>
            </a:r>
            <a:r>
              <a:rPr lang="en-US" sz="2800" dirty="0"/>
              <a:t> </a:t>
            </a:r>
            <a:r>
              <a:rPr lang="en-US" sz="2800" dirty="0" err="1"/>
              <a:t>penempatan</a:t>
            </a:r>
            <a:r>
              <a:rPr lang="en-US" sz="2800" dirty="0"/>
              <a:t> </a:t>
            </a:r>
            <a:r>
              <a:rPr lang="en-US" sz="2800" dirty="0" err="1"/>
              <a:t>sumber</a:t>
            </a:r>
            <a:r>
              <a:rPr lang="en-US" sz="2800" dirty="0"/>
              <a:t> </a:t>
            </a:r>
            <a:r>
              <a:rPr lang="en-US" sz="2800" dirty="0" err="1"/>
              <a:t>daya</a:t>
            </a:r>
            <a:r>
              <a:rPr lang="en-US" sz="2800" dirty="0"/>
              <a:t> </a:t>
            </a:r>
            <a:r>
              <a:rPr lang="en-US" sz="2800" dirty="0" err="1"/>
              <a:t>manusia</a:t>
            </a:r>
            <a:r>
              <a:rPr lang="en-US" sz="2800" dirty="0"/>
              <a:t> </a:t>
            </a:r>
            <a:r>
              <a:rPr lang="en-US" sz="2800" dirty="0" err="1"/>
              <a:t>pada</a:t>
            </a:r>
            <a:r>
              <a:rPr lang="en-US" sz="2800" dirty="0"/>
              <a:t> </a:t>
            </a:r>
            <a:r>
              <a:rPr lang="en-US" sz="2800" dirty="0" err="1"/>
              <a:t>posisi</a:t>
            </a:r>
            <a:r>
              <a:rPr lang="en-US" sz="2800" dirty="0"/>
              <a:t> yang paling </a:t>
            </a:r>
            <a:r>
              <a:rPr lang="en-US" sz="2800" dirty="0" err="1"/>
              <a:t>tepat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98544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686800" cy="15240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sz="2400" b="1" dirty="0">
                <a:latin typeface="Arial Rounded MT Bold" pitchFamily="34" charset="0"/>
              </a:rPr>
              <a:t>3. </a:t>
            </a:r>
            <a:r>
              <a:rPr lang="en-US" sz="2400" b="1" dirty="0" err="1">
                <a:latin typeface="Arial Rounded MT Bold" pitchFamily="34" charset="0"/>
              </a:rPr>
              <a:t>Kegiatan</a:t>
            </a:r>
            <a:r>
              <a:rPr lang="en-US" sz="2400" b="1" dirty="0">
                <a:latin typeface="Arial Rounded MT Bold" pitchFamily="34" charset="0"/>
              </a:rPr>
              <a:t> </a:t>
            </a:r>
            <a:r>
              <a:rPr lang="en-US" sz="2400" b="1" dirty="0" err="1">
                <a:latin typeface="Arial Rounded MT Bold" pitchFamily="34" charset="0"/>
              </a:rPr>
              <a:t>dalam</a:t>
            </a:r>
            <a:r>
              <a:rPr lang="en-US" sz="2400" b="1" dirty="0">
                <a:latin typeface="Arial Rounded MT Bold" pitchFamily="34" charset="0"/>
              </a:rPr>
              <a:t> </a:t>
            </a:r>
            <a:br>
              <a:rPr lang="en-US" sz="2400" b="1" dirty="0">
                <a:latin typeface="Arial Rounded MT Bold" pitchFamily="34" charset="0"/>
              </a:rPr>
            </a:br>
            <a:r>
              <a:rPr lang="en-US" sz="2400" b="1" dirty="0" err="1">
                <a:latin typeface="Arial Rounded MT Bold" pitchFamily="34" charset="0"/>
              </a:rPr>
              <a:t>Fungsi</a:t>
            </a:r>
            <a:r>
              <a:rPr lang="en-US" sz="2400" b="1" dirty="0">
                <a:latin typeface="Arial Rounded MT Bold" pitchFamily="34" charset="0"/>
              </a:rPr>
              <a:t> </a:t>
            </a:r>
            <a:r>
              <a:rPr lang="en-US" sz="2400" b="1" dirty="0" err="1">
                <a:latin typeface="Arial Rounded MT Bold" pitchFamily="34" charset="0"/>
              </a:rPr>
              <a:t>Pengarahan</a:t>
            </a:r>
            <a:r>
              <a:rPr lang="en-US" sz="2400" b="1" dirty="0">
                <a:latin typeface="Arial Rounded MT Bold" pitchFamily="34" charset="0"/>
              </a:rPr>
              <a:t>/</a:t>
            </a:r>
            <a:r>
              <a:rPr lang="en-US" sz="2400" b="1" dirty="0" err="1">
                <a:latin typeface="Arial Rounded MT Bold" pitchFamily="34" charset="0"/>
              </a:rPr>
              <a:t>penggerakan</a:t>
            </a:r>
            <a:r>
              <a:rPr lang="en-US" sz="2400" b="1" dirty="0">
                <a:latin typeface="Arial Rounded MT Bold" pitchFamily="34" charset="0"/>
              </a:rPr>
              <a:t> </a:t>
            </a:r>
            <a:r>
              <a:rPr lang="en-US" sz="2400" b="1" dirty="0" err="1">
                <a:latin typeface="Arial Rounded MT Bold" pitchFamily="34" charset="0"/>
              </a:rPr>
              <a:t>dan</a:t>
            </a:r>
            <a:r>
              <a:rPr lang="en-US" sz="2400" b="1" dirty="0">
                <a:latin typeface="Arial Rounded MT Bold" pitchFamily="34" charset="0"/>
              </a:rPr>
              <a:t> </a:t>
            </a:r>
            <a:r>
              <a:rPr lang="en-US" sz="2400" b="1" dirty="0" err="1">
                <a:latin typeface="Arial Rounded MT Bold" pitchFamily="34" charset="0"/>
              </a:rPr>
              <a:t>Implementasi</a:t>
            </a:r>
            <a:br>
              <a:rPr lang="en-US" sz="2400" b="1" dirty="0">
                <a:latin typeface="Arial Rounded MT Bold" pitchFamily="34" charset="0"/>
              </a:rPr>
            </a:br>
            <a:r>
              <a:rPr lang="en-US" sz="2400" b="1" dirty="0">
                <a:latin typeface="Arial Rounded MT Bold" pitchFamily="34" charset="0"/>
              </a:rPr>
              <a:t> (Directing/  Leading/</a:t>
            </a:r>
            <a:r>
              <a:rPr lang="en-US" sz="2400" b="1" i="1" dirty="0">
                <a:latin typeface="Arial Rounded MT Bold" pitchFamily="34" charset="0"/>
              </a:rPr>
              <a:t>Actuating)</a:t>
            </a:r>
            <a:r>
              <a:rPr lang="en-US" sz="2400" b="1" dirty="0">
                <a:latin typeface="Arial Rounded MT Bold" pitchFamily="34" charset="0"/>
              </a:rPr>
              <a:t> 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905000"/>
            <a:ext cx="8153400" cy="4495800"/>
          </a:xfrm>
        </p:spPr>
        <p:txBody>
          <a:bodyPr>
            <a:normAutofit/>
          </a:bodyPr>
          <a:lstStyle/>
          <a:p>
            <a:pPr marL="561975" indent="-561975" algn="just" eaLnBrk="1" hangingPunct="1">
              <a:buFont typeface="Wingdings" pitchFamily="2" charset="2"/>
              <a:buChar char="q"/>
            </a:pPr>
            <a:r>
              <a:rPr lang="en-US" sz="2800" dirty="0" err="1">
                <a:latin typeface="Baskerville Old Face" pitchFamily="18" charset="0"/>
              </a:rPr>
              <a:t>Mengimplementasikan</a:t>
            </a:r>
            <a:r>
              <a:rPr lang="en-US" sz="2800" dirty="0">
                <a:latin typeface="Baskerville Old Face" pitchFamily="18" charset="0"/>
              </a:rPr>
              <a:t> proses </a:t>
            </a:r>
            <a:r>
              <a:rPr lang="en-US" sz="2800" dirty="0" err="1">
                <a:latin typeface="Baskerville Old Face" pitchFamily="18" charset="0"/>
              </a:rPr>
              <a:t>kepemimpinan</a:t>
            </a:r>
            <a:r>
              <a:rPr lang="en-US" sz="2800" dirty="0">
                <a:latin typeface="Baskerville Old Face" pitchFamily="18" charset="0"/>
              </a:rPr>
              <a:t>, </a:t>
            </a:r>
            <a:r>
              <a:rPr lang="en-US" sz="2800" dirty="0" err="1">
                <a:latin typeface="Baskerville Old Face" pitchFamily="18" charset="0"/>
              </a:rPr>
              <a:t>pembimbingan</a:t>
            </a:r>
            <a:r>
              <a:rPr lang="en-US" sz="2800" dirty="0">
                <a:latin typeface="Baskerville Old Face" pitchFamily="18" charset="0"/>
              </a:rPr>
              <a:t>, </a:t>
            </a:r>
            <a:r>
              <a:rPr lang="en-US" sz="2800" dirty="0" err="1">
                <a:latin typeface="Baskerville Old Face" pitchFamily="18" charset="0"/>
              </a:rPr>
              <a:t>dan</a:t>
            </a:r>
            <a:r>
              <a:rPr lang="en-US" sz="2800" dirty="0">
                <a:latin typeface="Baskerville Old Face" pitchFamily="18" charset="0"/>
              </a:rPr>
              <a:t> </a:t>
            </a:r>
            <a:r>
              <a:rPr lang="en-US" sz="2800" dirty="0" err="1">
                <a:latin typeface="Baskerville Old Face" pitchFamily="18" charset="0"/>
              </a:rPr>
              <a:t>pemberian</a:t>
            </a:r>
            <a:r>
              <a:rPr lang="en-US" sz="2800" dirty="0">
                <a:latin typeface="Baskerville Old Face" pitchFamily="18" charset="0"/>
              </a:rPr>
              <a:t> </a:t>
            </a:r>
            <a:r>
              <a:rPr lang="en-US" sz="2800" dirty="0" err="1">
                <a:latin typeface="Baskerville Old Face" pitchFamily="18" charset="0"/>
              </a:rPr>
              <a:t>motivasi</a:t>
            </a:r>
            <a:r>
              <a:rPr lang="en-US" sz="2800" dirty="0">
                <a:latin typeface="Baskerville Old Face" pitchFamily="18" charset="0"/>
              </a:rPr>
              <a:t> </a:t>
            </a:r>
            <a:r>
              <a:rPr lang="en-US" sz="2800" dirty="0" err="1">
                <a:latin typeface="Baskerville Old Face" pitchFamily="18" charset="0"/>
              </a:rPr>
              <a:t>kepada</a:t>
            </a:r>
            <a:r>
              <a:rPr lang="en-US" sz="2800" dirty="0">
                <a:latin typeface="Baskerville Old Face" pitchFamily="18" charset="0"/>
              </a:rPr>
              <a:t> </a:t>
            </a:r>
            <a:r>
              <a:rPr lang="en-US" sz="2800" dirty="0" err="1">
                <a:latin typeface="Baskerville Old Face" pitchFamily="18" charset="0"/>
              </a:rPr>
              <a:t>tenaga</a:t>
            </a:r>
            <a:r>
              <a:rPr lang="en-US" sz="2800" dirty="0">
                <a:latin typeface="Baskerville Old Face" pitchFamily="18" charset="0"/>
              </a:rPr>
              <a:t> </a:t>
            </a:r>
            <a:r>
              <a:rPr lang="en-US" sz="2800" dirty="0" err="1">
                <a:latin typeface="Baskerville Old Face" pitchFamily="18" charset="0"/>
              </a:rPr>
              <a:t>kerja</a:t>
            </a:r>
            <a:r>
              <a:rPr lang="en-US" sz="2800" dirty="0">
                <a:latin typeface="Baskerville Old Face" pitchFamily="18" charset="0"/>
              </a:rPr>
              <a:t> agar </a:t>
            </a:r>
            <a:r>
              <a:rPr lang="en-US" sz="2800" dirty="0" err="1">
                <a:latin typeface="Baskerville Old Face" pitchFamily="18" charset="0"/>
              </a:rPr>
              <a:t>dapat</a:t>
            </a:r>
            <a:r>
              <a:rPr lang="en-US" sz="2800" dirty="0">
                <a:latin typeface="Baskerville Old Face" pitchFamily="18" charset="0"/>
              </a:rPr>
              <a:t> </a:t>
            </a:r>
            <a:r>
              <a:rPr lang="en-US" sz="2800" dirty="0" err="1">
                <a:latin typeface="Baskerville Old Face" pitchFamily="18" charset="0"/>
              </a:rPr>
              <a:t>bekerja</a:t>
            </a:r>
            <a:r>
              <a:rPr lang="en-US" sz="2800" dirty="0">
                <a:latin typeface="Baskerville Old Face" pitchFamily="18" charset="0"/>
              </a:rPr>
              <a:t> </a:t>
            </a:r>
            <a:r>
              <a:rPr lang="en-US" sz="2800" dirty="0" err="1">
                <a:latin typeface="Baskerville Old Face" pitchFamily="18" charset="0"/>
              </a:rPr>
              <a:t>secara</a:t>
            </a:r>
            <a:r>
              <a:rPr lang="en-US" sz="2800" dirty="0">
                <a:latin typeface="Baskerville Old Face" pitchFamily="18" charset="0"/>
              </a:rPr>
              <a:t> </a:t>
            </a:r>
            <a:r>
              <a:rPr lang="en-US" sz="2800" dirty="0" err="1">
                <a:latin typeface="Baskerville Old Face" pitchFamily="18" charset="0"/>
              </a:rPr>
              <a:t>efektif</a:t>
            </a:r>
            <a:r>
              <a:rPr lang="en-US" sz="2800" dirty="0">
                <a:latin typeface="Baskerville Old Face" pitchFamily="18" charset="0"/>
              </a:rPr>
              <a:t> </a:t>
            </a:r>
            <a:r>
              <a:rPr lang="en-US" sz="2800" dirty="0" err="1">
                <a:latin typeface="Baskerville Old Face" pitchFamily="18" charset="0"/>
              </a:rPr>
              <a:t>dan</a:t>
            </a:r>
            <a:r>
              <a:rPr lang="en-US" sz="2800" dirty="0">
                <a:latin typeface="Baskerville Old Face" pitchFamily="18" charset="0"/>
              </a:rPr>
              <a:t> </a:t>
            </a:r>
            <a:r>
              <a:rPr lang="en-US" sz="2800" dirty="0" err="1">
                <a:latin typeface="Baskerville Old Face" pitchFamily="18" charset="0"/>
              </a:rPr>
              <a:t>efisien</a:t>
            </a:r>
            <a:r>
              <a:rPr lang="en-US" sz="2800" dirty="0">
                <a:latin typeface="Baskerville Old Face" pitchFamily="18" charset="0"/>
              </a:rPr>
              <a:t> </a:t>
            </a:r>
            <a:r>
              <a:rPr lang="en-US" sz="2800" dirty="0" err="1">
                <a:latin typeface="Baskerville Old Face" pitchFamily="18" charset="0"/>
              </a:rPr>
              <a:t>dalam</a:t>
            </a:r>
            <a:r>
              <a:rPr lang="en-US" sz="2800" dirty="0">
                <a:latin typeface="Baskerville Old Face" pitchFamily="18" charset="0"/>
              </a:rPr>
              <a:t> </a:t>
            </a:r>
            <a:r>
              <a:rPr lang="en-US" sz="2800" dirty="0" err="1">
                <a:latin typeface="Baskerville Old Face" pitchFamily="18" charset="0"/>
              </a:rPr>
              <a:t>pencapaian</a:t>
            </a:r>
            <a:r>
              <a:rPr lang="en-US" sz="2800" dirty="0">
                <a:latin typeface="Baskerville Old Face" pitchFamily="18" charset="0"/>
              </a:rPr>
              <a:t> </a:t>
            </a:r>
            <a:r>
              <a:rPr lang="en-US" sz="2800" dirty="0" err="1">
                <a:latin typeface="Baskerville Old Face" pitchFamily="18" charset="0"/>
              </a:rPr>
              <a:t>tujuan</a:t>
            </a:r>
            <a:endParaRPr lang="en-US" sz="2800" dirty="0">
              <a:latin typeface="Baskerville Old Face" pitchFamily="18" charset="0"/>
            </a:endParaRPr>
          </a:p>
          <a:p>
            <a:pPr marL="561975" indent="-561975" algn="just" eaLnBrk="1" hangingPunct="1">
              <a:buFont typeface="Wingdings" pitchFamily="2" charset="2"/>
              <a:buChar char="q"/>
            </a:pPr>
            <a:r>
              <a:rPr lang="en-US" sz="2800" dirty="0" err="1">
                <a:latin typeface="Baskerville Old Face" pitchFamily="18" charset="0"/>
              </a:rPr>
              <a:t>Memberikan</a:t>
            </a:r>
            <a:r>
              <a:rPr lang="en-US" sz="2800" dirty="0">
                <a:latin typeface="Baskerville Old Face" pitchFamily="18" charset="0"/>
              </a:rPr>
              <a:t> </a:t>
            </a:r>
            <a:r>
              <a:rPr lang="en-US" sz="2800" dirty="0" err="1">
                <a:latin typeface="Baskerville Old Face" pitchFamily="18" charset="0"/>
              </a:rPr>
              <a:t>tugas</a:t>
            </a:r>
            <a:r>
              <a:rPr lang="en-US" sz="2800" dirty="0">
                <a:latin typeface="Baskerville Old Face" pitchFamily="18" charset="0"/>
              </a:rPr>
              <a:t> </a:t>
            </a:r>
            <a:r>
              <a:rPr lang="en-US" sz="2800" dirty="0" err="1">
                <a:latin typeface="Baskerville Old Face" pitchFamily="18" charset="0"/>
              </a:rPr>
              <a:t>dan</a:t>
            </a:r>
            <a:r>
              <a:rPr lang="en-US" sz="2800" dirty="0">
                <a:latin typeface="Baskerville Old Face" pitchFamily="18" charset="0"/>
              </a:rPr>
              <a:t> </a:t>
            </a:r>
            <a:r>
              <a:rPr lang="en-US" sz="2800" dirty="0" err="1">
                <a:latin typeface="Baskerville Old Face" pitchFamily="18" charset="0"/>
              </a:rPr>
              <a:t>penjelasan</a:t>
            </a:r>
            <a:r>
              <a:rPr lang="en-US" sz="2800" dirty="0">
                <a:latin typeface="Baskerville Old Face" pitchFamily="18" charset="0"/>
              </a:rPr>
              <a:t> </a:t>
            </a:r>
            <a:r>
              <a:rPr lang="en-US" sz="2800" dirty="0" err="1">
                <a:latin typeface="Baskerville Old Face" pitchFamily="18" charset="0"/>
              </a:rPr>
              <a:t>rutin</a:t>
            </a:r>
            <a:r>
              <a:rPr lang="en-US" sz="2800" dirty="0">
                <a:latin typeface="Baskerville Old Face" pitchFamily="18" charset="0"/>
              </a:rPr>
              <a:t> </a:t>
            </a:r>
            <a:r>
              <a:rPr lang="en-US" sz="2800" dirty="0" err="1">
                <a:latin typeface="Baskerville Old Face" pitchFamily="18" charset="0"/>
              </a:rPr>
              <a:t>mengenai</a:t>
            </a:r>
            <a:r>
              <a:rPr lang="en-US" sz="2800" dirty="0">
                <a:latin typeface="Baskerville Old Face" pitchFamily="18" charset="0"/>
              </a:rPr>
              <a:t> </a:t>
            </a:r>
            <a:r>
              <a:rPr lang="en-US" sz="2800" dirty="0" err="1">
                <a:latin typeface="Baskerville Old Face" pitchFamily="18" charset="0"/>
              </a:rPr>
              <a:t>pekerjaan</a:t>
            </a:r>
            <a:endParaRPr lang="en-US" sz="2800" dirty="0">
              <a:latin typeface="Baskerville Old Face" pitchFamily="18" charset="0"/>
            </a:endParaRPr>
          </a:p>
          <a:p>
            <a:pPr marL="561975" indent="-561975" algn="just" eaLnBrk="1" hangingPunct="1">
              <a:buFont typeface="Wingdings" pitchFamily="2" charset="2"/>
              <a:buChar char="q"/>
            </a:pPr>
            <a:r>
              <a:rPr lang="en-US" sz="2800" dirty="0" err="1">
                <a:latin typeface="Baskerville Old Face" pitchFamily="18" charset="0"/>
              </a:rPr>
              <a:t>Menjelaskan</a:t>
            </a:r>
            <a:r>
              <a:rPr lang="en-US" sz="2800" dirty="0">
                <a:latin typeface="Baskerville Old Face" pitchFamily="18" charset="0"/>
              </a:rPr>
              <a:t> </a:t>
            </a:r>
            <a:r>
              <a:rPr lang="en-US" sz="2800" dirty="0" err="1">
                <a:latin typeface="Baskerville Old Face" pitchFamily="18" charset="0"/>
              </a:rPr>
              <a:t>kebijakan</a:t>
            </a:r>
            <a:r>
              <a:rPr lang="en-US" sz="2800" dirty="0">
                <a:latin typeface="Baskerville Old Face" pitchFamily="18" charset="0"/>
              </a:rPr>
              <a:t> yang </a:t>
            </a:r>
            <a:r>
              <a:rPr lang="en-US" sz="2800" dirty="0" err="1">
                <a:latin typeface="Baskerville Old Face" pitchFamily="18" charset="0"/>
              </a:rPr>
              <a:t>ditetapkan</a:t>
            </a:r>
            <a:r>
              <a:rPr lang="en-US" sz="2800" dirty="0">
                <a:latin typeface="Baskerville Old Face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88049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477962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sz="2400" b="1" dirty="0"/>
              <a:t>4. </a:t>
            </a:r>
            <a:r>
              <a:rPr lang="en-US" sz="2400" b="1" dirty="0" err="1"/>
              <a:t>Kegiatan</a:t>
            </a:r>
            <a:r>
              <a:rPr lang="en-US" sz="2400" b="1" dirty="0"/>
              <a:t> </a:t>
            </a:r>
            <a:r>
              <a:rPr lang="en-US" sz="2400" b="1" dirty="0" err="1"/>
              <a:t>dalam</a:t>
            </a:r>
            <a:r>
              <a:rPr lang="en-US" sz="2400" b="1" dirty="0"/>
              <a:t> </a:t>
            </a:r>
            <a:br>
              <a:rPr lang="en-US" sz="2400" b="1" dirty="0"/>
            </a:br>
            <a:r>
              <a:rPr lang="en-US" sz="2400" b="1" dirty="0" err="1"/>
              <a:t>Fungsi</a:t>
            </a:r>
            <a:r>
              <a:rPr lang="en-US" sz="2400" b="1" dirty="0"/>
              <a:t> </a:t>
            </a:r>
            <a:r>
              <a:rPr lang="en-US" sz="2400" b="1" dirty="0" err="1"/>
              <a:t>Pengawasan</a:t>
            </a:r>
            <a:r>
              <a:rPr lang="en-US" sz="2400" b="1" dirty="0"/>
              <a:t> </a:t>
            </a:r>
            <a:r>
              <a:rPr lang="en-US" sz="2400" b="1" dirty="0" err="1"/>
              <a:t>dan</a:t>
            </a:r>
            <a:r>
              <a:rPr lang="en-US" sz="2400" b="1" dirty="0"/>
              <a:t> </a:t>
            </a:r>
            <a:r>
              <a:rPr lang="en-US" sz="2400" b="1" dirty="0" err="1"/>
              <a:t>Pengendalian</a:t>
            </a:r>
            <a:br>
              <a:rPr lang="en-US" sz="2400" b="1" dirty="0"/>
            </a:br>
            <a:r>
              <a:rPr lang="en-US" sz="2400" b="1" i="1" dirty="0"/>
              <a:t>(Controlling)</a:t>
            </a:r>
            <a:endParaRPr lang="en-US" sz="2800" b="1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905000"/>
            <a:ext cx="8305800" cy="4953000"/>
          </a:xfrm>
        </p:spPr>
        <p:txBody>
          <a:bodyPr>
            <a:normAutofit/>
          </a:bodyPr>
          <a:lstStyle/>
          <a:p>
            <a:pPr marL="515938" indent="-515938" algn="just" eaLnBrk="1" hangingPunct="1">
              <a:lnSpc>
                <a:spcPct val="90000"/>
              </a:lnSpc>
              <a:buFont typeface="Wingdings" pitchFamily="2" charset="2"/>
              <a:buChar char="q"/>
            </a:pPr>
            <a:r>
              <a:rPr lang="en-US" sz="2800" dirty="0" err="1"/>
              <a:t>Mengevaluasi</a:t>
            </a:r>
            <a:r>
              <a:rPr lang="en-US" sz="2800" dirty="0"/>
              <a:t> </a:t>
            </a:r>
            <a:r>
              <a:rPr lang="en-US" sz="2800" dirty="0" err="1"/>
              <a:t>keberhasilan</a:t>
            </a:r>
            <a:r>
              <a:rPr lang="en-US" sz="2800" dirty="0"/>
              <a:t> </a:t>
            </a:r>
            <a:r>
              <a:rPr lang="en-US" sz="2800" dirty="0" err="1"/>
              <a:t>dalam</a:t>
            </a:r>
            <a:r>
              <a:rPr lang="en-US" sz="2800" dirty="0"/>
              <a:t> </a:t>
            </a:r>
            <a:r>
              <a:rPr lang="en-US" sz="2800" dirty="0" err="1"/>
              <a:t>pencapaian</a:t>
            </a:r>
            <a:r>
              <a:rPr lang="en-US" sz="2800" dirty="0"/>
              <a:t> </a:t>
            </a:r>
            <a:r>
              <a:rPr lang="en-US" sz="2800" dirty="0" err="1"/>
              <a:t>tujuan</a:t>
            </a:r>
            <a:r>
              <a:rPr lang="en-US" sz="2800" dirty="0"/>
              <a:t>  </a:t>
            </a:r>
            <a:r>
              <a:rPr lang="en-US" sz="2800" dirty="0" err="1"/>
              <a:t>sesuai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indikator</a:t>
            </a:r>
            <a:r>
              <a:rPr lang="en-US" sz="2800" dirty="0"/>
              <a:t> yang </a:t>
            </a:r>
            <a:r>
              <a:rPr lang="en-US" sz="2800" dirty="0" err="1"/>
              <a:t>telah</a:t>
            </a:r>
            <a:r>
              <a:rPr lang="en-US" sz="2800" dirty="0"/>
              <a:t> </a:t>
            </a:r>
            <a:r>
              <a:rPr lang="en-US" sz="2800" dirty="0" err="1"/>
              <a:t>ditetapkan</a:t>
            </a:r>
            <a:endParaRPr lang="en-US" sz="2800" dirty="0"/>
          </a:p>
          <a:p>
            <a:pPr marL="515938" indent="-515938" algn="just" eaLnBrk="1" hangingPunct="1">
              <a:lnSpc>
                <a:spcPct val="90000"/>
              </a:lnSpc>
              <a:buFont typeface="Wingdings" pitchFamily="2" charset="2"/>
              <a:buChar char="q"/>
            </a:pPr>
            <a:r>
              <a:rPr lang="en-US" sz="2800" dirty="0" err="1"/>
              <a:t>Mengambil</a:t>
            </a:r>
            <a:r>
              <a:rPr lang="en-US" sz="2800" dirty="0"/>
              <a:t> </a:t>
            </a:r>
            <a:r>
              <a:rPr lang="en-US" sz="2800" dirty="0" err="1"/>
              <a:t>langkah</a:t>
            </a:r>
            <a:r>
              <a:rPr lang="en-US" sz="2800" dirty="0"/>
              <a:t> </a:t>
            </a:r>
            <a:r>
              <a:rPr lang="en-US" sz="2800" dirty="0" err="1"/>
              <a:t>klarifikasi</a:t>
            </a:r>
            <a:r>
              <a:rPr lang="en-US" sz="2800" dirty="0"/>
              <a:t>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dirty="0" err="1"/>
              <a:t>koreksi</a:t>
            </a:r>
            <a:r>
              <a:rPr lang="en-US" sz="2800" dirty="0"/>
              <a:t> </a:t>
            </a:r>
            <a:r>
              <a:rPr lang="en-US" sz="2800" dirty="0" err="1"/>
              <a:t>atas</a:t>
            </a:r>
            <a:r>
              <a:rPr lang="en-US" sz="2800" dirty="0"/>
              <a:t> </a:t>
            </a:r>
            <a:r>
              <a:rPr lang="en-US" sz="2800" dirty="0" err="1"/>
              <a:t>penyimpangan</a:t>
            </a:r>
            <a:r>
              <a:rPr lang="en-US" sz="2800" dirty="0"/>
              <a:t> yang </a:t>
            </a:r>
            <a:r>
              <a:rPr lang="en-US" sz="2800" dirty="0" err="1"/>
              <a:t>mungkin</a:t>
            </a:r>
            <a:r>
              <a:rPr lang="en-US" sz="2800" dirty="0"/>
              <a:t> </a:t>
            </a:r>
            <a:r>
              <a:rPr lang="en-US" sz="2800" dirty="0" err="1"/>
              <a:t>ditemukan</a:t>
            </a:r>
            <a:endParaRPr lang="en-US" sz="2800" dirty="0"/>
          </a:p>
          <a:p>
            <a:pPr marL="515938" indent="-515938" algn="just" eaLnBrk="1" hangingPunct="1">
              <a:lnSpc>
                <a:spcPct val="90000"/>
              </a:lnSpc>
              <a:buFont typeface="Wingdings" pitchFamily="2" charset="2"/>
              <a:buChar char="q"/>
            </a:pPr>
            <a:r>
              <a:rPr lang="en-US" sz="2800" dirty="0" err="1"/>
              <a:t>Melakukan</a:t>
            </a:r>
            <a:r>
              <a:rPr lang="en-US" sz="2800" dirty="0"/>
              <a:t> </a:t>
            </a:r>
            <a:r>
              <a:rPr lang="en-US" sz="2800" dirty="0" err="1"/>
              <a:t>berbagai</a:t>
            </a:r>
            <a:r>
              <a:rPr lang="en-US" sz="2800" dirty="0"/>
              <a:t> </a:t>
            </a:r>
            <a:r>
              <a:rPr lang="en-US" sz="2800" dirty="0" err="1"/>
              <a:t>alternatif</a:t>
            </a:r>
            <a:r>
              <a:rPr lang="en-US" sz="2800" dirty="0"/>
              <a:t> </a:t>
            </a:r>
            <a:r>
              <a:rPr lang="en-US" sz="2800" dirty="0" err="1"/>
              <a:t>solusi</a:t>
            </a:r>
            <a:r>
              <a:rPr lang="en-US" sz="2800" dirty="0"/>
              <a:t> </a:t>
            </a:r>
            <a:r>
              <a:rPr lang="en-US" sz="2800" dirty="0" err="1"/>
              <a:t>atas</a:t>
            </a:r>
            <a:r>
              <a:rPr lang="en-US" sz="2800" dirty="0"/>
              <a:t> </a:t>
            </a:r>
            <a:r>
              <a:rPr lang="en-US" sz="2800" dirty="0" err="1"/>
              <a:t>berbagai</a:t>
            </a:r>
            <a:r>
              <a:rPr lang="en-US" sz="2800" dirty="0"/>
              <a:t> </a:t>
            </a:r>
            <a:r>
              <a:rPr lang="en-US" sz="2800" dirty="0" err="1"/>
              <a:t>masalah</a:t>
            </a:r>
            <a:r>
              <a:rPr lang="en-US" sz="2800" dirty="0"/>
              <a:t> yang </a:t>
            </a:r>
            <a:r>
              <a:rPr lang="en-US" sz="2800" dirty="0" err="1"/>
              <a:t>terkait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pencapaian</a:t>
            </a:r>
            <a:r>
              <a:rPr lang="en-US" sz="2800" dirty="0"/>
              <a:t> </a:t>
            </a:r>
            <a:r>
              <a:rPr lang="en-US" sz="2800" dirty="0" err="1"/>
              <a:t>tujuan</a:t>
            </a:r>
            <a:r>
              <a:rPr lang="en-US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45583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620000" cy="13716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FOKUS PELAYANAN MANAJEMEN KEPERAWATAN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685800" y="1752600"/>
          <a:ext cx="7620000" cy="4373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16623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228600"/>
          <a:ext cx="8305800" cy="6324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77009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924800" cy="1371600"/>
          </a:xfrm>
        </p:spPr>
        <p:txBody>
          <a:bodyPr/>
          <a:lstStyle/>
          <a:p>
            <a:pPr algn="ctr"/>
            <a:r>
              <a:rPr lang="en-US" dirty="0" err="1">
                <a:latin typeface="Arial Rounded MT Bold" pitchFamily="34" charset="0"/>
              </a:rPr>
              <a:t>Manajemen</a:t>
            </a:r>
            <a:r>
              <a:rPr lang="en-US" dirty="0">
                <a:latin typeface="Arial Rounded MT Bold" pitchFamily="34" charset="0"/>
              </a:rPr>
              <a:t> </a:t>
            </a:r>
            <a:r>
              <a:rPr lang="en-US" dirty="0" err="1">
                <a:latin typeface="Arial Rounded MT Bold" pitchFamily="34" charset="0"/>
              </a:rPr>
              <a:t>Layanan</a:t>
            </a:r>
            <a:r>
              <a:rPr lang="en-US" dirty="0">
                <a:latin typeface="Arial Rounded MT Bold" pitchFamily="34" charset="0"/>
              </a:rPr>
              <a:t>/</a:t>
            </a:r>
            <a:r>
              <a:rPr lang="en-US" dirty="0" err="1">
                <a:latin typeface="Arial Rounded MT Bold" pitchFamily="34" charset="0"/>
              </a:rPr>
              <a:t>Operasional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828800"/>
            <a:ext cx="4465320" cy="4271963"/>
          </a:xfrm>
        </p:spPr>
        <p:txBody>
          <a:bodyPr>
            <a:normAutofit/>
          </a:bodyPr>
          <a:lstStyle/>
          <a:p>
            <a:pPr indent="457200" algn="just"/>
            <a:r>
              <a:rPr lang="en-US" dirty="0" err="1">
                <a:latin typeface="Arial Narrow" pitchFamily="34" charset="0"/>
              </a:rPr>
              <a:t>Pelayanan</a:t>
            </a:r>
            <a:r>
              <a:rPr lang="en-US" dirty="0">
                <a:latin typeface="Arial Narrow" pitchFamily="34" charset="0"/>
              </a:rPr>
              <a:t> </a:t>
            </a:r>
            <a:r>
              <a:rPr lang="en-US" dirty="0" err="1">
                <a:latin typeface="Arial Narrow" pitchFamily="34" charset="0"/>
              </a:rPr>
              <a:t>keperawatan</a:t>
            </a:r>
            <a:r>
              <a:rPr lang="en-US" dirty="0">
                <a:latin typeface="Arial Narrow" pitchFamily="34" charset="0"/>
              </a:rPr>
              <a:t> di </a:t>
            </a:r>
            <a:r>
              <a:rPr lang="en-US" dirty="0" err="1">
                <a:latin typeface="Arial Narrow" pitchFamily="34" charset="0"/>
              </a:rPr>
              <a:t>rumah</a:t>
            </a:r>
            <a:r>
              <a:rPr lang="en-US" dirty="0">
                <a:latin typeface="Arial Narrow" pitchFamily="34" charset="0"/>
              </a:rPr>
              <a:t> </a:t>
            </a:r>
            <a:r>
              <a:rPr lang="en-US" dirty="0" err="1">
                <a:latin typeface="Arial Narrow" pitchFamily="34" charset="0"/>
              </a:rPr>
              <a:t>sakit</a:t>
            </a:r>
            <a:r>
              <a:rPr lang="en-US" dirty="0">
                <a:latin typeface="Arial Narrow" pitchFamily="34" charset="0"/>
              </a:rPr>
              <a:t> </a:t>
            </a:r>
            <a:r>
              <a:rPr lang="en-US" dirty="0" err="1">
                <a:latin typeface="Arial Narrow" pitchFamily="34" charset="0"/>
              </a:rPr>
              <a:t>dikelola</a:t>
            </a:r>
            <a:r>
              <a:rPr lang="en-US" dirty="0">
                <a:latin typeface="Arial Narrow" pitchFamily="34" charset="0"/>
              </a:rPr>
              <a:t> </a:t>
            </a:r>
            <a:r>
              <a:rPr lang="en-US" dirty="0" err="1">
                <a:latin typeface="Arial Narrow" pitchFamily="34" charset="0"/>
              </a:rPr>
              <a:t>oleh</a:t>
            </a:r>
            <a:r>
              <a:rPr lang="en-US" dirty="0">
                <a:latin typeface="Arial Narrow" pitchFamily="34" charset="0"/>
              </a:rPr>
              <a:t> </a:t>
            </a:r>
            <a:r>
              <a:rPr lang="en-US" dirty="0" err="1">
                <a:latin typeface="Arial Narrow" pitchFamily="34" charset="0"/>
              </a:rPr>
              <a:t>bidang</a:t>
            </a:r>
            <a:r>
              <a:rPr lang="en-US" dirty="0">
                <a:latin typeface="Arial Narrow" pitchFamily="34" charset="0"/>
              </a:rPr>
              <a:t> </a:t>
            </a:r>
            <a:r>
              <a:rPr lang="en-US" dirty="0" err="1">
                <a:latin typeface="Arial Narrow" pitchFamily="34" charset="0"/>
              </a:rPr>
              <a:t>perawatan</a:t>
            </a:r>
            <a:r>
              <a:rPr lang="en-US" dirty="0">
                <a:latin typeface="Arial Narrow" pitchFamily="34" charset="0"/>
              </a:rPr>
              <a:t> yang </a:t>
            </a:r>
            <a:r>
              <a:rPr lang="en-US" dirty="0" err="1">
                <a:latin typeface="Arial Narrow" pitchFamily="34" charset="0"/>
              </a:rPr>
              <a:t>terdiri</a:t>
            </a:r>
            <a:r>
              <a:rPr lang="en-US" dirty="0">
                <a:latin typeface="Arial Narrow" pitchFamily="34" charset="0"/>
              </a:rPr>
              <a:t> </a:t>
            </a:r>
            <a:r>
              <a:rPr lang="en-US" dirty="0" err="1">
                <a:latin typeface="Arial Narrow" pitchFamily="34" charset="0"/>
              </a:rPr>
              <a:t>dari</a:t>
            </a:r>
            <a:r>
              <a:rPr lang="en-US" dirty="0">
                <a:latin typeface="Arial Narrow" pitchFamily="34" charset="0"/>
              </a:rPr>
              <a:t> </a:t>
            </a:r>
            <a:r>
              <a:rPr lang="en-US" dirty="0" err="1">
                <a:latin typeface="Arial Narrow" pitchFamily="34" charset="0"/>
              </a:rPr>
              <a:t>tiga</a:t>
            </a:r>
            <a:r>
              <a:rPr lang="en-US" dirty="0">
                <a:latin typeface="Arial Narrow" pitchFamily="34" charset="0"/>
              </a:rPr>
              <a:t> </a:t>
            </a:r>
            <a:r>
              <a:rPr lang="en-US" dirty="0" err="1">
                <a:latin typeface="Arial Narrow" pitchFamily="34" charset="0"/>
              </a:rPr>
              <a:t>tingkatan</a:t>
            </a:r>
            <a:r>
              <a:rPr lang="en-US" dirty="0">
                <a:latin typeface="Arial Narrow" pitchFamily="34" charset="0"/>
              </a:rPr>
              <a:t> </a:t>
            </a:r>
            <a:r>
              <a:rPr lang="en-US" dirty="0" err="1">
                <a:latin typeface="Arial Narrow" pitchFamily="34" charset="0"/>
              </a:rPr>
              <a:t>menajerial</a:t>
            </a:r>
            <a:r>
              <a:rPr lang="en-US" dirty="0">
                <a:latin typeface="Arial Narrow" pitchFamily="34" charset="0"/>
              </a:rPr>
              <a:t> </a:t>
            </a:r>
            <a:r>
              <a:rPr lang="en-US" dirty="0" err="1">
                <a:latin typeface="Arial Narrow" pitchFamily="34" charset="0"/>
              </a:rPr>
              <a:t>dan</a:t>
            </a:r>
            <a:r>
              <a:rPr lang="en-US" dirty="0">
                <a:latin typeface="Arial Narrow" pitchFamily="34" charset="0"/>
              </a:rPr>
              <a:t> </a:t>
            </a:r>
            <a:r>
              <a:rPr lang="en-US" dirty="0" err="1">
                <a:latin typeface="Arial Narrow" pitchFamily="34" charset="0"/>
              </a:rPr>
              <a:t>setiap</a:t>
            </a:r>
            <a:r>
              <a:rPr lang="en-US" dirty="0">
                <a:latin typeface="Arial Narrow" pitchFamily="34" charset="0"/>
              </a:rPr>
              <a:t> </a:t>
            </a:r>
            <a:r>
              <a:rPr lang="en-US" dirty="0" err="1">
                <a:latin typeface="Arial Narrow" pitchFamily="34" charset="0"/>
              </a:rPr>
              <a:t>tingkatan</a:t>
            </a:r>
            <a:r>
              <a:rPr lang="en-US" dirty="0">
                <a:latin typeface="Arial Narrow" pitchFamily="34" charset="0"/>
              </a:rPr>
              <a:t> </a:t>
            </a:r>
            <a:r>
              <a:rPr lang="en-US" dirty="0" err="1">
                <a:latin typeface="Arial Narrow" pitchFamily="34" charset="0"/>
              </a:rPr>
              <a:t>dipimpin</a:t>
            </a:r>
            <a:r>
              <a:rPr lang="en-US" dirty="0">
                <a:latin typeface="Arial Narrow" pitchFamily="34" charset="0"/>
              </a:rPr>
              <a:t> </a:t>
            </a:r>
            <a:r>
              <a:rPr lang="en-US" dirty="0" err="1">
                <a:latin typeface="Arial Narrow" pitchFamily="34" charset="0"/>
              </a:rPr>
              <a:t>oleh</a:t>
            </a:r>
            <a:r>
              <a:rPr lang="en-US" dirty="0">
                <a:latin typeface="Arial Narrow" pitchFamily="34" charset="0"/>
              </a:rPr>
              <a:t> </a:t>
            </a:r>
            <a:r>
              <a:rPr lang="en-US" dirty="0" err="1">
                <a:latin typeface="Arial Narrow" pitchFamily="34" charset="0"/>
              </a:rPr>
              <a:t>seseorang</a:t>
            </a:r>
            <a:r>
              <a:rPr lang="en-US" dirty="0">
                <a:latin typeface="Arial Narrow" pitchFamily="34" charset="0"/>
              </a:rPr>
              <a:t> yang </a:t>
            </a:r>
            <a:r>
              <a:rPr lang="en-US" dirty="0" err="1">
                <a:latin typeface="Arial Narrow" pitchFamily="34" charset="0"/>
              </a:rPr>
              <a:t>mempunyai</a:t>
            </a:r>
            <a:r>
              <a:rPr lang="en-US" dirty="0">
                <a:latin typeface="Arial Narrow" pitchFamily="34" charset="0"/>
              </a:rPr>
              <a:t> </a:t>
            </a:r>
            <a:r>
              <a:rPr lang="en-US" dirty="0" err="1">
                <a:latin typeface="Arial Narrow" pitchFamily="34" charset="0"/>
              </a:rPr>
              <a:t>kompetensi</a:t>
            </a:r>
            <a:r>
              <a:rPr lang="en-US" dirty="0">
                <a:latin typeface="Arial Narrow" pitchFamily="34" charset="0"/>
              </a:rPr>
              <a:t> yang </a:t>
            </a:r>
            <a:r>
              <a:rPr lang="en-US" dirty="0" err="1">
                <a:latin typeface="Arial Narrow" pitchFamily="34" charset="0"/>
              </a:rPr>
              <a:t>relevan</a:t>
            </a:r>
            <a:r>
              <a:rPr lang="en-US" dirty="0">
                <a:latin typeface="Arial Narrow" pitchFamily="34" charset="0"/>
              </a:rPr>
              <a:t>.</a:t>
            </a:r>
          </a:p>
          <a:p>
            <a:pPr indent="457200"/>
            <a:endParaRPr lang="en-US" dirty="0">
              <a:latin typeface="Arial Narrow" pitchFamily="34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2"/>
          </p:nvPr>
        </p:nvGraphicFramePr>
        <p:xfrm>
          <a:off x="5334000" y="2133600"/>
          <a:ext cx="3292475" cy="3352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072603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543800" cy="1371600"/>
          </a:xfrm>
        </p:spPr>
        <p:txBody>
          <a:bodyPr>
            <a:normAutofit/>
          </a:bodyPr>
          <a:lstStyle/>
          <a:p>
            <a:pPr algn="ctr"/>
            <a:r>
              <a:rPr lang="en-US" dirty="0" err="1">
                <a:latin typeface="Arial Rounded MT Bold" pitchFamily="34" charset="0"/>
              </a:rPr>
              <a:t>Manajemen</a:t>
            </a:r>
            <a:r>
              <a:rPr lang="en-US" dirty="0">
                <a:latin typeface="Arial Rounded MT Bold" pitchFamily="34" charset="0"/>
              </a:rPr>
              <a:t> </a:t>
            </a:r>
            <a:r>
              <a:rPr lang="en-US" dirty="0" err="1">
                <a:latin typeface="Arial Rounded MT Bold" pitchFamily="34" charset="0"/>
              </a:rPr>
              <a:t>asuhan</a:t>
            </a:r>
            <a:r>
              <a:rPr lang="en-US" dirty="0">
                <a:latin typeface="Arial Rounded MT Bold" pitchFamily="34" charset="0"/>
              </a:rPr>
              <a:t> </a:t>
            </a:r>
            <a:r>
              <a:rPr lang="en-US" dirty="0" err="1">
                <a:latin typeface="Arial Rounded MT Bold" pitchFamily="34" charset="0"/>
              </a:rPr>
              <a:t>keperawatan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752600"/>
          <a:ext cx="7620000" cy="4373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667308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888F9-4758-4A4C-B39A-FDAA2C1E0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C89E7E-5B45-99AB-FACC-C59073C8952E}"/>
              </a:ext>
            </a:extLst>
          </p:cNvPr>
          <p:cNvSpPr/>
          <p:nvPr/>
        </p:nvSpPr>
        <p:spPr>
          <a:xfrm>
            <a:off x="1295400" y="1905000"/>
            <a:ext cx="59436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sz="3200" dirty="0">
              <a:latin typeface="Arial Rounded MT Bold" pitchFamily="34" charset="0"/>
            </a:endParaRPr>
          </a:p>
          <a:p>
            <a:pPr algn="ctr"/>
            <a:r>
              <a:rPr lang="id-ID" sz="3200" dirty="0">
                <a:latin typeface="Arial Rounded MT Bold" pitchFamily="34" charset="0"/>
              </a:rPr>
              <a:t>HIRARKI PERENCANAAN DAN PERENCANAAN STRATEGIS</a:t>
            </a:r>
            <a:r>
              <a:rPr lang="en-US" sz="3200" dirty="0">
                <a:latin typeface="Arial Rounded MT Bold" pitchFamily="34" charset="0"/>
              </a:rPr>
              <a:t> </a:t>
            </a:r>
            <a:endParaRPr lang="en-US" sz="32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0333309"/>
      </p:ext>
    </p:extLst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itle 5"/>
          <p:cNvSpPr>
            <a:spLocks noGrp="1"/>
          </p:cNvSpPr>
          <p:nvPr>
            <p:ph type="title"/>
          </p:nvPr>
        </p:nvSpPr>
        <p:spPr>
          <a:xfrm>
            <a:off x="533400" y="685800"/>
            <a:ext cx="8229600" cy="685800"/>
          </a:xfrm>
        </p:spPr>
        <p:txBody>
          <a:bodyPr/>
          <a:lstStyle/>
          <a:p>
            <a:pPr>
              <a:spcBef>
                <a:spcPct val="50000"/>
              </a:spcBef>
            </a:pPr>
            <a:endParaRPr lang="en-US" sz="3200" dirty="0">
              <a:latin typeface="Arial" charset="0"/>
              <a:ea typeface="Times New Roman" pitchFamily="18" charset="0"/>
              <a:cs typeface="Arial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"/>
            <a:ext cx="9172575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16263594"/>
      </p:ext>
    </p:extLst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kumimoji="0" lang="en-US" sz="3600" b="0" i="0" u="none" strike="noStrike" kern="0" cap="none" spc="0" normalizeH="0" baseline="0" noProof="0" dirty="0" err="1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mic Sans MS" pitchFamily="66" charset="0"/>
              </a:rPr>
              <a:t>Arti</a:t>
            </a: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mic Sans MS" pitchFamily="66" charset="0"/>
              </a:rPr>
              <a:t> </a:t>
            </a:r>
            <a:r>
              <a:rPr kumimoji="0" lang="en-US" sz="3600" b="0" i="0" u="none" strike="noStrike" kern="0" cap="none" spc="0" normalizeH="0" baseline="0" noProof="0" dirty="0" err="1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mic Sans MS" pitchFamily="66" charset="0"/>
              </a:rPr>
              <a:t>penting</a:t>
            </a: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mic Sans MS" pitchFamily="66" charset="0"/>
              </a:rPr>
              <a:t> </a:t>
            </a:r>
            <a:r>
              <a:rPr kumimoji="0" lang="en-US" sz="3600" b="0" i="0" u="none" strike="noStrike" kern="0" cap="none" spc="0" normalizeH="0" baseline="0" noProof="0" dirty="0" err="1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mic Sans MS" pitchFamily="66" charset="0"/>
              </a:rPr>
              <a:t>Sasaran</a:t>
            </a: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mic Sans MS" pitchFamily="66" charset="0"/>
              </a:rPr>
              <a:t> </a:t>
            </a:r>
            <a:r>
              <a:rPr kumimoji="0" lang="en-US" sz="3600" b="0" i="0" u="none" strike="noStrike" kern="0" cap="none" spc="0" normalizeH="0" baseline="0" noProof="0" dirty="0" err="1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mic Sans MS" pitchFamily="66" charset="0"/>
              </a:rPr>
              <a:t>dan</a:t>
            </a: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mic Sans MS" pitchFamily="66" charset="0"/>
              </a:rPr>
              <a:t> </a:t>
            </a:r>
            <a:r>
              <a:rPr kumimoji="0" lang="en-US" sz="3600" b="0" i="0" u="none" strike="noStrike" kern="0" cap="none" spc="0" normalizeH="0" baseline="0" noProof="0" dirty="0" err="1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mic Sans MS" pitchFamily="66" charset="0"/>
              </a:rPr>
              <a:t>Rencana</a:t>
            </a:r>
            <a:endParaRPr lang="en-US" sz="3600" dirty="0">
              <a:latin typeface="Arial" charset="0"/>
              <a:ea typeface="Times New Roman" pitchFamily="18" charset="0"/>
              <a:cs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lvl="0" fontAlgn="base">
              <a:spcAft>
                <a:spcPct val="0"/>
              </a:spcAft>
              <a:buClr>
                <a:srgbClr val="1ACE9F"/>
              </a:buClr>
              <a:buSzPct val="60000"/>
              <a:buFont typeface="Wingdings" pitchFamily="2" charset="2"/>
              <a:buChar char="n"/>
              <a:defRPr/>
            </a:pPr>
            <a:r>
              <a:rPr lang="fi-FI" sz="2400" b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Arti Penting Sasaran </a:t>
            </a:r>
            <a:endParaRPr lang="fi-FI" sz="2400" kern="0" dirty="0">
              <a:effectLst>
                <a:outerShdw blurRad="38100" dist="38100" dir="2700000" algn="tl">
                  <a:srgbClr val="000000"/>
                </a:outerShdw>
              </a:effectLst>
              <a:latin typeface="Comic Sans MS" pitchFamily="66" charset="0"/>
            </a:endParaRPr>
          </a:p>
          <a:p>
            <a:pPr lvl="1" fontAlgn="base">
              <a:spcAft>
                <a:spcPct val="0"/>
              </a:spcAft>
              <a:buClr>
                <a:srgbClr val="FFFFFF"/>
              </a:buClr>
              <a:buFontTx/>
              <a:buChar char="•"/>
              <a:defRPr/>
            </a:pPr>
            <a:r>
              <a:rPr lang="fi-FI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Sasaran memberikan arah</a:t>
            </a:r>
          </a:p>
          <a:p>
            <a:pPr lvl="1" fontAlgn="base">
              <a:spcAft>
                <a:spcPct val="0"/>
              </a:spcAft>
              <a:buClr>
                <a:srgbClr val="FFFFFF"/>
              </a:buClr>
              <a:buFontTx/>
              <a:buChar char="•"/>
              <a:defRPr/>
            </a:pPr>
            <a:r>
              <a:rPr lang="fi-FI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Sasaran memfokuskan usaha kita</a:t>
            </a:r>
          </a:p>
          <a:p>
            <a:pPr lvl="1" fontAlgn="base">
              <a:spcAft>
                <a:spcPct val="0"/>
              </a:spcAft>
              <a:buClr>
                <a:srgbClr val="FFFFFF"/>
              </a:buClr>
              <a:buFontTx/>
              <a:buChar char="•"/>
              <a:defRPr/>
            </a:pPr>
            <a:r>
              <a:rPr lang="fi-FI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Sasaran menjadi pedoman rencana dan keputusan kita</a:t>
            </a:r>
          </a:p>
          <a:p>
            <a:pPr lvl="1" fontAlgn="base">
              <a:spcAft>
                <a:spcPct val="0"/>
              </a:spcAft>
              <a:buClr>
                <a:srgbClr val="FFFFFF"/>
              </a:buClr>
              <a:buFontTx/>
              <a:buChar char="•"/>
              <a:defRPr/>
            </a:pPr>
            <a:r>
              <a:rPr lang="fi-FI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Sasaran membantu kita mengevaluasi kemajuan yang kita capai.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lvl="0" fontAlgn="base">
              <a:spcAft>
                <a:spcPct val="0"/>
              </a:spcAft>
              <a:buClr>
                <a:srgbClr val="1ACE9F"/>
              </a:buClr>
              <a:buSzPct val="60000"/>
              <a:buFont typeface="Wingdings" pitchFamily="2" charset="2"/>
              <a:buChar char="n"/>
              <a:defRPr/>
            </a:pPr>
            <a:r>
              <a:rPr lang="fi-FI" sz="2400" b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Arti Penting Perencanaan </a:t>
            </a:r>
            <a:endParaRPr lang="fi-FI" sz="2400" kern="0" dirty="0">
              <a:effectLst>
                <a:outerShdw blurRad="38100" dist="38100" dir="2700000" algn="tl">
                  <a:srgbClr val="000000"/>
                </a:outerShdw>
              </a:effectLst>
              <a:latin typeface="Comic Sans MS" pitchFamily="66" charset="0"/>
            </a:endParaRPr>
          </a:p>
          <a:p>
            <a:pPr lvl="1" fontAlgn="base">
              <a:spcAft>
                <a:spcPct val="0"/>
              </a:spcAft>
              <a:buClr>
                <a:srgbClr val="FFFFFF"/>
              </a:buClr>
              <a:buFontTx/>
              <a:buChar char="•"/>
              <a:defRPr/>
            </a:pPr>
            <a:r>
              <a:rPr lang="fi-FI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Tanpa perencanaan, para manajer tidak dapat mengetahui bagaimana sebaiknya mereka mengorganisasikan orang dan sumber daya secara efektif. </a:t>
            </a:r>
            <a:r>
              <a:rPr lang="sv-SE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Bahkan mereka tidak mempunyai ide yang jelas tentang apa yang perlu mereka organisasikan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782399"/>
      </p:ext>
    </p:extLst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itle 5"/>
          <p:cNvSpPr>
            <a:spLocks noGrp="1"/>
          </p:cNvSpPr>
          <p:nvPr>
            <p:ph type="title"/>
          </p:nvPr>
        </p:nvSpPr>
        <p:spPr>
          <a:xfrm>
            <a:off x="533400" y="685800"/>
            <a:ext cx="8229600" cy="685800"/>
          </a:xfrm>
        </p:spPr>
        <p:txBody>
          <a:bodyPr/>
          <a:lstStyle/>
          <a:p>
            <a:pPr>
              <a:spcBef>
                <a:spcPct val="50000"/>
              </a:spcBef>
            </a:pPr>
            <a:endParaRPr lang="en-US" sz="3200" dirty="0">
              <a:latin typeface="Arial" charset="0"/>
              <a:ea typeface="Times New Roman" pitchFamily="18" charset="0"/>
              <a:cs typeface="Arial" charset="0"/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"/>
            <a:ext cx="9144000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4782399"/>
      </p:ext>
    </p:extLst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itle 5"/>
          <p:cNvSpPr>
            <a:spLocks noGrp="1"/>
          </p:cNvSpPr>
          <p:nvPr>
            <p:ph type="title"/>
          </p:nvPr>
        </p:nvSpPr>
        <p:spPr>
          <a:xfrm>
            <a:off x="533400" y="685800"/>
            <a:ext cx="8229600" cy="685800"/>
          </a:xfrm>
        </p:spPr>
        <p:txBody>
          <a:bodyPr/>
          <a:lstStyle/>
          <a:p>
            <a:pPr>
              <a:spcBef>
                <a:spcPct val="50000"/>
              </a:spcBef>
            </a:pPr>
            <a:endParaRPr lang="en-US" sz="3200" dirty="0">
              <a:latin typeface="Arial" charset="0"/>
              <a:ea typeface="Times New Roman" pitchFamily="18" charset="0"/>
              <a:cs typeface="Arial" charset="0"/>
            </a:endParaRP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"/>
            <a:ext cx="91440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4782399"/>
      </p:ext>
    </p:extLst>
  </p:cSld>
  <p:clrMapOvr>
    <a:masterClrMapping/>
  </p:clrMapOvr>
  <p:transition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itle 5"/>
          <p:cNvSpPr>
            <a:spLocks noGrp="1"/>
          </p:cNvSpPr>
          <p:nvPr>
            <p:ph type="title"/>
          </p:nvPr>
        </p:nvSpPr>
        <p:spPr>
          <a:xfrm>
            <a:off x="533400" y="685800"/>
            <a:ext cx="8229600" cy="685800"/>
          </a:xfrm>
        </p:spPr>
        <p:txBody>
          <a:bodyPr/>
          <a:lstStyle/>
          <a:p>
            <a:pPr>
              <a:spcBef>
                <a:spcPct val="50000"/>
              </a:spcBef>
            </a:pPr>
            <a:endParaRPr lang="en-US" sz="3200" dirty="0">
              <a:latin typeface="Arial" charset="0"/>
              <a:ea typeface="Times New Roman" pitchFamily="18" charset="0"/>
              <a:cs typeface="Arial" charset="0"/>
            </a:endParaRPr>
          </a:p>
        </p:txBody>
      </p:sp>
      <p:pic>
        <p:nvPicPr>
          <p:cNvPr id="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"/>
            <a:ext cx="9143999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4782399"/>
      </p:ext>
    </p:extLst>
  </p:cSld>
  <p:clrMapOvr>
    <a:masterClrMapping/>
  </p:clrMapOvr>
  <p:transition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itle 5"/>
          <p:cNvSpPr>
            <a:spLocks noGrp="1"/>
          </p:cNvSpPr>
          <p:nvPr>
            <p:ph type="title"/>
          </p:nvPr>
        </p:nvSpPr>
        <p:spPr>
          <a:xfrm>
            <a:off x="533400" y="685800"/>
            <a:ext cx="8229600" cy="685800"/>
          </a:xfrm>
        </p:spPr>
        <p:txBody>
          <a:bodyPr/>
          <a:lstStyle/>
          <a:p>
            <a:pPr>
              <a:spcBef>
                <a:spcPct val="50000"/>
              </a:spcBef>
            </a:pPr>
            <a:endParaRPr lang="en-US" sz="3200" dirty="0">
              <a:latin typeface="Arial" charset="0"/>
              <a:ea typeface="Times New Roman" pitchFamily="18" charset="0"/>
              <a:cs typeface="Arial" charset="0"/>
            </a:endParaRP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"/>
            <a:ext cx="9172575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4782399"/>
      </p:ext>
    </p:extLst>
  </p:cSld>
  <p:clrMapOvr>
    <a:masterClrMapping/>
  </p:clrMapOvr>
  <p:transition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itle 5"/>
          <p:cNvSpPr>
            <a:spLocks noGrp="1"/>
          </p:cNvSpPr>
          <p:nvPr>
            <p:ph type="title"/>
          </p:nvPr>
        </p:nvSpPr>
        <p:spPr>
          <a:xfrm>
            <a:off x="533400" y="685800"/>
            <a:ext cx="8229600" cy="685800"/>
          </a:xfrm>
        </p:spPr>
        <p:txBody>
          <a:bodyPr/>
          <a:lstStyle/>
          <a:p>
            <a:pPr>
              <a:spcBef>
                <a:spcPct val="50000"/>
              </a:spcBef>
            </a:pPr>
            <a:endParaRPr lang="en-US" sz="3200" dirty="0">
              <a:latin typeface="Arial" charset="0"/>
              <a:ea typeface="Times New Roman" pitchFamily="18" charset="0"/>
              <a:cs typeface="Arial" charset="0"/>
            </a:endParaRP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3400"/>
            <a:ext cx="9172575" cy="586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4782399"/>
      </p:ext>
    </p:extLst>
  </p:cSld>
  <p:clrMapOvr>
    <a:masterClrMapping/>
  </p:clrMapOvr>
  <p:transition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itle 5"/>
          <p:cNvSpPr>
            <a:spLocks noGrp="1"/>
          </p:cNvSpPr>
          <p:nvPr>
            <p:ph type="title"/>
          </p:nvPr>
        </p:nvSpPr>
        <p:spPr>
          <a:xfrm>
            <a:off x="533400" y="685800"/>
            <a:ext cx="8229600" cy="685800"/>
          </a:xfrm>
        </p:spPr>
        <p:txBody>
          <a:bodyPr/>
          <a:lstStyle/>
          <a:p>
            <a:pPr>
              <a:spcBef>
                <a:spcPct val="50000"/>
              </a:spcBef>
            </a:pPr>
            <a:endParaRPr lang="en-US" sz="3200" dirty="0">
              <a:latin typeface="Arial" charset="0"/>
              <a:ea typeface="Times New Roman" pitchFamily="18" charset="0"/>
              <a:cs typeface="Arial" charset="0"/>
            </a:endParaRP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"/>
            <a:ext cx="9143999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4782399"/>
      </p:ext>
    </p:extLst>
  </p:cSld>
  <p:clrMapOvr>
    <a:masterClrMapping/>
  </p:clrMapOvr>
  <p:transition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itle 5"/>
          <p:cNvSpPr>
            <a:spLocks noGrp="1"/>
          </p:cNvSpPr>
          <p:nvPr>
            <p:ph type="title"/>
          </p:nvPr>
        </p:nvSpPr>
        <p:spPr>
          <a:xfrm>
            <a:off x="533400" y="685800"/>
            <a:ext cx="8229600" cy="685800"/>
          </a:xfrm>
        </p:spPr>
        <p:txBody>
          <a:bodyPr/>
          <a:lstStyle/>
          <a:p>
            <a:pPr>
              <a:spcBef>
                <a:spcPct val="50000"/>
              </a:spcBef>
            </a:pPr>
            <a:endParaRPr lang="en-US" sz="3200" dirty="0">
              <a:latin typeface="Arial" charset="0"/>
              <a:ea typeface="Times New Roman" pitchFamily="18" charset="0"/>
              <a:cs typeface="Arial" charset="0"/>
            </a:endParaRPr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3400"/>
            <a:ext cx="9144000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4782399"/>
      </p:ext>
    </p:extLst>
  </p:cSld>
  <p:clrMapOvr>
    <a:masterClrMapping/>
  </p:clrMapOvr>
  <p:transition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itle 5"/>
          <p:cNvSpPr>
            <a:spLocks noGrp="1"/>
          </p:cNvSpPr>
          <p:nvPr>
            <p:ph type="title"/>
          </p:nvPr>
        </p:nvSpPr>
        <p:spPr>
          <a:xfrm>
            <a:off x="533400" y="685800"/>
            <a:ext cx="8229600" cy="685800"/>
          </a:xfrm>
        </p:spPr>
        <p:txBody>
          <a:bodyPr/>
          <a:lstStyle/>
          <a:p>
            <a:pPr>
              <a:spcBef>
                <a:spcPct val="50000"/>
              </a:spcBef>
            </a:pPr>
            <a:endParaRPr lang="en-US" sz="3200" dirty="0">
              <a:latin typeface="Arial" charset="0"/>
              <a:ea typeface="Times New Roman" pitchFamily="18" charset="0"/>
              <a:cs typeface="Arial" charset="0"/>
            </a:endParaRPr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"/>
            <a:ext cx="9172575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4782399"/>
      </p:ext>
    </p:extLst>
  </p:cSld>
  <p:clrMapOvr>
    <a:masterClrMapping/>
  </p:clrMapOvr>
  <p:transition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itle 5"/>
          <p:cNvSpPr>
            <a:spLocks noGrp="1"/>
          </p:cNvSpPr>
          <p:nvPr>
            <p:ph type="title"/>
          </p:nvPr>
        </p:nvSpPr>
        <p:spPr>
          <a:xfrm>
            <a:off x="533400" y="685800"/>
            <a:ext cx="8229600" cy="685800"/>
          </a:xfrm>
        </p:spPr>
        <p:txBody>
          <a:bodyPr/>
          <a:lstStyle/>
          <a:p>
            <a:pPr>
              <a:spcBef>
                <a:spcPct val="50000"/>
              </a:spcBef>
            </a:pPr>
            <a:endParaRPr lang="en-US" sz="3200" dirty="0">
              <a:latin typeface="Arial" charset="0"/>
              <a:ea typeface="Times New Roman" pitchFamily="18" charset="0"/>
              <a:cs typeface="Arial" charset="0"/>
            </a:endParaRPr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"/>
            <a:ext cx="91440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4782399"/>
      </p:ext>
    </p:extLst>
  </p:cSld>
  <p:clrMapOvr>
    <a:masterClrMapping/>
  </p:clrMapOvr>
  <p:transition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itle 5"/>
          <p:cNvSpPr>
            <a:spLocks noGrp="1"/>
          </p:cNvSpPr>
          <p:nvPr>
            <p:ph type="title"/>
          </p:nvPr>
        </p:nvSpPr>
        <p:spPr>
          <a:xfrm>
            <a:off x="533400" y="685800"/>
            <a:ext cx="8229600" cy="685800"/>
          </a:xfrm>
        </p:spPr>
        <p:txBody>
          <a:bodyPr/>
          <a:lstStyle/>
          <a:p>
            <a:pPr>
              <a:spcBef>
                <a:spcPct val="50000"/>
              </a:spcBef>
            </a:pPr>
            <a:endParaRPr lang="en-US" sz="3200" dirty="0">
              <a:latin typeface="Arial" charset="0"/>
              <a:ea typeface="Times New Roman" pitchFamily="18" charset="0"/>
              <a:cs typeface="Arial" charset="0"/>
            </a:endParaRPr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"/>
            <a:ext cx="9172575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4782399"/>
      </p:ext>
    </p:extLst>
  </p:cSld>
  <p:clrMapOvr>
    <a:masterClrMapping/>
  </p:clrMapOvr>
  <p:transition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itle 5"/>
          <p:cNvSpPr>
            <a:spLocks noGrp="1"/>
          </p:cNvSpPr>
          <p:nvPr>
            <p:ph type="title"/>
          </p:nvPr>
        </p:nvSpPr>
        <p:spPr>
          <a:xfrm>
            <a:off x="533400" y="685800"/>
            <a:ext cx="8229600" cy="685800"/>
          </a:xfrm>
        </p:spPr>
        <p:txBody>
          <a:bodyPr/>
          <a:lstStyle/>
          <a:p>
            <a:pPr>
              <a:spcBef>
                <a:spcPct val="50000"/>
              </a:spcBef>
            </a:pPr>
            <a:endParaRPr lang="en-US" sz="3200" dirty="0">
              <a:latin typeface="Arial" charset="0"/>
              <a:ea typeface="Times New Roman" pitchFamily="18" charset="0"/>
              <a:cs typeface="Arial" charset="0"/>
            </a:endParaRPr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"/>
            <a:ext cx="9172575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4782399"/>
      </p:ext>
    </p:extLst>
  </p:cSld>
  <p:clrMapOvr>
    <a:masterClrMapping/>
  </p:clrMapOvr>
  <p:transition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itle 5"/>
          <p:cNvSpPr>
            <a:spLocks noGrp="1"/>
          </p:cNvSpPr>
          <p:nvPr>
            <p:ph type="title"/>
          </p:nvPr>
        </p:nvSpPr>
        <p:spPr>
          <a:xfrm>
            <a:off x="533400" y="685800"/>
            <a:ext cx="8229600" cy="685800"/>
          </a:xfrm>
        </p:spPr>
        <p:txBody>
          <a:bodyPr/>
          <a:lstStyle/>
          <a:p>
            <a:pPr>
              <a:spcBef>
                <a:spcPct val="50000"/>
              </a:spcBef>
            </a:pPr>
            <a:endParaRPr lang="en-US" sz="3200" dirty="0">
              <a:latin typeface="Arial" charset="0"/>
              <a:ea typeface="Times New Roman" pitchFamily="18" charset="0"/>
              <a:cs typeface="Arial" charset="0"/>
            </a:endParaRPr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"/>
            <a:ext cx="9172575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4782399"/>
      </p:ext>
    </p:extLst>
  </p:cSld>
  <p:clrMapOvr>
    <a:masterClrMapping/>
  </p:clrMapOvr>
  <p:transition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itle 5"/>
          <p:cNvSpPr>
            <a:spLocks noGrp="1"/>
          </p:cNvSpPr>
          <p:nvPr>
            <p:ph type="title"/>
          </p:nvPr>
        </p:nvSpPr>
        <p:spPr>
          <a:xfrm>
            <a:off x="533400" y="685800"/>
            <a:ext cx="8229600" cy="685800"/>
          </a:xfrm>
        </p:spPr>
        <p:txBody>
          <a:bodyPr/>
          <a:lstStyle/>
          <a:p>
            <a:pPr>
              <a:spcBef>
                <a:spcPct val="50000"/>
              </a:spcBef>
            </a:pPr>
            <a:endParaRPr lang="en-US" sz="3200" dirty="0">
              <a:latin typeface="Arial" charset="0"/>
              <a:ea typeface="Times New Roman" pitchFamily="18" charset="0"/>
              <a:cs typeface="Arial" charset="0"/>
            </a:endParaRPr>
          </a:p>
        </p:txBody>
      </p:sp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"/>
            <a:ext cx="9172575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4782399"/>
      </p:ext>
    </p:extLst>
  </p:cSld>
  <p:clrMapOvr>
    <a:masterClrMapping/>
  </p:clrMapOvr>
  <p:transition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itle 5"/>
          <p:cNvSpPr>
            <a:spLocks noGrp="1"/>
          </p:cNvSpPr>
          <p:nvPr>
            <p:ph type="title"/>
          </p:nvPr>
        </p:nvSpPr>
        <p:spPr>
          <a:xfrm>
            <a:off x="533400" y="685800"/>
            <a:ext cx="8229600" cy="685800"/>
          </a:xfrm>
        </p:spPr>
        <p:txBody>
          <a:bodyPr/>
          <a:lstStyle/>
          <a:p>
            <a:pPr>
              <a:spcBef>
                <a:spcPct val="50000"/>
              </a:spcBef>
            </a:pPr>
            <a:endParaRPr lang="en-US" sz="3200" dirty="0">
              <a:latin typeface="Arial" charset="0"/>
              <a:ea typeface="Times New Roman" pitchFamily="18" charset="0"/>
              <a:cs typeface="Arial" charset="0"/>
            </a:endParaRPr>
          </a:p>
        </p:txBody>
      </p:sp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"/>
            <a:ext cx="9172575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4782399"/>
      </p:ext>
    </p:extLst>
  </p:cSld>
  <p:clrMapOvr>
    <a:masterClrMapping/>
  </p:clrMapOvr>
  <p:transition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itle 5"/>
          <p:cNvSpPr>
            <a:spLocks noGrp="1"/>
          </p:cNvSpPr>
          <p:nvPr>
            <p:ph type="title"/>
          </p:nvPr>
        </p:nvSpPr>
        <p:spPr>
          <a:xfrm>
            <a:off x="533400" y="685800"/>
            <a:ext cx="8229600" cy="685800"/>
          </a:xfrm>
        </p:spPr>
        <p:txBody>
          <a:bodyPr/>
          <a:lstStyle/>
          <a:p>
            <a:pPr>
              <a:spcBef>
                <a:spcPct val="50000"/>
              </a:spcBef>
            </a:pPr>
            <a:endParaRPr lang="en-US" sz="3200" dirty="0">
              <a:latin typeface="Arial" charset="0"/>
              <a:ea typeface="Times New Roman" pitchFamily="18" charset="0"/>
              <a:cs typeface="Arial" charset="0"/>
            </a:endParaRPr>
          </a:p>
        </p:txBody>
      </p:sp>
      <p:pic>
        <p:nvPicPr>
          <p:cNvPr id="184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85800"/>
            <a:ext cx="9172575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4782399"/>
      </p:ext>
    </p:extLst>
  </p:cSld>
  <p:clrMapOvr>
    <a:masterClrMapping/>
  </p:clrMapOvr>
  <p:transition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itle 5"/>
          <p:cNvSpPr>
            <a:spLocks noGrp="1"/>
          </p:cNvSpPr>
          <p:nvPr>
            <p:ph type="title"/>
          </p:nvPr>
        </p:nvSpPr>
        <p:spPr>
          <a:xfrm>
            <a:off x="533400" y="685800"/>
            <a:ext cx="8229600" cy="685800"/>
          </a:xfrm>
        </p:spPr>
        <p:txBody>
          <a:bodyPr/>
          <a:lstStyle/>
          <a:p>
            <a:pPr>
              <a:spcBef>
                <a:spcPct val="50000"/>
              </a:spcBef>
            </a:pPr>
            <a:endParaRPr lang="en-US" sz="3200" dirty="0">
              <a:latin typeface="Arial" charset="0"/>
              <a:ea typeface="Times New Roman" pitchFamily="18" charset="0"/>
              <a:cs typeface="Arial" charset="0"/>
            </a:endParaRPr>
          </a:p>
        </p:txBody>
      </p:sp>
      <p:pic>
        <p:nvPicPr>
          <p:cNvPr id="194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"/>
            <a:ext cx="9172575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4782399"/>
      </p:ext>
    </p:extLst>
  </p:cSld>
  <p:clrMapOvr>
    <a:masterClrMapping/>
  </p:clrMapOvr>
  <p:transition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itle 5"/>
          <p:cNvSpPr>
            <a:spLocks noGrp="1"/>
          </p:cNvSpPr>
          <p:nvPr>
            <p:ph type="title"/>
          </p:nvPr>
        </p:nvSpPr>
        <p:spPr>
          <a:xfrm>
            <a:off x="533400" y="685800"/>
            <a:ext cx="8229600" cy="685800"/>
          </a:xfrm>
        </p:spPr>
        <p:txBody>
          <a:bodyPr/>
          <a:lstStyle/>
          <a:p>
            <a:pPr>
              <a:spcBef>
                <a:spcPct val="50000"/>
              </a:spcBef>
            </a:pPr>
            <a:endParaRPr lang="en-US" sz="3200" dirty="0">
              <a:latin typeface="Arial" charset="0"/>
              <a:ea typeface="Times New Roman" pitchFamily="18" charset="0"/>
              <a:cs typeface="Arial" charset="0"/>
            </a:endParaRPr>
          </a:p>
        </p:txBody>
      </p:sp>
      <p:pic>
        <p:nvPicPr>
          <p:cNvPr id="204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"/>
            <a:ext cx="9172575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4782399"/>
      </p:ext>
    </p:extLst>
  </p:cSld>
  <p:clrMapOvr>
    <a:masterClrMapping/>
  </p:clrMapOvr>
  <p:transition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itle 5"/>
          <p:cNvSpPr>
            <a:spLocks noGrp="1"/>
          </p:cNvSpPr>
          <p:nvPr>
            <p:ph type="title"/>
          </p:nvPr>
        </p:nvSpPr>
        <p:spPr>
          <a:xfrm>
            <a:off x="533400" y="685800"/>
            <a:ext cx="8229600" cy="685800"/>
          </a:xfrm>
        </p:spPr>
        <p:txBody>
          <a:bodyPr/>
          <a:lstStyle/>
          <a:p>
            <a:pPr>
              <a:spcBef>
                <a:spcPct val="50000"/>
              </a:spcBef>
            </a:pPr>
            <a:endParaRPr lang="en-US" sz="3200" dirty="0">
              <a:latin typeface="Arial" charset="0"/>
              <a:ea typeface="Times New Roman" pitchFamily="18" charset="0"/>
              <a:cs typeface="Arial" charset="0"/>
            </a:endParaRPr>
          </a:p>
        </p:txBody>
      </p:sp>
      <p:pic>
        <p:nvPicPr>
          <p:cNvPr id="2150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"/>
            <a:ext cx="9144000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4782399"/>
      </p:ext>
    </p:extLst>
  </p:cSld>
  <p:clrMapOvr>
    <a:masterClrMapping/>
  </p:clrMapOvr>
  <p:transition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itle 5"/>
          <p:cNvSpPr>
            <a:spLocks noGrp="1"/>
          </p:cNvSpPr>
          <p:nvPr>
            <p:ph type="title"/>
          </p:nvPr>
        </p:nvSpPr>
        <p:spPr>
          <a:xfrm>
            <a:off x="533400" y="685800"/>
            <a:ext cx="8229600" cy="685800"/>
          </a:xfrm>
        </p:spPr>
        <p:txBody>
          <a:bodyPr/>
          <a:lstStyle/>
          <a:p>
            <a:pPr>
              <a:spcBef>
                <a:spcPct val="50000"/>
              </a:spcBef>
            </a:pPr>
            <a:endParaRPr lang="en-US" sz="3200" dirty="0">
              <a:latin typeface="Arial" charset="0"/>
              <a:ea typeface="Times New Roman" pitchFamily="18" charset="0"/>
              <a:cs typeface="Arial" charset="0"/>
            </a:endParaRPr>
          </a:p>
        </p:txBody>
      </p:sp>
      <p:pic>
        <p:nvPicPr>
          <p:cNvPr id="2253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"/>
            <a:ext cx="9143999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4782399"/>
      </p:ext>
    </p:extLst>
  </p:cSld>
  <p:clrMapOvr>
    <a:masterClrMapping/>
  </p:clrMapOvr>
  <p:transition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itle 5"/>
          <p:cNvSpPr>
            <a:spLocks noGrp="1"/>
          </p:cNvSpPr>
          <p:nvPr>
            <p:ph type="title"/>
          </p:nvPr>
        </p:nvSpPr>
        <p:spPr>
          <a:xfrm>
            <a:off x="533400" y="685800"/>
            <a:ext cx="8229600" cy="685800"/>
          </a:xfrm>
        </p:spPr>
        <p:txBody>
          <a:bodyPr/>
          <a:lstStyle/>
          <a:p>
            <a:pPr>
              <a:spcBef>
                <a:spcPct val="50000"/>
              </a:spcBef>
            </a:pPr>
            <a:endParaRPr lang="en-US" sz="3200" dirty="0">
              <a:latin typeface="Arial" charset="0"/>
              <a:ea typeface="Times New Roman" pitchFamily="18" charset="0"/>
              <a:cs typeface="Arial" charset="0"/>
            </a:endParaRPr>
          </a:p>
        </p:txBody>
      </p:sp>
      <p:pic>
        <p:nvPicPr>
          <p:cNvPr id="2355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"/>
            <a:ext cx="9143999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4782399"/>
      </p:ext>
    </p:extLst>
  </p:cSld>
  <p:clrMapOvr>
    <a:masterClrMapping/>
  </p:clrMapOvr>
  <p:transition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itle 5"/>
          <p:cNvSpPr>
            <a:spLocks noGrp="1"/>
          </p:cNvSpPr>
          <p:nvPr>
            <p:ph type="title"/>
          </p:nvPr>
        </p:nvSpPr>
        <p:spPr>
          <a:xfrm>
            <a:off x="533400" y="685800"/>
            <a:ext cx="8229600" cy="685800"/>
          </a:xfrm>
        </p:spPr>
        <p:txBody>
          <a:bodyPr/>
          <a:lstStyle/>
          <a:p>
            <a:pPr>
              <a:spcBef>
                <a:spcPct val="50000"/>
              </a:spcBef>
            </a:pPr>
            <a:endParaRPr lang="en-US" sz="3200" dirty="0">
              <a:latin typeface="Arial" charset="0"/>
              <a:ea typeface="Times New Roman" pitchFamily="18" charset="0"/>
              <a:cs typeface="Arial" charset="0"/>
            </a:endParaRPr>
          </a:p>
        </p:txBody>
      </p:sp>
      <p:pic>
        <p:nvPicPr>
          <p:cNvPr id="2457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"/>
            <a:ext cx="9172575" cy="586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4782399"/>
      </p:ext>
    </p:extLst>
  </p:cSld>
  <p:clrMapOvr>
    <a:masterClrMapping/>
  </p:clrMapOvr>
  <p:transition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itle 5"/>
          <p:cNvSpPr>
            <a:spLocks noGrp="1"/>
          </p:cNvSpPr>
          <p:nvPr>
            <p:ph type="title"/>
          </p:nvPr>
        </p:nvSpPr>
        <p:spPr>
          <a:xfrm>
            <a:off x="533400" y="685800"/>
            <a:ext cx="8229600" cy="685800"/>
          </a:xfrm>
        </p:spPr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en-US" sz="3200" dirty="0">
                <a:latin typeface="Arial" charset="0"/>
                <a:ea typeface="Times New Roman" pitchFamily="18" charset="0"/>
                <a:cs typeface="Arial" charset="0"/>
              </a:rPr>
              <a:t>KASUS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err="1"/>
              <a:t>Saudara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manajer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klinik</a:t>
            </a:r>
            <a:r>
              <a:rPr lang="en-US" dirty="0"/>
              <a:t> </a:t>
            </a:r>
            <a:r>
              <a:rPr lang="en-US" dirty="0" err="1"/>
              <a:t>kesehatan</a:t>
            </a:r>
            <a:r>
              <a:rPr lang="en-US" dirty="0"/>
              <a:t>. </a:t>
            </a:r>
            <a:r>
              <a:rPr lang="en-US" dirty="0" err="1"/>
              <a:t>Topik</a:t>
            </a:r>
            <a:r>
              <a:rPr lang="en-US" dirty="0"/>
              <a:t> </a:t>
            </a:r>
            <a:r>
              <a:rPr lang="en-US" dirty="0" err="1"/>
              <a:t>pembicaraan</a:t>
            </a:r>
            <a:r>
              <a:rPr lang="en-US" dirty="0"/>
              <a:t> </a:t>
            </a:r>
            <a:r>
              <a:rPr lang="en-US" dirty="0" err="1"/>
              <a:t>pagi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di </a:t>
            </a:r>
            <a:r>
              <a:rPr lang="en-US" dirty="0" err="1"/>
              <a:t>surat</a:t>
            </a:r>
            <a:r>
              <a:rPr lang="en-US" dirty="0"/>
              <a:t> </a:t>
            </a:r>
            <a:r>
              <a:rPr lang="en-US" dirty="0" err="1"/>
              <a:t>kabar</a:t>
            </a:r>
            <a:r>
              <a:rPr lang="en-US" dirty="0"/>
              <a:t> </a:t>
            </a:r>
            <a:r>
              <a:rPr lang="en-US" dirty="0" err="1"/>
              <a:t>mengenai</a:t>
            </a:r>
            <a:r>
              <a:rPr lang="en-US" dirty="0"/>
              <a:t> </a:t>
            </a:r>
            <a:r>
              <a:rPr lang="en-US" dirty="0" err="1"/>
              <a:t>peningkatan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keluarga</a:t>
            </a:r>
            <a:r>
              <a:rPr lang="en-US" dirty="0"/>
              <a:t> di </a:t>
            </a:r>
            <a:r>
              <a:rPr lang="en-US" dirty="0" err="1"/>
              <a:t>kota</a:t>
            </a:r>
            <a:r>
              <a:rPr lang="en-US" dirty="0"/>
              <a:t> </a:t>
            </a:r>
            <a:r>
              <a:rPr lang="en-US" dirty="0" err="1"/>
              <a:t>saudara</a:t>
            </a:r>
            <a:r>
              <a:rPr lang="en-US" dirty="0"/>
              <a:t>.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terjadi</a:t>
            </a:r>
            <a:r>
              <a:rPr lang="en-US" dirty="0"/>
              <a:t> </a:t>
            </a:r>
            <a:r>
              <a:rPr lang="en-US" dirty="0" err="1"/>
              <a:t>peningkatan</a:t>
            </a:r>
            <a:r>
              <a:rPr lang="en-US" dirty="0"/>
              <a:t> 10% </a:t>
            </a:r>
            <a:r>
              <a:rPr lang="en-US" dirty="0" err="1"/>
              <a:t>populasi</a:t>
            </a:r>
            <a:r>
              <a:rPr lang="en-US" dirty="0"/>
              <a:t> di </a:t>
            </a:r>
            <a:r>
              <a:rPr lang="en-US" dirty="0" err="1"/>
              <a:t>tahun</a:t>
            </a:r>
            <a:r>
              <a:rPr lang="en-US" dirty="0"/>
              <a:t> </a:t>
            </a:r>
            <a:r>
              <a:rPr lang="en-US" dirty="0" err="1"/>
              <a:t>lalu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diperkirakan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terus</a:t>
            </a:r>
            <a:r>
              <a:rPr lang="en-US" dirty="0"/>
              <a:t> </a:t>
            </a:r>
            <a:r>
              <a:rPr lang="en-US" dirty="0" err="1"/>
              <a:t>meningkat</a:t>
            </a:r>
            <a:r>
              <a:rPr lang="en-US" dirty="0"/>
              <a:t>. </a:t>
            </a:r>
            <a:r>
              <a:rPr lang="en-US" dirty="0" err="1"/>
              <a:t>Saudara</a:t>
            </a:r>
            <a:r>
              <a:rPr lang="en-US" dirty="0"/>
              <a:t> </a:t>
            </a:r>
            <a:r>
              <a:rPr lang="en-US" dirty="0" err="1"/>
              <a:t>memperkirakan</a:t>
            </a:r>
            <a:r>
              <a:rPr lang="en-US" dirty="0"/>
              <a:t> </a:t>
            </a:r>
            <a:r>
              <a:rPr lang="en-US" dirty="0" err="1"/>
              <a:t>hal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berdampak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populasi</a:t>
            </a:r>
            <a:r>
              <a:rPr lang="en-US" dirty="0"/>
              <a:t> di </a:t>
            </a:r>
            <a:r>
              <a:rPr lang="en-US" dirty="0" err="1"/>
              <a:t>klinik</a:t>
            </a:r>
            <a:r>
              <a:rPr lang="en-US" dirty="0"/>
              <a:t>. </a:t>
            </a:r>
          </a:p>
          <a:p>
            <a:pPr algn="just"/>
            <a:r>
              <a:rPr lang="en-US" dirty="0" err="1"/>
              <a:t>Saudara</a:t>
            </a:r>
            <a:r>
              <a:rPr lang="en-US" dirty="0"/>
              <a:t> </a:t>
            </a:r>
            <a:r>
              <a:rPr lang="en-US" dirty="0" err="1"/>
              <a:t>memutuskan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mengumpulkan</a:t>
            </a:r>
            <a:r>
              <a:rPr lang="en-US" dirty="0"/>
              <a:t> </a:t>
            </a:r>
            <a:r>
              <a:rPr lang="en-US" dirty="0" err="1"/>
              <a:t>staf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memdiskusikan</a:t>
            </a:r>
            <a:r>
              <a:rPr lang="en-US" dirty="0"/>
              <a:t> </a:t>
            </a:r>
            <a:r>
              <a:rPr lang="en-US" dirty="0" err="1"/>
              <a:t>strategi</a:t>
            </a:r>
            <a:r>
              <a:rPr lang="en-US" dirty="0"/>
              <a:t> yang </a:t>
            </a:r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dirty="0" err="1"/>
              <a:t>dikembangkan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mengatasi</a:t>
            </a:r>
            <a:r>
              <a:rPr lang="en-US" dirty="0"/>
              <a:t> </a:t>
            </a:r>
            <a:r>
              <a:rPr lang="en-US" dirty="0" err="1"/>
              <a:t>masalah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kemungkinan</a:t>
            </a:r>
            <a:r>
              <a:rPr lang="en-US" dirty="0"/>
              <a:t> yang </a:t>
            </a:r>
            <a:r>
              <a:rPr lang="en-US" dirty="0" err="1"/>
              <a:t>terjadi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perubahan</a:t>
            </a:r>
            <a:r>
              <a:rPr lang="en-US" dirty="0"/>
              <a:t> </a:t>
            </a:r>
            <a:r>
              <a:rPr lang="en-US" dirty="0" err="1"/>
              <a:t>demografi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782399"/>
      </p:ext>
    </p:extLst>
  </p:cSld>
  <p:clrMapOvr>
    <a:masterClrMapping/>
  </p:clrMapOvr>
  <p:transition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itle 5"/>
          <p:cNvSpPr>
            <a:spLocks noGrp="1"/>
          </p:cNvSpPr>
          <p:nvPr>
            <p:ph type="title"/>
          </p:nvPr>
        </p:nvSpPr>
        <p:spPr>
          <a:xfrm>
            <a:off x="533400" y="685800"/>
            <a:ext cx="8229600" cy="68580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sz="3200" dirty="0">
                <a:latin typeface="Arial" charset="0"/>
                <a:ea typeface="Times New Roman" pitchFamily="18" charset="0"/>
                <a:cs typeface="Arial" charset="0"/>
              </a:rPr>
              <a:t>TUGAS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err="1"/>
              <a:t>Susun</a:t>
            </a:r>
            <a:r>
              <a:rPr lang="en-US" dirty="0"/>
              <a:t> 10 </a:t>
            </a:r>
            <a:r>
              <a:rPr lang="en-US" dirty="0" err="1"/>
              <a:t>langkah</a:t>
            </a:r>
            <a:r>
              <a:rPr lang="en-US" dirty="0"/>
              <a:t> yang </a:t>
            </a:r>
            <a:r>
              <a:rPr lang="en-US" dirty="0" err="1"/>
              <a:t>dikembangkan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rencana</a:t>
            </a:r>
            <a:r>
              <a:rPr lang="en-US" dirty="0"/>
              <a:t> </a:t>
            </a:r>
            <a:r>
              <a:rPr lang="en-US" dirty="0" err="1"/>
              <a:t>strategis</a:t>
            </a:r>
            <a:r>
              <a:rPr lang="en-US" dirty="0"/>
              <a:t>. </a:t>
            </a:r>
            <a:r>
              <a:rPr lang="en-US" dirty="0" err="1"/>
              <a:t>Siapa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terlibat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strategi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personal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organisasi</a:t>
            </a:r>
            <a:r>
              <a:rPr lang="en-US" dirty="0"/>
              <a:t>.</a:t>
            </a:r>
          </a:p>
          <a:p>
            <a:pPr algn="just"/>
            <a:r>
              <a:rPr lang="en-US" dirty="0" err="1"/>
              <a:t>Buat</a:t>
            </a:r>
            <a:r>
              <a:rPr lang="en-US" dirty="0"/>
              <a:t> 10 </a:t>
            </a:r>
            <a:r>
              <a:rPr lang="en-US" dirty="0" err="1"/>
              <a:t>sampai</a:t>
            </a:r>
            <a:r>
              <a:rPr lang="en-US" dirty="0"/>
              <a:t> 12 </a:t>
            </a:r>
            <a:r>
              <a:rPr lang="en-US" dirty="0" err="1"/>
              <a:t>strategi</a:t>
            </a:r>
            <a:r>
              <a:rPr lang="en-US" dirty="0"/>
              <a:t>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membantu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perencanaan</a:t>
            </a:r>
            <a:r>
              <a:rPr lang="en-US" dirty="0"/>
              <a:t>. Data </a:t>
            </a: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 yang </a:t>
            </a:r>
            <a:r>
              <a:rPr lang="en-US" dirty="0" err="1"/>
              <a:t>diperlukan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membantu</a:t>
            </a:r>
            <a:r>
              <a:rPr lang="en-US" dirty="0"/>
              <a:t> </a:t>
            </a:r>
            <a:r>
              <a:rPr lang="en-US" dirty="0" err="1"/>
              <a:t>perencanaan</a:t>
            </a:r>
            <a:r>
              <a:rPr lang="en-US" dirty="0"/>
              <a:t>? </a:t>
            </a:r>
            <a:r>
              <a:rPr lang="en-US" dirty="0" err="1"/>
              <a:t>Perkembangan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 yang </a:t>
            </a:r>
            <a:r>
              <a:rPr lang="en-US" dirty="0" err="1"/>
              <a:t>ada</a:t>
            </a:r>
            <a:r>
              <a:rPr lang="en-US" dirty="0"/>
              <a:t> di </a:t>
            </a:r>
            <a:r>
              <a:rPr lang="en-US" dirty="0" err="1"/>
              <a:t>kota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yang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efek</a:t>
            </a:r>
            <a:r>
              <a:rPr lang="en-US" dirty="0"/>
              <a:t> </a:t>
            </a:r>
            <a:r>
              <a:rPr lang="en-US" dirty="0" err="1"/>
              <a:t>positif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negatif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perencanaan</a:t>
            </a:r>
            <a:r>
              <a:rPr lang="en-US" dirty="0"/>
              <a:t> </a:t>
            </a:r>
            <a:r>
              <a:rPr lang="en-US" dirty="0" err="1"/>
              <a:t>saudara</a:t>
            </a:r>
            <a:r>
              <a:rPr lang="en-US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1984607046"/>
      </p:ext>
    </p:extLst>
  </p:cSld>
  <p:clrMapOvr>
    <a:masterClrMapping/>
  </p:clrMapOvr>
  <p:transition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itle 5"/>
          <p:cNvSpPr>
            <a:spLocks noGrp="1"/>
          </p:cNvSpPr>
          <p:nvPr>
            <p:ph type="title"/>
          </p:nvPr>
        </p:nvSpPr>
        <p:spPr>
          <a:xfrm>
            <a:off x="533400" y="685800"/>
            <a:ext cx="8229600" cy="685800"/>
          </a:xfrm>
        </p:spPr>
        <p:txBody>
          <a:bodyPr/>
          <a:lstStyle/>
          <a:p>
            <a:pPr>
              <a:spcBef>
                <a:spcPct val="50000"/>
              </a:spcBef>
            </a:pPr>
            <a:endParaRPr lang="en-US" sz="3200" dirty="0">
              <a:latin typeface="Arial" charset="0"/>
              <a:ea typeface="Times New Roman" pitchFamily="18" charset="0"/>
              <a:cs typeface="Arial" charset="0"/>
            </a:endParaRPr>
          </a:p>
        </p:txBody>
      </p:sp>
      <p:pic>
        <p:nvPicPr>
          <p:cNvPr id="2560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"/>
            <a:ext cx="9172575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87996556"/>
      </p:ext>
    </p:extLst>
  </p:cSld>
  <p:clrMapOvr>
    <a:masterClrMapping/>
  </p:clrMapOvr>
  <p:transition>
    <p:wipe dir="r"/>
  </p:transition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139</TotalTime>
  <Words>715</Words>
  <Application>Microsoft Office PowerPoint</Application>
  <PresentationFormat>On-screen Show (4:3)</PresentationFormat>
  <Paragraphs>132</Paragraphs>
  <Slides>42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8" baseType="lpstr">
      <vt:lpstr>Arial</vt:lpstr>
      <vt:lpstr>Arial Black</vt:lpstr>
      <vt:lpstr>Arial Narrow</vt:lpstr>
      <vt:lpstr>Arial Rounded MT Bold</vt:lpstr>
      <vt:lpstr>Baskerville Old Face</vt:lpstr>
      <vt:lpstr>Calibri</vt:lpstr>
      <vt:lpstr>Comic Sans MS</vt:lpstr>
      <vt:lpstr>Constantia</vt:lpstr>
      <vt:lpstr>Garamond</vt:lpstr>
      <vt:lpstr>Georgia</vt:lpstr>
      <vt:lpstr>Segoe UI</vt:lpstr>
      <vt:lpstr>Times New Roman</vt:lpstr>
      <vt:lpstr>Trebuchet MS</vt:lpstr>
      <vt:lpstr>Wingdings</vt:lpstr>
      <vt:lpstr>Wingdings 3</vt:lpstr>
      <vt:lpstr>Facet</vt:lpstr>
      <vt:lpstr>MANAJEMEN KEPERAWATAN</vt:lpstr>
      <vt:lpstr>KONSEP DASAR, TUJUAN, SYARAT, KOMPONEN PERENCANAAN</vt:lpstr>
      <vt:lpstr>KEMAMPUAN AKHIR YANG DIHARAPKAN</vt:lpstr>
      <vt:lpstr>PENGERTIAN MANAJEMEN KEPERAWATAN</vt:lpstr>
      <vt:lpstr>FUNGSI MANAJEMEN</vt:lpstr>
      <vt:lpstr>PowerPoint Presentation</vt:lpstr>
      <vt:lpstr>Kegiatan dalam Fungsi-fungsi Manajemen</vt:lpstr>
      <vt:lpstr>1. Kegiatan dalam Fungsi Perencanaan (Planning) </vt:lpstr>
      <vt:lpstr>2. Kegiatan dalam Fungsi Pengorganisasian (Organizing) </vt:lpstr>
      <vt:lpstr>3. Kegiatan dalam  Fungsi Pengarahan/penggerakan dan Implementasi  (Directing/  Leading/Actuating) </vt:lpstr>
      <vt:lpstr>4. Kegiatan dalam  Fungsi Pengawasan dan Pengendalian (Controlling)</vt:lpstr>
      <vt:lpstr>FOKUS PELAYANAN MANAJEMEN KEPERAWATAN</vt:lpstr>
      <vt:lpstr>PowerPoint Presentation</vt:lpstr>
      <vt:lpstr>Manajemen Layanan/Operasional</vt:lpstr>
      <vt:lpstr>Manajemen asuhan keperawatan</vt:lpstr>
      <vt:lpstr>PowerPoint Presentation</vt:lpstr>
      <vt:lpstr>PowerPoint Presentation</vt:lpstr>
      <vt:lpstr>Arti penting Sasaran dan Rencana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KASUS</vt:lpstr>
      <vt:lpstr>TUGAS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BPISTI2008</dc:creator>
  <cp:lastModifiedBy>Dr. Mubarak</cp:lastModifiedBy>
  <cp:revision>14</cp:revision>
  <dcterms:created xsi:type="dcterms:W3CDTF">2018-09-27T09:52:12Z</dcterms:created>
  <dcterms:modified xsi:type="dcterms:W3CDTF">2025-03-06T03:30:49Z</dcterms:modified>
</cp:coreProperties>
</file>