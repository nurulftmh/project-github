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87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70" r:id="rId30"/>
    <p:sldId id="288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08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72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943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76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40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74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13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46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8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81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21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0133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45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4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99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67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59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510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187" y="1739644"/>
            <a:ext cx="82296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en-ID" b="1" dirty="0"/>
              <a:t>TUMBUH KEMBANG REMAJA DAN PERMASALAHAN SEKSUALITAS</a:t>
            </a:r>
            <a:br>
              <a:rPr lang="en-ID" b="1" dirty="0"/>
            </a:br>
            <a:br>
              <a:rPr lang="en-ID" b="1" dirty="0"/>
            </a:br>
            <a:br>
              <a:rPr lang="en-ID" b="1" dirty="0"/>
            </a:br>
            <a:r>
              <a:rPr lang="en-ID" b="1" dirty="0"/>
              <a:t>DR. MUBARAK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 err="1"/>
              <a:t>Definisi</a:t>
            </a:r>
            <a:r>
              <a:rPr b="1" dirty="0"/>
              <a:t> </a:t>
            </a:r>
            <a:r>
              <a:rPr b="1" dirty="0" err="1"/>
              <a:t>Remaja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400" dirty="0" err="1"/>
              <a:t>Remaja</a:t>
            </a:r>
            <a:r>
              <a:rPr sz="2400" dirty="0"/>
              <a:t> </a:t>
            </a:r>
            <a:r>
              <a:rPr sz="2400" dirty="0" err="1"/>
              <a:t>didefinisikan</a:t>
            </a:r>
            <a:r>
              <a:rPr sz="2400" dirty="0"/>
              <a:t> </a:t>
            </a:r>
            <a:r>
              <a:rPr sz="2400" dirty="0" err="1"/>
              <a:t>sebagai</a:t>
            </a:r>
            <a:r>
              <a:rPr sz="2400" dirty="0"/>
              <a:t> </a:t>
            </a:r>
            <a:r>
              <a:rPr sz="2400" dirty="0" err="1"/>
              <a:t>individu</a:t>
            </a:r>
            <a:r>
              <a:rPr sz="2400" dirty="0"/>
              <a:t> </a:t>
            </a:r>
            <a:r>
              <a:rPr sz="2400" dirty="0" err="1"/>
              <a:t>berusia</a:t>
            </a:r>
            <a:r>
              <a:rPr sz="2400" dirty="0"/>
              <a:t> 10–19 </a:t>
            </a:r>
            <a:r>
              <a:rPr sz="2400" dirty="0" err="1"/>
              <a:t>tahun</a:t>
            </a:r>
            <a:r>
              <a:rPr sz="2400" dirty="0"/>
              <a:t> </a:t>
            </a:r>
            <a:r>
              <a:rPr sz="2400" dirty="0" err="1"/>
              <a:t>menurut</a:t>
            </a:r>
            <a:r>
              <a:rPr sz="2400" dirty="0"/>
              <a:t> </a:t>
            </a:r>
            <a:r>
              <a:rPr sz="2400" dirty="0" err="1"/>
              <a:t>standar</a:t>
            </a:r>
            <a:r>
              <a:rPr sz="2400" dirty="0"/>
              <a:t> WHO. Dalam </a:t>
            </a:r>
            <a:r>
              <a:rPr sz="2400" dirty="0" err="1"/>
              <a:t>konteks</a:t>
            </a:r>
            <a:r>
              <a:rPr sz="2400" dirty="0"/>
              <a:t> Indonesia, </a:t>
            </a:r>
            <a:r>
              <a:rPr sz="2400" dirty="0" err="1"/>
              <a:t>definisi</a:t>
            </a:r>
            <a:r>
              <a:rPr sz="2400" dirty="0"/>
              <a:t> ini dapat </a:t>
            </a:r>
            <a:r>
              <a:rPr sz="2400" dirty="0" err="1"/>
              <a:t>diperluas</a:t>
            </a:r>
            <a:r>
              <a:rPr sz="2400" dirty="0"/>
              <a:t> </a:t>
            </a:r>
            <a:r>
              <a:rPr sz="2400" dirty="0" err="1"/>
              <a:t>hingga</a:t>
            </a:r>
            <a:r>
              <a:rPr sz="2400" dirty="0"/>
              <a:t> </a:t>
            </a:r>
            <a:r>
              <a:rPr sz="2400" dirty="0" err="1"/>
              <a:t>usia</a:t>
            </a:r>
            <a:r>
              <a:rPr sz="2400" dirty="0"/>
              <a:t> 24 </a:t>
            </a:r>
            <a:r>
              <a:rPr sz="2400" dirty="0" err="1"/>
              <a:t>tahun</a:t>
            </a:r>
            <a:r>
              <a:rPr sz="2400" dirty="0"/>
              <a:t> </a:t>
            </a:r>
            <a:r>
              <a:rPr sz="2400" dirty="0" err="1"/>
              <a:t>bagi</a:t>
            </a:r>
            <a:r>
              <a:rPr sz="2400" dirty="0"/>
              <a:t> </a:t>
            </a:r>
            <a:r>
              <a:rPr sz="2400" dirty="0" err="1"/>
              <a:t>individu</a:t>
            </a:r>
            <a:r>
              <a:rPr sz="2400" dirty="0"/>
              <a:t> yang </a:t>
            </a:r>
            <a:r>
              <a:rPr sz="2400" dirty="0" err="1"/>
              <a:t>belum</a:t>
            </a:r>
            <a:r>
              <a:rPr sz="2400" dirty="0"/>
              <a:t> </a:t>
            </a:r>
            <a:r>
              <a:rPr sz="2400" dirty="0" err="1"/>
              <a:t>menikah</a:t>
            </a:r>
            <a:r>
              <a:rPr sz="2400" dirty="0"/>
              <a:t>, </a:t>
            </a:r>
            <a:r>
              <a:rPr sz="2400" dirty="0" err="1"/>
              <a:t>terutama</a:t>
            </a:r>
            <a:r>
              <a:rPr sz="2400" dirty="0"/>
              <a:t> </a:t>
            </a:r>
            <a:r>
              <a:rPr sz="2400" dirty="0" err="1"/>
              <a:t>dalam</a:t>
            </a:r>
            <a:r>
              <a:rPr sz="2400" dirty="0"/>
              <a:t> program </a:t>
            </a:r>
            <a:r>
              <a:rPr sz="2400" dirty="0" err="1"/>
              <a:t>kependudukan</a:t>
            </a:r>
            <a:r>
              <a:rPr sz="2400" dirty="0"/>
              <a:t> dan </a:t>
            </a:r>
            <a:r>
              <a:rPr sz="2400" dirty="0" err="1"/>
              <a:t>kesehatan</a:t>
            </a:r>
            <a:r>
              <a:rPr sz="2400" dirty="0"/>
              <a:t> </a:t>
            </a:r>
            <a:r>
              <a:rPr sz="2400" dirty="0" err="1"/>
              <a:t>reproduksi</a:t>
            </a:r>
            <a:r>
              <a:rPr sz="2400" dirty="0"/>
              <a:t>. Masa </a:t>
            </a:r>
            <a:r>
              <a:rPr sz="2400" dirty="0" err="1"/>
              <a:t>remaja</a:t>
            </a:r>
            <a:r>
              <a:rPr sz="2400" dirty="0"/>
              <a:t> </a:t>
            </a:r>
            <a:r>
              <a:rPr sz="2400" dirty="0" err="1"/>
              <a:t>merupakan</a:t>
            </a:r>
            <a:r>
              <a:rPr sz="2400" dirty="0"/>
              <a:t> </a:t>
            </a:r>
            <a:r>
              <a:rPr sz="2400" dirty="0" err="1"/>
              <a:t>fase</a:t>
            </a:r>
            <a:r>
              <a:rPr sz="2400" dirty="0"/>
              <a:t> </a:t>
            </a:r>
            <a:r>
              <a:rPr sz="2400" dirty="0" err="1"/>
              <a:t>transisi</a:t>
            </a:r>
            <a:r>
              <a:rPr sz="2400" dirty="0"/>
              <a:t> yang </a:t>
            </a:r>
            <a:r>
              <a:rPr sz="2400" dirty="0" err="1"/>
              <a:t>ditandai</a:t>
            </a:r>
            <a:r>
              <a:rPr sz="2400" dirty="0"/>
              <a:t> </a:t>
            </a:r>
            <a:r>
              <a:rPr sz="2400" dirty="0" err="1"/>
              <a:t>dengan</a:t>
            </a:r>
            <a:r>
              <a:rPr sz="2400" dirty="0"/>
              <a:t> </a:t>
            </a:r>
            <a:r>
              <a:rPr sz="2400" dirty="0" err="1"/>
              <a:t>perubahan</a:t>
            </a:r>
            <a:r>
              <a:rPr sz="2400" dirty="0"/>
              <a:t> </a:t>
            </a:r>
            <a:r>
              <a:rPr sz="2400" dirty="0" err="1"/>
              <a:t>biologis</a:t>
            </a:r>
            <a:r>
              <a:rPr sz="2400" dirty="0"/>
              <a:t> (</a:t>
            </a:r>
            <a:r>
              <a:rPr sz="2400" dirty="0" err="1"/>
              <a:t>pubertas</a:t>
            </a:r>
            <a:r>
              <a:rPr sz="2400" dirty="0"/>
              <a:t>), </a:t>
            </a:r>
            <a:r>
              <a:rPr sz="2400" dirty="0" err="1"/>
              <a:t>perkembangan</a:t>
            </a:r>
            <a:r>
              <a:rPr sz="2400" dirty="0"/>
              <a:t> </a:t>
            </a:r>
            <a:r>
              <a:rPr sz="2400" dirty="0" err="1"/>
              <a:t>kognitif</a:t>
            </a:r>
            <a:r>
              <a:rPr sz="2400" dirty="0"/>
              <a:t>, </a:t>
            </a:r>
            <a:r>
              <a:rPr sz="2400" dirty="0" err="1"/>
              <a:t>serta</a:t>
            </a:r>
            <a:r>
              <a:rPr sz="2400" dirty="0"/>
              <a:t> </a:t>
            </a:r>
            <a:r>
              <a:rPr sz="2400" dirty="0" err="1"/>
              <a:t>pencarian</a:t>
            </a:r>
            <a:r>
              <a:rPr sz="2400" dirty="0"/>
              <a:t> </a:t>
            </a:r>
            <a:r>
              <a:rPr sz="2400" dirty="0" err="1"/>
              <a:t>identitas</a:t>
            </a:r>
            <a:r>
              <a:rPr sz="2400" dirty="0"/>
              <a:t> </a:t>
            </a:r>
            <a:r>
              <a:rPr sz="2400" dirty="0" err="1"/>
              <a:t>diri</a:t>
            </a:r>
            <a:r>
              <a:rPr sz="2400" dirty="0"/>
              <a:t>.</a:t>
            </a:r>
          </a:p>
          <a:p>
            <a:pPr algn="just"/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Konsep</a:t>
            </a:r>
            <a:r>
              <a:rPr b="1" dirty="0"/>
              <a:t> </a:t>
            </a:r>
            <a:r>
              <a:rPr b="1" dirty="0" err="1"/>
              <a:t>Tumbuh</a:t>
            </a:r>
            <a:r>
              <a:rPr b="1" dirty="0"/>
              <a:t> Kembang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ID" dirty="0" err="1"/>
              <a:t>Tumbuh</a:t>
            </a:r>
            <a:r>
              <a:rPr lang="en-ID" dirty="0"/>
              <a:t> </a:t>
            </a:r>
            <a:r>
              <a:rPr lang="en-ID" dirty="0" err="1"/>
              <a:t>kembang</a:t>
            </a:r>
            <a:r>
              <a:rPr lang="en-ID" dirty="0"/>
              <a:t>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dua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pertumbuhan</a:t>
            </a:r>
            <a:r>
              <a:rPr lang="en-ID" dirty="0"/>
              <a:t> (growth) dan </a:t>
            </a:r>
            <a:r>
              <a:rPr lang="en-ID" dirty="0" err="1"/>
              <a:t>perkembangan</a:t>
            </a:r>
            <a:r>
              <a:rPr lang="en-ID" dirty="0"/>
              <a:t> (development). </a:t>
            </a:r>
            <a:r>
              <a:rPr lang="en-ID" dirty="0" err="1"/>
              <a:t>Pertumbuhan</a:t>
            </a:r>
            <a:r>
              <a:rPr lang="en-ID" dirty="0"/>
              <a:t> </a:t>
            </a:r>
            <a:r>
              <a:rPr lang="en-ID" dirty="0" err="1"/>
              <a:t>berkaitan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peningkatan</a:t>
            </a:r>
            <a:r>
              <a:rPr lang="en-ID" dirty="0"/>
              <a:t> </a:t>
            </a:r>
            <a:r>
              <a:rPr lang="en-ID" dirty="0" err="1"/>
              <a:t>ukuran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, </a:t>
            </a:r>
            <a:r>
              <a:rPr lang="en-ID" dirty="0" err="1"/>
              <a:t>sedangkan</a:t>
            </a:r>
            <a:r>
              <a:rPr lang="en-ID" dirty="0"/>
              <a:t> </a:t>
            </a:r>
            <a:r>
              <a:rPr lang="en-ID" dirty="0" err="1"/>
              <a:t>perkembangan</a:t>
            </a:r>
            <a:r>
              <a:rPr lang="en-ID" dirty="0"/>
              <a:t> </a:t>
            </a:r>
            <a:r>
              <a:rPr lang="en-ID" dirty="0" err="1"/>
              <a:t>berkaitan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peningkatan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dan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. Pada </a:t>
            </a:r>
            <a:r>
              <a:rPr lang="en-ID" dirty="0" err="1"/>
              <a:t>remaja</a:t>
            </a:r>
            <a:r>
              <a:rPr lang="en-ID" dirty="0"/>
              <a:t>, </a:t>
            </a:r>
            <a:r>
              <a:rPr lang="en-ID" dirty="0" err="1"/>
              <a:t>kedua</a:t>
            </a:r>
            <a:r>
              <a:rPr lang="en-ID" dirty="0"/>
              <a:t> proses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berlangsung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dan </a:t>
            </a:r>
            <a:r>
              <a:rPr lang="en-ID" dirty="0" err="1"/>
              <a:t>simultan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pemantauan</a:t>
            </a:r>
            <a:r>
              <a:rPr lang="en-ID" dirty="0"/>
              <a:t> yang </a:t>
            </a:r>
            <a:r>
              <a:rPr lang="en-ID" dirty="0" err="1"/>
              <a:t>baik</a:t>
            </a:r>
            <a:r>
              <a:rPr lang="en-ID" dirty="0"/>
              <a:t>. </a:t>
            </a:r>
            <a:r>
              <a:rPr dirty="0" err="1"/>
              <a:t>Konsep</a:t>
            </a:r>
            <a:r>
              <a:rPr dirty="0"/>
              <a:t> </a:t>
            </a:r>
            <a:r>
              <a:rPr dirty="0" err="1"/>
              <a:t>tersebut</a:t>
            </a:r>
            <a:r>
              <a:rPr dirty="0"/>
              <a:t> dapat </a:t>
            </a:r>
            <a:r>
              <a:rPr dirty="0" err="1"/>
              <a:t>dipahami</a:t>
            </a:r>
            <a:r>
              <a:rPr dirty="0"/>
              <a:t> </a:t>
            </a:r>
            <a:r>
              <a:rPr dirty="0" err="1"/>
              <a:t>melalui</a:t>
            </a:r>
            <a:r>
              <a:rPr dirty="0"/>
              <a:t> </a:t>
            </a:r>
            <a:r>
              <a:rPr dirty="0" err="1"/>
              <a:t>poin</a:t>
            </a:r>
            <a:r>
              <a:rPr dirty="0"/>
              <a:t> </a:t>
            </a:r>
            <a:r>
              <a:rPr dirty="0" err="1"/>
              <a:t>berikut</a:t>
            </a:r>
            <a:r>
              <a:rPr lang="en-US" dirty="0"/>
              <a:t>:</a:t>
            </a:r>
            <a:endParaRPr dirty="0"/>
          </a:p>
          <a:p>
            <a:pPr algn="just"/>
            <a:endParaRPr dirty="0"/>
          </a:p>
          <a:p>
            <a:pPr marL="0" indent="0" algn="just">
              <a:buNone/>
            </a:pPr>
            <a:r>
              <a:rPr lang="en-US" dirty="0"/>
              <a:t>1. </a:t>
            </a:r>
            <a:r>
              <a:rPr dirty="0" err="1"/>
              <a:t>Pertumbuhan</a:t>
            </a:r>
            <a:r>
              <a:rPr dirty="0"/>
              <a:t> </a:t>
            </a:r>
            <a:r>
              <a:rPr dirty="0" err="1"/>
              <a:t>fisik</a:t>
            </a:r>
            <a:endParaRPr dirty="0"/>
          </a:p>
          <a:p>
            <a:pPr marL="0" indent="0" algn="just">
              <a:buNone/>
            </a:pPr>
            <a:r>
              <a:rPr dirty="0"/>
              <a:t>→ </a:t>
            </a:r>
            <a:r>
              <a:rPr dirty="0" err="1"/>
              <a:t>Peningkatan</a:t>
            </a:r>
            <a:r>
              <a:rPr dirty="0"/>
              <a:t> </a:t>
            </a:r>
            <a:r>
              <a:rPr dirty="0" err="1"/>
              <a:t>tinggi</a:t>
            </a:r>
            <a:r>
              <a:rPr dirty="0"/>
              <a:t> dan </a:t>
            </a:r>
            <a:r>
              <a:rPr dirty="0" err="1"/>
              <a:t>berat</a:t>
            </a:r>
            <a:r>
              <a:rPr dirty="0"/>
              <a:t> badan.</a:t>
            </a:r>
            <a:endParaRPr lang="en-US" dirty="0"/>
          </a:p>
          <a:p>
            <a:pPr marL="0" indent="0" algn="just">
              <a:buNone/>
            </a:pPr>
            <a:r>
              <a:rPr lang="en-ID" dirty="0"/>
              <a:t>2. </a:t>
            </a:r>
            <a:r>
              <a:rPr dirty="0" err="1"/>
              <a:t>Perkembangan</a:t>
            </a:r>
            <a:r>
              <a:rPr dirty="0"/>
              <a:t> </a:t>
            </a:r>
            <a:r>
              <a:rPr dirty="0" err="1"/>
              <a:t>fungsi</a:t>
            </a:r>
            <a:endParaRPr lang="en-US" dirty="0"/>
          </a:p>
          <a:p>
            <a:pPr marL="0" indent="0" algn="just">
              <a:buNone/>
            </a:pPr>
            <a:r>
              <a:rPr dirty="0"/>
              <a:t>→ </a:t>
            </a:r>
            <a:r>
              <a:rPr dirty="0" err="1"/>
              <a:t>Kemampuan</a:t>
            </a:r>
            <a:r>
              <a:rPr dirty="0"/>
              <a:t> </a:t>
            </a:r>
            <a:r>
              <a:rPr dirty="0" err="1"/>
              <a:t>kognitif</a:t>
            </a:r>
            <a:r>
              <a:rPr dirty="0"/>
              <a:t> dan </a:t>
            </a:r>
            <a:r>
              <a:rPr dirty="0" err="1"/>
              <a:t>emosional</a:t>
            </a:r>
            <a:r>
              <a:rPr dirty="0"/>
              <a:t> </a:t>
            </a:r>
            <a:r>
              <a:rPr dirty="0" err="1"/>
              <a:t>meningkat</a:t>
            </a:r>
            <a:r>
              <a:rPr dirty="0"/>
              <a:t>.</a:t>
            </a:r>
          </a:p>
          <a:p>
            <a:pPr marL="0" indent="0" algn="just">
              <a:buNone/>
            </a:pPr>
            <a:r>
              <a:rPr lang="en-US" dirty="0"/>
              <a:t>3. </a:t>
            </a:r>
            <a:r>
              <a:rPr dirty="0"/>
              <a:t>Integrasi </a:t>
            </a:r>
            <a:r>
              <a:rPr dirty="0" err="1"/>
              <a:t>kedua</a:t>
            </a:r>
            <a:r>
              <a:rPr dirty="0"/>
              <a:t> proses</a:t>
            </a:r>
          </a:p>
          <a:p>
            <a:pPr marL="0" indent="0" algn="just">
              <a:buNone/>
            </a:pPr>
            <a:r>
              <a:rPr dirty="0"/>
              <a:t>→ </a:t>
            </a:r>
            <a:r>
              <a:rPr dirty="0" err="1"/>
              <a:t>Keduanya</a:t>
            </a:r>
            <a:r>
              <a:rPr dirty="0"/>
              <a:t> </a:t>
            </a:r>
            <a:r>
              <a:rPr dirty="0" err="1"/>
              <a:t>saling</a:t>
            </a:r>
            <a:r>
              <a:rPr dirty="0"/>
              <a:t> </a:t>
            </a:r>
            <a:r>
              <a:rPr dirty="0" err="1"/>
              <a:t>memengaruhi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Faktor yang </a:t>
            </a:r>
            <a:r>
              <a:rPr b="1" dirty="0" err="1"/>
              <a:t>Mempengaruhi</a:t>
            </a:r>
            <a:r>
              <a:rPr b="1" dirty="0"/>
              <a:t> </a:t>
            </a:r>
            <a:r>
              <a:rPr b="1" dirty="0" err="1"/>
              <a:t>Tumbuh</a:t>
            </a:r>
            <a:r>
              <a:rPr b="1" dirty="0"/>
              <a:t> Kembang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67349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dirty="0" err="1"/>
              <a:t>Tumbuh</a:t>
            </a:r>
            <a:r>
              <a:rPr dirty="0"/>
              <a:t> </a:t>
            </a:r>
            <a:r>
              <a:rPr dirty="0" err="1"/>
              <a:t>kembang</a:t>
            </a:r>
            <a:r>
              <a:rPr dirty="0"/>
              <a:t> </a:t>
            </a:r>
            <a:r>
              <a:rPr dirty="0" err="1"/>
              <a:t>remaja</a:t>
            </a:r>
            <a:r>
              <a:rPr dirty="0"/>
              <a:t> </a:t>
            </a:r>
            <a:r>
              <a:rPr dirty="0" err="1"/>
              <a:t>dipengaruhi</a:t>
            </a:r>
            <a:r>
              <a:rPr dirty="0"/>
              <a:t> oleh </a:t>
            </a:r>
            <a:r>
              <a:rPr dirty="0" err="1"/>
              <a:t>berbagai</a:t>
            </a:r>
            <a:r>
              <a:rPr dirty="0"/>
              <a:t> </a:t>
            </a:r>
            <a:r>
              <a:rPr dirty="0" err="1"/>
              <a:t>faktor</a:t>
            </a:r>
            <a:r>
              <a:rPr dirty="0"/>
              <a:t> internal dan </a:t>
            </a:r>
            <a:r>
              <a:rPr dirty="0" err="1"/>
              <a:t>eksternal</a:t>
            </a:r>
            <a:r>
              <a:rPr dirty="0"/>
              <a:t>, </a:t>
            </a:r>
            <a:r>
              <a:rPr dirty="0" err="1"/>
              <a:t>termasuk</a:t>
            </a:r>
            <a:r>
              <a:rPr dirty="0"/>
              <a:t> </a:t>
            </a:r>
            <a:r>
              <a:rPr dirty="0" err="1"/>
              <a:t>genetik</a:t>
            </a:r>
            <a:r>
              <a:rPr dirty="0"/>
              <a:t>, </a:t>
            </a:r>
            <a:r>
              <a:rPr dirty="0" err="1"/>
              <a:t>nutrisi</a:t>
            </a:r>
            <a:r>
              <a:rPr dirty="0"/>
              <a:t>, </a:t>
            </a:r>
            <a:r>
              <a:rPr dirty="0" err="1"/>
              <a:t>lingkungan</a:t>
            </a:r>
            <a:r>
              <a:rPr dirty="0"/>
              <a:t>, dan </a:t>
            </a:r>
            <a:r>
              <a:rPr dirty="0" err="1"/>
              <a:t>kondisi</a:t>
            </a:r>
            <a:r>
              <a:rPr dirty="0"/>
              <a:t> </a:t>
            </a:r>
            <a:r>
              <a:rPr dirty="0" err="1"/>
              <a:t>psikososial</a:t>
            </a:r>
            <a:r>
              <a:rPr dirty="0"/>
              <a:t>. </a:t>
            </a:r>
            <a:r>
              <a:rPr dirty="0" err="1"/>
              <a:t>Ketidakseimbangan</a:t>
            </a:r>
            <a:r>
              <a:rPr dirty="0"/>
              <a:t> pada salah </a:t>
            </a:r>
            <a:r>
              <a:rPr dirty="0" err="1"/>
              <a:t>satu</a:t>
            </a:r>
            <a:r>
              <a:rPr dirty="0"/>
              <a:t> </a:t>
            </a:r>
            <a:r>
              <a:rPr dirty="0" err="1"/>
              <a:t>faktor</a:t>
            </a:r>
            <a:r>
              <a:rPr dirty="0"/>
              <a:t> dapat </a:t>
            </a:r>
            <a:r>
              <a:rPr dirty="0" err="1"/>
              <a:t>menghambat</a:t>
            </a:r>
            <a:r>
              <a:rPr dirty="0"/>
              <a:t> </a:t>
            </a:r>
            <a:r>
              <a:rPr dirty="0" err="1"/>
              <a:t>perkembangan</a:t>
            </a:r>
            <a:r>
              <a:rPr dirty="0"/>
              <a:t> optimal.</a:t>
            </a:r>
            <a:r>
              <a:rPr lang="en-US" dirty="0"/>
              <a:t> </a:t>
            </a:r>
            <a:r>
              <a:rPr dirty="0"/>
              <a:t>Faktor-</a:t>
            </a:r>
            <a:r>
              <a:rPr dirty="0" err="1"/>
              <a:t>faktor</a:t>
            </a:r>
            <a:r>
              <a:rPr dirty="0"/>
              <a:t> </a:t>
            </a:r>
            <a:r>
              <a:rPr dirty="0" err="1"/>
              <a:t>tersebut</a:t>
            </a:r>
            <a:r>
              <a:rPr dirty="0"/>
              <a:t> </a:t>
            </a:r>
            <a:r>
              <a:rPr dirty="0" err="1"/>
              <a:t>meliputi</a:t>
            </a:r>
            <a:r>
              <a:rPr lang="en-US" dirty="0"/>
              <a:t>:</a:t>
            </a:r>
            <a:endParaRPr dirty="0"/>
          </a:p>
          <a:p>
            <a:pPr marL="0" indent="0" algn="just">
              <a:buNone/>
            </a:pPr>
            <a:r>
              <a:rPr lang="en-US" dirty="0"/>
              <a:t>1. </a:t>
            </a:r>
            <a:r>
              <a:rPr dirty="0" err="1"/>
              <a:t>Genetik</a:t>
            </a:r>
            <a:endParaRPr dirty="0"/>
          </a:p>
          <a:p>
            <a:pPr marL="0" indent="0" algn="just">
              <a:buNone/>
            </a:pPr>
            <a:r>
              <a:rPr lang="en-US" dirty="0"/>
              <a:t>   </a:t>
            </a:r>
            <a:r>
              <a:rPr dirty="0"/>
              <a:t>→ </a:t>
            </a:r>
            <a:r>
              <a:rPr dirty="0" err="1"/>
              <a:t>Menentukan</a:t>
            </a:r>
            <a:r>
              <a:rPr dirty="0"/>
              <a:t> </a:t>
            </a:r>
            <a:r>
              <a:rPr dirty="0" err="1"/>
              <a:t>potensi</a:t>
            </a:r>
            <a:r>
              <a:rPr dirty="0"/>
              <a:t> </a:t>
            </a:r>
            <a:r>
              <a:rPr dirty="0" err="1"/>
              <a:t>pertumbuhan</a:t>
            </a:r>
            <a:r>
              <a:rPr dirty="0"/>
              <a:t>.</a:t>
            </a:r>
          </a:p>
          <a:p>
            <a:pPr marL="0" indent="0" algn="just">
              <a:buNone/>
            </a:pPr>
            <a:r>
              <a:rPr lang="en-US" dirty="0"/>
              <a:t>2. </a:t>
            </a:r>
            <a:r>
              <a:rPr dirty="0" err="1"/>
              <a:t>Nutrisi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   </a:t>
            </a:r>
            <a:r>
              <a:rPr dirty="0"/>
              <a:t>→ </a:t>
            </a:r>
            <a:r>
              <a:rPr dirty="0" err="1"/>
              <a:t>Mempengaruhi</a:t>
            </a:r>
            <a:r>
              <a:rPr dirty="0"/>
              <a:t> </a:t>
            </a:r>
            <a:r>
              <a:rPr dirty="0" err="1"/>
              <a:t>perkembangan</a:t>
            </a:r>
            <a:r>
              <a:rPr dirty="0"/>
              <a:t> </a:t>
            </a:r>
            <a:r>
              <a:rPr dirty="0" err="1"/>
              <a:t>fisik</a:t>
            </a:r>
            <a:r>
              <a:rPr dirty="0"/>
              <a:t> dan hormonal.</a:t>
            </a:r>
          </a:p>
          <a:p>
            <a:pPr marL="0" indent="0" algn="just">
              <a:buNone/>
            </a:pPr>
            <a:r>
              <a:rPr lang="en-US" dirty="0"/>
              <a:t>3. </a:t>
            </a:r>
            <a:r>
              <a:rPr dirty="0" err="1"/>
              <a:t>Lingkungan</a:t>
            </a:r>
            <a:r>
              <a:rPr dirty="0"/>
              <a:t> dan </a:t>
            </a:r>
            <a:r>
              <a:rPr dirty="0" err="1"/>
              <a:t>sosial</a:t>
            </a:r>
            <a:endParaRPr dirty="0"/>
          </a:p>
          <a:p>
            <a:pPr marL="0" indent="0" algn="just">
              <a:buNone/>
            </a:pPr>
            <a:r>
              <a:rPr lang="en-US" dirty="0"/>
              <a:t>  </a:t>
            </a:r>
            <a:r>
              <a:rPr dirty="0"/>
              <a:t>→ </a:t>
            </a:r>
            <a:r>
              <a:rPr dirty="0" err="1"/>
              <a:t>Berpengaruh</a:t>
            </a:r>
            <a:r>
              <a:rPr dirty="0"/>
              <a:t> pada </a:t>
            </a:r>
            <a:r>
              <a:rPr dirty="0" err="1"/>
              <a:t>perilaku</a:t>
            </a:r>
            <a:r>
              <a:rPr dirty="0"/>
              <a:t> dan mental.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Perkembangan</a:t>
            </a:r>
            <a:r>
              <a:rPr b="1" dirty="0"/>
              <a:t> </a:t>
            </a:r>
            <a:r>
              <a:rPr b="1" dirty="0" err="1"/>
              <a:t>Fisik</a:t>
            </a:r>
            <a:r>
              <a:rPr b="1" dirty="0"/>
              <a:t> </a:t>
            </a:r>
            <a:r>
              <a:rPr b="1" dirty="0" err="1"/>
              <a:t>Remaja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dirty="0" err="1"/>
              <a:t>Perkembangan</a:t>
            </a:r>
            <a:r>
              <a:rPr dirty="0"/>
              <a:t> </a:t>
            </a:r>
            <a:r>
              <a:rPr dirty="0" err="1"/>
              <a:t>fisik</a:t>
            </a:r>
            <a:r>
              <a:rPr dirty="0"/>
              <a:t> </a:t>
            </a:r>
            <a:r>
              <a:rPr dirty="0" err="1"/>
              <a:t>remaja</a:t>
            </a:r>
            <a:r>
              <a:rPr dirty="0"/>
              <a:t> </a:t>
            </a:r>
            <a:r>
              <a:rPr dirty="0" err="1"/>
              <a:t>ditandai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percepatan</a:t>
            </a:r>
            <a:r>
              <a:rPr dirty="0"/>
              <a:t> </a:t>
            </a:r>
            <a:r>
              <a:rPr dirty="0" err="1"/>
              <a:t>pertumbuhan</a:t>
            </a:r>
            <a:r>
              <a:rPr dirty="0"/>
              <a:t> yang </a:t>
            </a:r>
            <a:r>
              <a:rPr dirty="0" err="1"/>
              <a:t>signifikan</a:t>
            </a:r>
            <a:r>
              <a:rPr dirty="0"/>
              <a:t>, </a:t>
            </a:r>
            <a:r>
              <a:rPr dirty="0" err="1"/>
              <a:t>termasuk</a:t>
            </a:r>
            <a:r>
              <a:rPr dirty="0"/>
              <a:t> </a:t>
            </a:r>
            <a:r>
              <a:rPr dirty="0" err="1"/>
              <a:t>perubahan</a:t>
            </a:r>
            <a:r>
              <a:rPr dirty="0"/>
              <a:t> </a:t>
            </a:r>
            <a:r>
              <a:rPr dirty="0" err="1"/>
              <a:t>komposisi</a:t>
            </a:r>
            <a:r>
              <a:rPr dirty="0"/>
              <a:t> </a:t>
            </a:r>
            <a:r>
              <a:rPr dirty="0" err="1"/>
              <a:t>tubuh</a:t>
            </a:r>
            <a:r>
              <a:rPr dirty="0"/>
              <a:t> dan </a:t>
            </a:r>
            <a:r>
              <a:rPr dirty="0" err="1"/>
              <a:t>maturasi</a:t>
            </a:r>
            <a:r>
              <a:rPr dirty="0"/>
              <a:t> organ </a:t>
            </a:r>
            <a:r>
              <a:rPr dirty="0" err="1"/>
              <a:t>reproduksi</a:t>
            </a:r>
            <a:r>
              <a:rPr dirty="0"/>
              <a:t>.</a:t>
            </a:r>
            <a:r>
              <a:rPr lang="en-US" dirty="0"/>
              <a:t> </a:t>
            </a:r>
            <a:r>
              <a:rPr dirty="0" err="1"/>
              <a:t>Perkembangan</a:t>
            </a:r>
            <a:r>
              <a:rPr dirty="0"/>
              <a:t> ini </a:t>
            </a:r>
            <a:r>
              <a:rPr dirty="0" err="1"/>
              <a:t>meliputi</a:t>
            </a:r>
            <a:r>
              <a:rPr lang="en-US" dirty="0"/>
              <a:t>:</a:t>
            </a:r>
            <a:endParaRPr dirty="0"/>
          </a:p>
          <a:p>
            <a:pPr algn="just"/>
            <a:r>
              <a:rPr dirty="0"/>
              <a:t>Growth spurt</a:t>
            </a:r>
          </a:p>
          <a:p>
            <a:pPr marL="0" indent="0" algn="just">
              <a:buNone/>
            </a:pPr>
            <a:r>
              <a:rPr dirty="0"/>
              <a:t>→ </a:t>
            </a:r>
            <a:r>
              <a:rPr dirty="0" err="1"/>
              <a:t>Pertumbuhan</a:t>
            </a:r>
            <a:r>
              <a:rPr dirty="0"/>
              <a:t> </a:t>
            </a:r>
            <a:r>
              <a:rPr dirty="0" err="1"/>
              <a:t>cepat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waktu</a:t>
            </a:r>
            <a:r>
              <a:rPr dirty="0"/>
              <a:t> </a:t>
            </a:r>
            <a:r>
              <a:rPr dirty="0" err="1"/>
              <a:t>singkat</a:t>
            </a:r>
            <a:r>
              <a:rPr dirty="0"/>
              <a:t>.</a:t>
            </a:r>
          </a:p>
          <a:p>
            <a:pPr algn="just"/>
            <a:r>
              <a:rPr dirty="0" err="1"/>
              <a:t>Perubahan</a:t>
            </a:r>
            <a:r>
              <a:rPr dirty="0"/>
              <a:t> </a:t>
            </a:r>
            <a:r>
              <a:rPr dirty="0" err="1"/>
              <a:t>komposisi</a:t>
            </a:r>
            <a:r>
              <a:rPr dirty="0"/>
              <a:t> </a:t>
            </a:r>
            <a:r>
              <a:rPr dirty="0" err="1"/>
              <a:t>tubuh</a:t>
            </a:r>
            <a:endParaRPr dirty="0"/>
          </a:p>
          <a:p>
            <a:pPr marL="0" indent="0" algn="just">
              <a:buNone/>
            </a:pPr>
            <a:r>
              <a:rPr dirty="0"/>
              <a:t>→ Lemak dan </a:t>
            </a:r>
            <a:r>
              <a:rPr dirty="0" err="1"/>
              <a:t>massa</a:t>
            </a:r>
            <a:r>
              <a:rPr dirty="0"/>
              <a:t> </a:t>
            </a:r>
            <a:r>
              <a:rPr dirty="0" err="1"/>
              <a:t>otot</a:t>
            </a:r>
            <a:r>
              <a:rPr dirty="0"/>
              <a:t> </a:t>
            </a:r>
            <a:r>
              <a:rPr dirty="0" err="1"/>
              <a:t>berubah</a:t>
            </a:r>
            <a:r>
              <a:rPr dirty="0"/>
              <a:t>.</a:t>
            </a:r>
          </a:p>
          <a:p>
            <a:pPr algn="just"/>
            <a:r>
              <a:rPr dirty="0" err="1"/>
              <a:t>Maturasi</a:t>
            </a:r>
            <a:r>
              <a:rPr dirty="0"/>
              <a:t> organ </a:t>
            </a:r>
            <a:r>
              <a:rPr dirty="0" err="1"/>
              <a:t>reproduksi</a:t>
            </a:r>
            <a:endParaRPr dirty="0"/>
          </a:p>
          <a:p>
            <a:pPr marL="0" indent="0" algn="just">
              <a:buNone/>
            </a:pPr>
            <a:r>
              <a:rPr dirty="0"/>
              <a:t>→ Organ </a:t>
            </a:r>
            <a:r>
              <a:rPr dirty="0" err="1"/>
              <a:t>mulai</a:t>
            </a:r>
            <a:r>
              <a:rPr dirty="0"/>
              <a:t> </a:t>
            </a:r>
            <a:r>
              <a:rPr dirty="0" err="1"/>
              <a:t>berfungsi</a:t>
            </a:r>
            <a:r>
              <a:rPr dirty="0"/>
              <a:t> optimal.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 err="1"/>
              <a:t>Perkembangan</a:t>
            </a:r>
            <a:r>
              <a:rPr b="1" dirty="0"/>
              <a:t> </a:t>
            </a:r>
            <a:r>
              <a:rPr b="1" dirty="0" err="1"/>
              <a:t>Biologis</a:t>
            </a:r>
            <a:r>
              <a:rPr b="1" dirty="0"/>
              <a:t> (</a:t>
            </a:r>
            <a:r>
              <a:rPr b="1" dirty="0" err="1"/>
              <a:t>Pubertas</a:t>
            </a:r>
            <a:r>
              <a:rPr b="1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dirty="0" err="1"/>
              <a:t>Pubertas</a:t>
            </a:r>
            <a:r>
              <a:rPr dirty="0"/>
              <a:t> </a:t>
            </a:r>
            <a:r>
              <a:rPr dirty="0" err="1"/>
              <a:t>merupakan</a:t>
            </a:r>
            <a:r>
              <a:rPr dirty="0"/>
              <a:t> </a:t>
            </a:r>
            <a:r>
              <a:rPr dirty="0" err="1"/>
              <a:t>fase</a:t>
            </a:r>
            <a:r>
              <a:rPr dirty="0"/>
              <a:t> </a:t>
            </a:r>
            <a:r>
              <a:rPr dirty="0" err="1"/>
              <a:t>penting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perkembangan</a:t>
            </a:r>
            <a:r>
              <a:rPr dirty="0"/>
              <a:t> </a:t>
            </a:r>
            <a:r>
              <a:rPr dirty="0" err="1"/>
              <a:t>biologis</a:t>
            </a:r>
            <a:r>
              <a:rPr dirty="0"/>
              <a:t> </a:t>
            </a:r>
            <a:r>
              <a:rPr dirty="0" err="1"/>
              <a:t>remaja</a:t>
            </a:r>
            <a:r>
              <a:rPr dirty="0"/>
              <a:t> yang </a:t>
            </a:r>
            <a:r>
              <a:rPr dirty="0" err="1"/>
              <a:t>ditandai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kematangan</a:t>
            </a:r>
            <a:r>
              <a:rPr dirty="0"/>
              <a:t> </a:t>
            </a:r>
            <a:r>
              <a:rPr dirty="0" err="1"/>
              <a:t>seksual</a:t>
            </a:r>
            <a:r>
              <a:rPr dirty="0"/>
              <a:t> dan </a:t>
            </a:r>
            <a:r>
              <a:rPr dirty="0" err="1"/>
              <a:t>kemampuan</a:t>
            </a:r>
            <a:r>
              <a:rPr dirty="0"/>
              <a:t> </a:t>
            </a:r>
            <a:r>
              <a:rPr dirty="0" err="1"/>
              <a:t>reproduksi</a:t>
            </a:r>
            <a:r>
              <a:rPr dirty="0"/>
              <a:t>. Proses ini </a:t>
            </a:r>
            <a:r>
              <a:rPr dirty="0" err="1"/>
              <a:t>dikendalikan</a:t>
            </a:r>
            <a:r>
              <a:rPr dirty="0"/>
              <a:t> oleh </a:t>
            </a:r>
            <a:r>
              <a:rPr dirty="0" err="1"/>
              <a:t>sistem</a:t>
            </a:r>
            <a:r>
              <a:rPr dirty="0"/>
              <a:t> hormonal dan </a:t>
            </a:r>
            <a:r>
              <a:rPr dirty="0" err="1"/>
              <a:t>dipengaruhi</a:t>
            </a:r>
            <a:r>
              <a:rPr dirty="0"/>
              <a:t> oleh </a:t>
            </a:r>
            <a:r>
              <a:rPr dirty="0" err="1"/>
              <a:t>faktor</a:t>
            </a:r>
            <a:r>
              <a:rPr dirty="0"/>
              <a:t> </a:t>
            </a:r>
            <a:r>
              <a:rPr dirty="0" err="1"/>
              <a:t>genetik</a:t>
            </a:r>
            <a:r>
              <a:rPr dirty="0"/>
              <a:t> </a:t>
            </a:r>
            <a:r>
              <a:rPr dirty="0" err="1"/>
              <a:t>serta</a:t>
            </a:r>
            <a:r>
              <a:rPr dirty="0"/>
              <a:t> </a:t>
            </a:r>
            <a:r>
              <a:rPr dirty="0" err="1"/>
              <a:t>lingkungan</a:t>
            </a:r>
            <a:r>
              <a:rPr dirty="0"/>
              <a:t>.</a:t>
            </a:r>
            <a:r>
              <a:rPr lang="en-US" dirty="0"/>
              <a:t> </a:t>
            </a:r>
            <a:r>
              <a:rPr dirty="0"/>
              <a:t>Proses ini dapat </a:t>
            </a:r>
            <a:r>
              <a:rPr dirty="0" err="1"/>
              <a:t>dijelaskan</a:t>
            </a:r>
            <a:r>
              <a:rPr dirty="0"/>
              <a:t> </a:t>
            </a:r>
            <a:r>
              <a:rPr dirty="0" err="1"/>
              <a:t>melalui</a:t>
            </a:r>
            <a:r>
              <a:rPr dirty="0"/>
              <a:t> </a:t>
            </a:r>
            <a:r>
              <a:rPr dirty="0" err="1"/>
              <a:t>poin</a:t>
            </a:r>
            <a:r>
              <a:rPr dirty="0"/>
              <a:t> </a:t>
            </a:r>
            <a:r>
              <a:rPr dirty="0" err="1"/>
              <a:t>berikut</a:t>
            </a:r>
            <a:r>
              <a:rPr lang="en-US" dirty="0"/>
              <a:t>:</a:t>
            </a:r>
            <a:endParaRPr dirty="0"/>
          </a:p>
          <a:p>
            <a:pPr algn="just"/>
            <a:r>
              <a:rPr dirty="0" err="1"/>
              <a:t>Maturasi</a:t>
            </a:r>
            <a:r>
              <a:rPr dirty="0"/>
              <a:t> </a:t>
            </a:r>
            <a:r>
              <a:rPr dirty="0" err="1"/>
              <a:t>seksual</a:t>
            </a:r>
            <a:r>
              <a:rPr dirty="0"/>
              <a:t> </a:t>
            </a:r>
            <a:r>
              <a:rPr dirty="0" err="1"/>
              <a:t>dimulai</a:t>
            </a:r>
            <a:endParaRPr dirty="0"/>
          </a:p>
          <a:p>
            <a:pPr algn="just"/>
            <a:r>
              <a:rPr dirty="0"/>
              <a:t>→ </a:t>
            </a:r>
            <a:r>
              <a:rPr dirty="0" err="1"/>
              <a:t>Individu</a:t>
            </a:r>
            <a:r>
              <a:rPr dirty="0"/>
              <a:t> </a:t>
            </a:r>
            <a:r>
              <a:rPr dirty="0" err="1"/>
              <a:t>mulai</a:t>
            </a:r>
            <a:r>
              <a:rPr dirty="0"/>
              <a:t> </a:t>
            </a:r>
            <a:r>
              <a:rPr dirty="0" err="1"/>
              <a:t>mampu</a:t>
            </a:r>
            <a:r>
              <a:rPr dirty="0"/>
              <a:t> </a:t>
            </a:r>
            <a:r>
              <a:rPr dirty="0" err="1"/>
              <a:t>bereproduksi</a:t>
            </a:r>
            <a:r>
              <a:rPr dirty="0"/>
              <a:t>.</a:t>
            </a:r>
          </a:p>
          <a:p>
            <a:pPr algn="just"/>
            <a:r>
              <a:rPr dirty="0" err="1"/>
              <a:t>Perubahan</a:t>
            </a:r>
            <a:r>
              <a:rPr dirty="0"/>
              <a:t> </a:t>
            </a:r>
            <a:r>
              <a:rPr dirty="0" err="1"/>
              <a:t>fisik</a:t>
            </a:r>
            <a:r>
              <a:rPr dirty="0"/>
              <a:t> </a:t>
            </a:r>
            <a:r>
              <a:rPr dirty="0" err="1"/>
              <a:t>khas</a:t>
            </a:r>
            <a:endParaRPr dirty="0"/>
          </a:p>
          <a:p>
            <a:pPr algn="just"/>
            <a:r>
              <a:rPr dirty="0"/>
              <a:t>→ </a:t>
            </a:r>
            <a:r>
              <a:rPr dirty="0" err="1"/>
              <a:t>Berbeda</a:t>
            </a:r>
            <a:r>
              <a:rPr dirty="0"/>
              <a:t> </a:t>
            </a:r>
            <a:r>
              <a:rPr dirty="0" err="1"/>
              <a:t>antara</a:t>
            </a:r>
            <a:r>
              <a:rPr dirty="0"/>
              <a:t> </a:t>
            </a:r>
            <a:r>
              <a:rPr dirty="0" err="1"/>
              <a:t>laki-laki</a:t>
            </a:r>
            <a:r>
              <a:rPr dirty="0"/>
              <a:t> dan </a:t>
            </a:r>
            <a:r>
              <a:rPr dirty="0" err="1"/>
              <a:t>perempuan</a:t>
            </a:r>
            <a:r>
              <a:rPr dirty="0"/>
              <a:t>.</a:t>
            </a:r>
          </a:p>
          <a:p>
            <a:pPr algn="just"/>
            <a:r>
              <a:rPr dirty="0" err="1"/>
              <a:t>Dipengaruhi</a:t>
            </a:r>
            <a:r>
              <a:rPr dirty="0"/>
              <a:t> </a:t>
            </a:r>
            <a:r>
              <a:rPr dirty="0" err="1"/>
              <a:t>berbagai</a:t>
            </a:r>
            <a:r>
              <a:rPr dirty="0"/>
              <a:t> </a:t>
            </a:r>
            <a:r>
              <a:rPr dirty="0" err="1"/>
              <a:t>faktor</a:t>
            </a:r>
            <a:endParaRPr dirty="0"/>
          </a:p>
          <a:p>
            <a:pPr algn="just"/>
            <a:r>
              <a:rPr dirty="0"/>
              <a:t>→ </a:t>
            </a:r>
            <a:r>
              <a:rPr dirty="0" err="1"/>
              <a:t>Nutrisi</a:t>
            </a:r>
            <a:r>
              <a:rPr dirty="0"/>
              <a:t> dan </a:t>
            </a:r>
            <a:r>
              <a:rPr dirty="0" err="1"/>
              <a:t>genetik</a:t>
            </a:r>
            <a:r>
              <a:rPr dirty="0"/>
              <a:t> sangat </a:t>
            </a:r>
            <a:r>
              <a:rPr dirty="0" err="1"/>
              <a:t>penting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917D6-8EE6-BA17-62E4-17B8A8FC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ABFC15-B8F6-EDEC-F872-57FA747046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883" t="5152" r="5491" b="6351"/>
          <a:stretch>
            <a:fillRect/>
          </a:stretch>
        </p:blipFill>
        <p:spPr>
          <a:xfrm>
            <a:off x="247650" y="311785"/>
            <a:ext cx="4162425" cy="62344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026BC3-DF34-49A3-5F62-F1FB2BC916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15" r="4819" b="3878"/>
          <a:stretch>
            <a:fillRect/>
          </a:stretch>
        </p:blipFill>
        <p:spPr>
          <a:xfrm>
            <a:off x="4410075" y="1095374"/>
            <a:ext cx="4486275" cy="465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02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Perubahan</a:t>
            </a:r>
            <a:r>
              <a:rPr b="1" dirty="0"/>
              <a:t> Hormonal </a:t>
            </a:r>
            <a:r>
              <a:rPr b="1" dirty="0" err="1"/>
              <a:t>Remaja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sz="2400" dirty="0" err="1"/>
              <a:t>Perubahan</a:t>
            </a:r>
            <a:r>
              <a:rPr lang="en-ID" sz="2400" dirty="0"/>
              <a:t> hormonal pada </a:t>
            </a:r>
            <a:r>
              <a:rPr lang="en-ID" sz="2400" dirty="0" err="1"/>
              <a:t>remaja</a:t>
            </a:r>
            <a:r>
              <a:rPr lang="en-ID" sz="2400" dirty="0"/>
              <a:t> </a:t>
            </a:r>
            <a:r>
              <a:rPr lang="en-ID" sz="2400" dirty="0" err="1"/>
              <a:t>dipicu</a:t>
            </a:r>
            <a:r>
              <a:rPr lang="en-ID" sz="2400" dirty="0"/>
              <a:t> oleh </a:t>
            </a:r>
            <a:r>
              <a:rPr lang="en-ID" sz="2400" dirty="0" err="1"/>
              <a:t>aktivasi</a:t>
            </a:r>
            <a:r>
              <a:rPr lang="en-ID" sz="2400" dirty="0"/>
              <a:t> GnRH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hipotalamus</a:t>
            </a:r>
            <a:r>
              <a:rPr lang="en-ID" sz="2400" dirty="0"/>
              <a:t> yang </a:t>
            </a:r>
            <a:r>
              <a:rPr lang="en-ID" sz="2400" dirty="0" err="1"/>
              <a:t>merangsang</a:t>
            </a:r>
            <a:r>
              <a:rPr lang="en-ID" sz="2400" dirty="0"/>
              <a:t> </a:t>
            </a:r>
            <a:r>
              <a:rPr lang="en-ID" sz="2400" dirty="0" err="1"/>
              <a:t>sekresi</a:t>
            </a:r>
            <a:r>
              <a:rPr lang="en-ID" sz="2400" dirty="0"/>
              <a:t> LH dan FSH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hipofisis</a:t>
            </a:r>
            <a:r>
              <a:rPr lang="en-ID" sz="2400" dirty="0"/>
              <a:t>. </a:t>
            </a:r>
            <a:r>
              <a:rPr lang="en-ID" sz="2400" dirty="0" err="1"/>
              <a:t>Hormon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kemudian</a:t>
            </a:r>
            <a:r>
              <a:rPr lang="en-ID" sz="2400" dirty="0"/>
              <a:t> </a:t>
            </a:r>
            <a:r>
              <a:rPr lang="en-ID" sz="2400" dirty="0" err="1"/>
              <a:t>memicu</a:t>
            </a:r>
            <a:r>
              <a:rPr lang="en-ID" sz="2400" dirty="0"/>
              <a:t> </a:t>
            </a:r>
            <a:r>
              <a:rPr lang="en-ID" sz="2400" dirty="0" err="1"/>
              <a:t>produksi</a:t>
            </a:r>
            <a:r>
              <a:rPr lang="en-ID" sz="2400" dirty="0"/>
              <a:t> </a:t>
            </a:r>
            <a:r>
              <a:rPr lang="en-ID" sz="2400" dirty="0" err="1"/>
              <a:t>estrogen</a:t>
            </a:r>
            <a:r>
              <a:rPr lang="en-ID" sz="2400" dirty="0"/>
              <a:t> dan </a:t>
            </a:r>
            <a:r>
              <a:rPr lang="en-ID" sz="2400" dirty="0" err="1"/>
              <a:t>testosteron</a:t>
            </a:r>
            <a:r>
              <a:rPr lang="en-ID" sz="2400" dirty="0"/>
              <a:t>. </a:t>
            </a:r>
            <a:r>
              <a:rPr lang="en-ID" sz="2400" dirty="0" err="1"/>
              <a:t>Perubahan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 </a:t>
            </a:r>
            <a:r>
              <a:rPr lang="en-ID" sz="2400" dirty="0" err="1"/>
              <a:t>meliputi</a:t>
            </a:r>
            <a:r>
              <a:rPr lang="en-ID" sz="2400" dirty="0"/>
              <a:t>:</a:t>
            </a:r>
          </a:p>
          <a:p>
            <a:r>
              <a:rPr lang="en-ID" sz="2400" b="1" dirty="0" err="1"/>
              <a:t>Aktivasi</a:t>
            </a:r>
            <a:r>
              <a:rPr lang="en-ID" sz="2400" b="1" dirty="0"/>
              <a:t> GnRH</a:t>
            </a:r>
            <a:br>
              <a:rPr lang="en-ID" sz="2400" dirty="0"/>
            </a:br>
            <a:r>
              <a:rPr lang="en-ID" sz="2400" dirty="0"/>
              <a:t>→ </a:t>
            </a:r>
            <a:r>
              <a:rPr lang="en-ID" sz="2400" dirty="0" err="1"/>
              <a:t>Memulai</a:t>
            </a:r>
            <a:r>
              <a:rPr lang="en-ID" sz="2400" dirty="0"/>
              <a:t> proses </a:t>
            </a:r>
            <a:r>
              <a:rPr lang="en-ID" sz="2400" dirty="0" err="1"/>
              <a:t>pubertas</a:t>
            </a:r>
            <a:r>
              <a:rPr lang="en-ID" sz="2400" dirty="0"/>
              <a:t>. </a:t>
            </a:r>
          </a:p>
          <a:p>
            <a:r>
              <a:rPr lang="en-ID" sz="2400" b="1" dirty="0"/>
              <a:t>LH dan FSH </a:t>
            </a:r>
            <a:r>
              <a:rPr lang="en-ID" sz="2400" b="1" dirty="0" err="1"/>
              <a:t>meningkat</a:t>
            </a:r>
            <a:br>
              <a:rPr lang="en-ID" sz="2400" dirty="0"/>
            </a:br>
            <a:r>
              <a:rPr lang="en-ID" sz="2400" dirty="0"/>
              <a:t>→ </a:t>
            </a:r>
            <a:r>
              <a:rPr lang="en-ID" sz="2400" dirty="0" err="1"/>
              <a:t>Mengatur</a:t>
            </a:r>
            <a:r>
              <a:rPr lang="en-ID" sz="2400" dirty="0"/>
              <a:t> </a:t>
            </a:r>
            <a:r>
              <a:rPr lang="en-ID" sz="2400" dirty="0" err="1"/>
              <a:t>fungsi</a:t>
            </a:r>
            <a:r>
              <a:rPr lang="en-ID" sz="2400" dirty="0"/>
              <a:t> gonad. </a:t>
            </a:r>
          </a:p>
          <a:p>
            <a:r>
              <a:rPr lang="en-ID" sz="2400" b="1" dirty="0" err="1"/>
              <a:t>Hormon</a:t>
            </a:r>
            <a:r>
              <a:rPr lang="en-ID" sz="2400" b="1" dirty="0"/>
              <a:t> </a:t>
            </a:r>
            <a:r>
              <a:rPr lang="en-ID" sz="2400" b="1" dirty="0" err="1"/>
              <a:t>seks</a:t>
            </a:r>
            <a:r>
              <a:rPr lang="en-ID" sz="2400" b="1" dirty="0"/>
              <a:t> </a:t>
            </a:r>
            <a:r>
              <a:rPr lang="en-ID" sz="2400" b="1" dirty="0" err="1"/>
              <a:t>meningkat</a:t>
            </a:r>
            <a:br>
              <a:rPr lang="en-ID" sz="2400" dirty="0"/>
            </a:br>
            <a:r>
              <a:rPr lang="en-ID" sz="2400" dirty="0"/>
              <a:t>→ </a:t>
            </a:r>
            <a:r>
              <a:rPr lang="en-ID" sz="2400" dirty="0" err="1"/>
              <a:t>Mempengaruhi</a:t>
            </a:r>
            <a:r>
              <a:rPr lang="en-ID" sz="2400" dirty="0"/>
              <a:t> </a:t>
            </a:r>
            <a:r>
              <a:rPr lang="en-ID" sz="2400" dirty="0" err="1"/>
              <a:t>perkembangan</a:t>
            </a:r>
            <a:r>
              <a:rPr lang="en-ID" sz="2400" dirty="0"/>
              <a:t> </a:t>
            </a:r>
            <a:r>
              <a:rPr lang="en-ID" sz="2400" dirty="0" err="1"/>
              <a:t>fisik</a:t>
            </a:r>
            <a:r>
              <a:rPr lang="en-ID" sz="2400" dirty="0"/>
              <a:t> dan </a:t>
            </a:r>
            <a:r>
              <a:rPr lang="en-ID" sz="2400" dirty="0" err="1"/>
              <a:t>emosi</a:t>
            </a:r>
            <a:r>
              <a:rPr lang="en-ID" sz="2400" dirty="0"/>
              <a:t>.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Perkembangan</a:t>
            </a:r>
            <a:r>
              <a:rPr b="1" dirty="0"/>
              <a:t> </a:t>
            </a:r>
            <a:r>
              <a:rPr b="1" dirty="0" err="1"/>
              <a:t>Kognitif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dirty="0" err="1"/>
              <a:t>Remaja</a:t>
            </a:r>
            <a:r>
              <a:rPr dirty="0"/>
              <a:t> </a:t>
            </a:r>
            <a:r>
              <a:rPr dirty="0" err="1"/>
              <a:t>mulai</a:t>
            </a:r>
            <a:r>
              <a:rPr dirty="0"/>
              <a:t> </a:t>
            </a:r>
            <a:r>
              <a:rPr dirty="0" err="1"/>
              <a:t>mampu</a:t>
            </a:r>
            <a:r>
              <a:rPr dirty="0"/>
              <a:t> </a:t>
            </a:r>
            <a:r>
              <a:rPr dirty="0" err="1"/>
              <a:t>berpikir</a:t>
            </a:r>
            <a:r>
              <a:rPr dirty="0"/>
              <a:t> </a:t>
            </a:r>
            <a:r>
              <a:rPr dirty="0" err="1"/>
              <a:t>abstrak</a:t>
            </a:r>
            <a:r>
              <a:rPr dirty="0"/>
              <a:t>, </a:t>
            </a:r>
            <a:r>
              <a:rPr dirty="0" err="1"/>
              <a:t>kritis</a:t>
            </a:r>
            <a:r>
              <a:rPr dirty="0"/>
              <a:t>, dan </a:t>
            </a:r>
            <a:r>
              <a:rPr dirty="0" err="1"/>
              <a:t>logis</a:t>
            </a:r>
            <a:r>
              <a:rPr dirty="0"/>
              <a:t>.</a:t>
            </a:r>
          </a:p>
          <a:p>
            <a:pPr marL="0" indent="0" algn="just">
              <a:buNone/>
            </a:pP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mengembangkan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berpikir</a:t>
            </a:r>
            <a:r>
              <a:rPr lang="en-ID" dirty="0"/>
              <a:t> </a:t>
            </a:r>
            <a:r>
              <a:rPr lang="en-ID" dirty="0" err="1"/>
              <a:t>abstrak</a:t>
            </a:r>
            <a:r>
              <a:rPr lang="en-ID" dirty="0"/>
              <a:t>, </a:t>
            </a:r>
            <a:r>
              <a:rPr lang="en-ID" dirty="0" err="1"/>
              <a:t>logis</a:t>
            </a:r>
            <a:r>
              <a:rPr lang="en-ID" dirty="0"/>
              <a:t>, dan </a:t>
            </a:r>
            <a:r>
              <a:rPr lang="en-ID" dirty="0" err="1"/>
              <a:t>kritis</a:t>
            </a:r>
            <a:r>
              <a:rPr lang="en-ID" dirty="0"/>
              <a:t>. </a:t>
            </a: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sepenuhnya</a:t>
            </a:r>
            <a:r>
              <a:rPr lang="en-ID" dirty="0"/>
              <a:t> </a:t>
            </a:r>
            <a:r>
              <a:rPr lang="en-ID" dirty="0" err="1"/>
              <a:t>matang</a:t>
            </a:r>
            <a:r>
              <a:rPr lang="en-ID" dirty="0"/>
              <a:t>.</a:t>
            </a:r>
            <a:endParaRPr dirty="0"/>
          </a:p>
          <a:p>
            <a:pPr algn="just"/>
            <a:r>
              <a:rPr dirty="0" err="1"/>
              <a:t>Aspek</a:t>
            </a:r>
            <a:r>
              <a:rPr dirty="0"/>
              <a:t> </a:t>
            </a:r>
            <a:r>
              <a:rPr dirty="0" err="1"/>
              <a:t>kognitif</a:t>
            </a:r>
            <a:r>
              <a:rPr dirty="0"/>
              <a:t> </a:t>
            </a:r>
            <a:r>
              <a:rPr dirty="0" err="1"/>
              <a:t>meliputi</a:t>
            </a:r>
            <a:r>
              <a:rPr lang="en-US" dirty="0"/>
              <a:t>:</a:t>
            </a:r>
            <a:endParaRPr dirty="0"/>
          </a:p>
          <a:p>
            <a:pPr algn="just"/>
            <a:r>
              <a:rPr dirty="0" err="1"/>
              <a:t>Berpikir</a:t>
            </a:r>
            <a:r>
              <a:rPr dirty="0"/>
              <a:t> </a:t>
            </a:r>
            <a:r>
              <a:rPr dirty="0" err="1"/>
              <a:t>abstrak</a:t>
            </a:r>
            <a:endParaRPr dirty="0"/>
          </a:p>
          <a:p>
            <a:pPr marL="0" indent="0" algn="just">
              <a:buNone/>
            </a:pPr>
            <a:r>
              <a:rPr dirty="0"/>
              <a:t>→ </a:t>
            </a:r>
            <a:r>
              <a:rPr dirty="0" err="1"/>
              <a:t>Memahami</a:t>
            </a:r>
            <a:r>
              <a:rPr dirty="0"/>
              <a:t> </a:t>
            </a:r>
            <a:r>
              <a:rPr dirty="0" err="1"/>
              <a:t>konsep</a:t>
            </a:r>
            <a:r>
              <a:rPr dirty="0"/>
              <a:t> </a:t>
            </a:r>
            <a:r>
              <a:rPr dirty="0" err="1"/>
              <a:t>kompleks</a:t>
            </a:r>
            <a:r>
              <a:rPr dirty="0"/>
              <a:t>.</a:t>
            </a:r>
          </a:p>
          <a:p>
            <a:pPr algn="just"/>
            <a:r>
              <a:rPr dirty="0" err="1"/>
              <a:t>Pengambilan</a:t>
            </a:r>
            <a:r>
              <a:rPr dirty="0"/>
              <a:t> </a:t>
            </a:r>
            <a:r>
              <a:rPr dirty="0" err="1"/>
              <a:t>keputusan</a:t>
            </a:r>
            <a:endParaRPr dirty="0"/>
          </a:p>
          <a:p>
            <a:pPr marL="0" indent="0" algn="just">
              <a:buNone/>
            </a:pPr>
            <a:r>
              <a:rPr dirty="0"/>
              <a:t>→ Masih </a:t>
            </a:r>
            <a:r>
              <a:rPr dirty="0" err="1"/>
              <a:t>berkembang</a:t>
            </a:r>
            <a:r>
              <a:rPr dirty="0"/>
              <a:t>.</a:t>
            </a:r>
          </a:p>
          <a:p>
            <a:pPr algn="just"/>
            <a:r>
              <a:rPr dirty="0" err="1"/>
              <a:t>Kesadaran</a:t>
            </a:r>
            <a:r>
              <a:rPr dirty="0"/>
              <a:t> </a:t>
            </a:r>
            <a:r>
              <a:rPr dirty="0" err="1"/>
              <a:t>diri</a:t>
            </a:r>
            <a:r>
              <a:rPr dirty="0"/>
              <a:t> </a:t>
            </a:r>
            <a:r>
              <a:rPr dirty="0" err="1"/>
              <a:t>meningkat</a:t>
            </a:r>
            <a:endParaRPr dirty="0"/>
          </a:p>
          <a:p>
            <a:pPr marL="0" indent="0" algn="just">
              <a:buNone/>
            </a:pPr>
            <a:r>
              <a:rPr dirty="0"/>
              <a:t>→ Mulai </a:t>
            </a:r>
            <a:r>
              <a:rPr dirty="0" err="1"/>
              <a:t>reflektif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Perkembangan</a:t>
            </a:r>
            <a:r>
              <a:rPr b="1" dirty="0"/>
              <a:t> </a:t>
            </a:r>
            <a:r>
              <a:rPr b="1" dirty="0" err="1"/>
              <a:t>Psikologis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dirty="0" err="1"/>
              <a:t>Remaja</a:t>
            </a:r>
            <a:r>
              <a:rPr dirty="0"/>
              <a:t> </a:t>
            </a:r>
            <a:r>
              <a:rPr dirty="0" err="1"/>
              <a:t>mengalami</a:t>
            </a:r>
            <a:r>
              <a:rPr dirty="0"/>
              <a:t> </a:t>
            </a:r>
            <a:r>
              <a:rPr dirty="0" err="1"/>
              <a:t>perubahan</a:t>
            </a:r>
            <a:r>
              <a:rPr dirty="0"/>
              <a:t> </a:t>
            </a:r>
            <a:r>
              <a:rPr dirty="0" err="1"/>
              <a:t>emosional</a:t>
            </a:r>
            <a:r>
              <a:rPr dirty="0"/>
              <a:t> dan </a:t>
            </a:r>
            <a:r>
              <a:rPr dirty="0" err="1"/>
              <a:t>pencarian</a:t>
            </a:r>
            <a:r>
              <a:rPr dirty="0"/>
              <a:t> </a:t>
            </a:r>
            <a:r>
              <a:rPr dirty="0" err="1"/>
              <a:t>identitas</a:t>
            </a:r>
            <a:r>
              <a:rPr dirty="0"/>
              <a:t>.</a:t>
            </a:r>
          </a:p>
          <a:p>
            <a:pPr algn="just"/>
            <a:r>
              <a:rPr dirty="0"/>
              <a:t>Ciri-</a:t>
            </a:r>
            <a:r>
              <a:rPr dirty="0" err="1"/>
              <a:t>ciri</a:t>
            </a:r>
            <a:r>
              <a:rPr lang="en-US" dirty="0"/>
              <a:t> pada </a:t>
            </a:r>
            <a:r>
              <a:rPr lang="en-US" dirty="0" err="1"/>
              <a:t>remaja</a:t>
            </a:r>
            <a:r>
              <a:rPr lang="en-US" dirty="0"/>
              <a:t>:</a:t>
            </a:r>
            <a:endParaRPr dirty="0"/>
          </a:p>
          <a:p>
            <a:pPr algn="just"/>
            <a:r>
              <a:rPr dirty="0" err="1"/>
              <a:t>Identitas</a:t>
            </a:r>
            <a:r>
              <a:rPr dirty="0"/>
              <a:t> </a:t>
            </a:r>
            <a:r>
              <a:rPr dirty="0" err="1"/>
              <a:t>diri</a:t>
            </a:r>
            <a:endParaRPr dirty="0"/>
          </a:p>
          <a:p>
            <a:pPr algn="just"/>
            <a:r>
              <a:rPr dirty="0"/>
              <a:t>Emosi </a:t>
            </a:r>
            <a:r>
              <a:rPr dirty="0" err="1"/>
              <a:t>labil</a:t>
            </a:r>
            <a:endParaRPr dirty="0"/>
          </a:p>
          <a:p>
            <a:pPr algn="just"/>
            <a:r>
              <a:rPr dirty="0" err="1"/>
              <a:t>Eksplorasi</a:t>
            </a:r>
            <a:r>
              <a:rPr dirty="0"/>
              <a:t> </a:t>
            </a:r>
            <a:r>
              <a:rPr dirty="0" err="1"/>
              <a:t>diri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Perkembangan</a:t>
            </a:r>
            <a:r>
              <a:rPr lang="en-ID" b="1" dirty="0"/>
              <a:t> Sosial </a:t>
            </a:r>
            <a:r>
              <a:rPr lang="en-ID" b="1" dirty="0" err="1"/>
              <a:t>Remaja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endParaRPr dirty="0"/>
          </a:p>
          <a:p>
            <a:pPr algn="just"/>
            <a:r>
              <a:rPr lang="en-ID" dirty="0" err="1"/>
              <a:t>Perkembangan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 pada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ditandai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meningkatnya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berinteraksi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kelompok</a:t>
            </a:r>
            <a:r>
              <a:rPr lang="en-ID" dirty="0"/>
              <a:t> </a:t>
            </a:r>
            <a:r>
              <a:rPr lang="en-ID" dirty="0" err="1"/>
              <a:t>sebaya</a:t>
            </a:r>
            <a:r>
              <a:rPr lang="en-ID" dirty="0"/>
              <a:t> dan </a:t>
            </a:r>
            <a:r>
              <a:rPr lang="en-ID" dirty="0" err="1"/>
              <a:t>membangun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interpersonal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kompleks</a:t>
            </a:r>
            <a:r>
              <a:rPr lang="en-ID" dirty="0"/>
              <a:t>. Pada </a:t>
            </a:r>
            <a:r>
              <a:rPr lang="en-ID" dirty="0" err="1"/>
              <a:t>fase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mengembangkan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beradaptasi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luas</a:t>
            </a:r>
            <a:r>
              <a:rPr lang="en-ID" dirty="0"/>
              <a:t> di </a:t>
            </a:r>
            <a:r>
              <a:rPr lang="en-ID" dirty="0" err="1"/>
              <a:t>luar</a:t>
            </a:r>
            <a:r>
              <a:rPr lang="en-ID" dirty="0"/>
              <a:t> </a:t>
            </a:r>
            <a:r>
              <a:rPr lang="en-ID" dirty="0" err="1"/>
              <a:t>keluarga</a:t>
            </a:r>
            <a:r>
              <a:rPr lang="en-ID" dirty="0"/>
              <a:t>, </a:t>
            </a:r>
            <a:r>
              <a:rPr lang="en-ID" dirty="0" err="1"/>
              <a:t>termasuk</a:t>
            </a:r>
            <a:r>
              <a:rPr lang="en-ID" dirty="0"/>
              <a:t> </a:t>
            </a:r>
            <a:r>
              <a:rPr lang="en-ID" dirty="0" err="1"/>
              <a:t>sekolah</a:t>
            </a:r>
            <a:r>
              <a:rPr lang="en-ID" dirty="0"/>
              <a:t> dan </a:t>
            </a:r>
            <a:r>
              <a:rPr lang="en-ID" dirty="0" err="1"/>
              <a:t>komunitas</a:t>
            </a:r>
            <a:r>
              <a:rPr lang="en-ID" dirty="0"/>
              <a:t>. </a:t>
            </a:r>
            <a:r>
              <a:rPr lang="en-ID" dirty="0" err="1"/>
              <a:t>Pengaruh</a:t>
            </a:r>
            <a:r>
              <a:rPr lang="en-ID" dirty="0"/>
              <a:t> </a:t>
            </a:r>
            <a:r>
              <a:rPr lang="en-ID" dirty="0" err="1"/>
              <a:t>teman</a:t>
            </a:r>
            <a:r>
              <a:rPr lang="en-ID" dirty="0"/>
              <a:t> </a:t>
            </a:r>
            <a:r>
              <a:rPr lang="en-ID" dirty="0" err="1"/>
              <a:t>sebaya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sangat </a:t>
            </a:r>
            <a:r>
              <a:rPr lang="en-ID" dirty="0" err="1"/>
              <a:t>dominan</a:t>
            </a:r>
            <a:r>
              <a:rPr lang="en-ID" dirty="0"/>
              <a:t> dan </a:t>
            </a:r>
            <a:r>
              <a:rPr lang="en-ID" dirty="0" err="1"/>
              <a:t>sering</a:t>
            </a:r>
            <a:r>
              <a:rPr lang="en-ID" dirty="0"/>
              <a:t> kali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kuat</a:t>
            </a:r>
            <a:r>
              <a:rPr lang="en-ID" dirty="0"/>
              <a:t> </a:t>
            </a:r>
            <a:r>
              <a:rPr lang="en-ID" dirty="0" err="1"/>
              <a:t>dibandingkan</a:t>
            </a:r>
            <a:r>
              <a:rPr lang="en-ID" dirty="0"/>
              <a:t> </a:t>
            </a:r>
            <a:r>
              <a:rPr lang="en-ID" dirty="0" err="1"/>
              <a:t>pengaruh</a:t>
            </a:r>
            <a:r>
              <a:rPr lang="en-ID" dirty="0"/>
              <a:t> </a:t>
            </a:r>
            <a:r>
              <a:rPr lang="en-ID" dirty="0" err="1"/>
              <a:t>keluarga</a:t>
            </a:r>
            <a:r>
              <a:rPr lang="en-ID" dirty="0"/>
              <a:t>. 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berimplikasi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pembentukan</a:t>
            </a:r>
            <a:r>
              <a:rPr lang="en-ID" dirty="0"/>
              <a:t> </a:t>
            </a:r>
            <a:r>
              <a:rPr lang="en-ID" dirty="0" err="1"/>
              <a:t>perilaku</a:t>
            </a:r>
            <a:r>
              <a:rPr lang="en-ID" dirty="0"/>
              <a:t>, </a:t>
            </a:r>
            <a:r>
              <a:rPr lang="en-ID" dirty="0" err="1"/>
              <a:t>termasuk</a:t>
            </a:r>
            <a:r>
              <a:rPr lang="en-ID" dirty="0"/>
              <a:t>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, </a:t>
            </a:r>
            <a:r>
              <a:rPr lang="en-ID" dirty="0" err="1"/>
              <a:t>perkembangan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dijelaskan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poin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</a:t>
            </a:r>
          </a:p>
          <a:p>
            <a:pPr algn="just"/>
            <a:r>
              <a:rPr lang="en-ID" b="1" dirty="0" err="1"/>
              <a:t>Pengaruh</a:t>
            </a:r>
            <a:r>
              <a:rPr lang="en-ID" b="1" dirty="0"/>
              <a:t> </a:t>
            </a:r>
            <a:r>
              <a:rPr lang="en-ID" b="1" dirty="0" err="1"/>
              <a:t>teman</a:t>
            </a:r>
            <a:r>
              <a:rPr lang="en-ID" b="1" dirty="0"/>
              <a:t> </a:t>
            </a:r>
            <a:r>
              <a:rPr lang="en-ID" b="1" dirty="0" err="1"/>
              <a:t>sebaya</a:t>
            </a:r>
            <a:r>
              <a:rPr lang="en-ID" b="1" dirty="0"/>
              <a:t> </a:t>
            </a:r>
            <a:r>
              <a:rPr lang="en-ID" b="1" dirty="0" err="1"/>
              <a:t>meningkat</a:t>
            </a:r>
            <a:endParaRPr lang="en-ID" b="1" dirty="0"/>
          </a:p>
          <a:p>
            <a:pPr marL="0" indent="0" algn="just">
              <a:buNone/>
            </a:pPr>
            <a:r>
              <a:rPr lang="en-ID" dirty="0"/>
              <a:t>→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cenderung</a:t>
            </a:r>
            <a:r>
              <a:rPr lang="en-ID" dirty="0"/>
              <a:t> </a:t>
            </a:r>
            <a:r>
              <a:rPr lang="en-ID" dirty="0" err="1"/>
              <a:t>menyesuaikan</a:t>
            </a:r>
            <a:r>
              <a:rPr lang="en-ID" dirty="0"/>
              <a:t>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kelompoknya</a:t>
            </a:r>
            <a:r>
              <a:rPr lang="en-ID" dirty="0"/>
              <a:t>. </a:t>
            </a:r>
          </a:p>
          <a:p>
            <a:pPr algn="just"/>
            <a:r>
              <a:rPr lang="en-ID" b="1" dirty="0" err="1"/>
              <a:t>Perluasan</a:t>
            </a:r>
            <a:r>
              <a:rPr lang="en-ID" b="1" dirty="0"/>
              <a:t> </a:t>
            </a:r>
            <a:r>
              <a:rPr lang="en-ID" b="1" dirty="0" err="1"/>
              <a:t>interaksi</a:t>
            </a:r>
            <a:r>
              <a:rPr lang="en-ID" b="1" dirty="0"/>
              <a:t> </a:t>
            </a:r>
            <a:r>
              <a:rPr lang="en-ID" b="1" dirty="0" err="1"/>
              <a:t>sosial</a:t>
            </a:r>
            <a:endParaRPr lang="en-ID" b="1" dirty="0"/>
          </a:p>
          <a:p>
            <a:pPr marL="0" indent="0" algn="just">
              <a:buNone/>
            </a:pPr>
            <a:r>
              <a:rPr lang="en-ID" dirty="0"/>
              <a:t>→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terbatas</a:t>
            </a:r>
            <a:r>
              <a:rPr lang="en-ID" dirty="0"/>
              <a:t> pada </a:t>
            </a:r>
            <a:r>
              <a:rPr lang="en-ID" dirty="0" err="1"/>
              <a:t>keluarga</a:t>
            </a:r>
            <a:r>
              <a:rPr lang="en-ID" dirty="0"/>
              <a:t>. </a:t>
            </a:r>
          </a:p>
          <a:p>
            <a:pPr algn="just"/>
            <a:r>
              <a:rPr lang="en-ID" b="1" dirty="0" err="1"/>
              <a:t>Pembentukan</a:t>
            </a:r>
            <a:r>
              <a:rPr lang="en-ID" b="1" dirty="0"/>
              <a:t> </a:t>
            </a:r>
            <a:r>
              <a:rPr lang="en-ID" b="1" dirty="0" err="1"/>
              <a:t>peran</a:t>
            </a:r>
            <a:r>
              <a:rPr lang="en-ID" b="1" dirty="0"/>
              <a:t> </a:t>
            </a:r>
            <a:r>
              <a:rPr lang="en-ID" b="1" dirty="0" err="1"/>
              <a:t>sosial</a:t>
            </a:r>
            <a:endParaRPr lang="en-ID" b="1" dirty="0"/>
          </a:p>
          <a:p>
            <a:pPr marL="0" indent="0" algn="just">
              <a:buNone/>
            </a:pPr>
            <a:r>
              <a:rPr lang="en-ID" dirty="0"/>
              <a:t>→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posisi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masyarakat</a:t>
            </a:r>
            <a:r>
              <a:rPr lang="en-ID" dirty="0"/>
              <a:t>.</a:t>
            </a:r>
          </a:p>
          <a:p>
            <a:pPr algn="just"/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Perkembangan</a:t>
            </a:r>
            <a:r>
              <a:rPr lang="en-ID" b="1" dirty="0"/>
              <a:t> </a:t>
            </a:r>
            <a:r>
              <a:rPr lang="en-ID" b="1" dirty="0" err="1"/>
              <a:t>Emosional</a:t>
            </a:r>
            <a:r>
              <a:rPr lang="en-ID" b="1" dirty="0"/>
              <a:t> </a:t>
            </a:r>
            <a:r>
              <a:rPr lang="en-ID" b="1" dirty="0" err="1"/>
              <a:t>Remaja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ID" dirty="0" err="1"/>
              <a:t>Perkembangan</a:t>
            </a:r>
            <a:r>
              <a:rPr lang="en-ID" dirty="0"/>
              <a:t> </a:t>
            </a:r>
            <a:r>
              <a:rPr lang="en-ID" dirty="0" err="1"/>
              <a:t>emosional</a:t>
            </a:r>
            <a:r>
              <a:rPr lang="en-ID" dirty="0"/>
              <a:t> pada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ditandai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suasana</a:t>
            </a:r>
            <a:r>
              <a:rPr lang="en-ID" dirty="0"/>
              <a:t> </a:t>
            </a:r>
            <a:r>
              <a:rPr lang="en-ID" dirty="0" err="1"/>
              <a:t>hati</a:t>
            </a:r>
            <a:r>
              <a:rPr lang="en-ID" dirty="0"/>
              <a:t> yang </a:t>
            </a:r>
            <a:r>
              <a:rPr lang="en-ID" dirty="0" err="1"/>
              <a:t>cepat</a:t>
            </a:r>
            <a:r>
              <a:rPr lang="en-ID" dirty="0"/>
              <a:t> dan </a:t>
            </a:r>
            <a:r>
              <a:rPr lang="en-ID" dirty="0" err="1"/>
              <a:t>intens</a:t>
            </a:r>
            <a:r>
              <a:rPr lang="en-ID" dirty="0"/>
              <a:t>. 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dipengaruhi</a:t>
            </a:r>
            <a:r>
              <a:rPr lang="en-ID" dirty="0"/>
              <a:t> oleh </a:t>
            </a:r>
            <a:r>
              <a:rPr lang="en-ID" dirty="0" err="1"/>
              <a:t>perubahan</a:t>
            </a:r>
            <a:r>
              <a:rPr lang="en-ID" dirty="0"/>
              <a:t> hormonal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perkembangan</a:t>
            </a:r>
            <a:r>
              <a:rPr lang="en-ID" dirty="0"/>
              <a:t> </a:t>
            </a:r>
            <a:r>
              <a:rPr lang="en-ID" dirty="0" err="1"/>
              <a:t>psikologis</a:t>
            </a:r>
            <a:r>
              <a:rPr lang="en-ID" dirty="0"/>
              <a:t>.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mengalami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 internal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ketidakseimbangan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emosi</a:t>
            </a:r>
            <a:r>
              <a:rPr lang="en-ID" dirty="0"/>
              <a:t> dan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pengendalian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Perkembangan</a:t>
            </a:r>
            <a:r>
              <a:rPr lang="en-ID" dirty="0"/>
              <a:t> </a:t>
            </a:r>
            <a:r>
              <a:rPr lang="en-ID" dirty="0" err="1"/>
              <a:t>emosional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dilihat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poin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</a:t>
            </a:r>
          </a:p>
          <a:p>
            <a:pPr algn="just"/>
            <a:r>
              <a:rPr lang="en-ID" b="1" dirty="0"/>
              <a:t>Emosi </a:t>
            </a:r>
            <a:r>
              <a:rPr lang="en-ID" b="1" dirty="0" err="1"/>
              <a:t>labil</a:t>
            </a:r>
            <a:endParaRPr lang="en-ID" b="1" dirty="0"/>
          </a:p>
          <a:p>
            <a:pPr marL="0" indent="0" algn="just">
              <a:buNone/>
            </a:pPr>
            <a:r>
              <a:rPr lang="en-ID" dirty="0"/>
              <a:t>→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singkat</a:t>
            </a:r>
            <a:r>
              <a:rPr lang="en-ID" dirty="0"/>
              <a:t>. </a:t>
            </a:r>
          </a:p>
          <a:p>
            <a:pPr algn="just"/>
            <a:r>
              <a:rPr lang="en-ID" b="1" dirty="0" err="1"/>
              <a:t>Sensitivitas</a:t>
            </a:r>
            <a:r>
              <a:rPr lang="en-ID" b="1" dirty="0"/>
              <a:t> </a:t>
            </a:r>
            <a:r>
              <a:rPr lang="en-ID" b="1" dirty="0" err="1"/>
              <a:t>tinggi</a:t>
            </a:r>
            <a:endParaRPr lang="en-ID" b="1" dirty="0"/>
          </a:p>
          <a:p>
            <a:pPr marL="0" indent="0" algn="just">
              <a:buNone/>
            </a:pPr>
            <a:r>
              <a:rPr lang="en-ID" dirty="0"/>
              <a:t>→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terpengaruh</a:t>
            </a:r>
            <a:r>
              <a:rPr lang="en-ID" dirty="0"/>
              <a:t> oleh </a:t>
            </a:r>
            <a:r>
              <a:rPr lang="en-ID" dirty="0" err="1"/>
              <a:t>lingkungan</a:t>
            </a:r>
            <a:r>
              <a:rPr lang="en-ID" dirty="0"/>
              <a:t>. </a:t>
            </a:r>
          </a:p>
          <a:p>
            <a:pPr algn="just"/>
            <a:r>
              <a:rPr lang="en-ID" b="1" dirty="0" err="1"/>
              <a:t>Kontrol</a:t>
            </a:r>
            <a:r>
              <a:rPr lang="en-ID" b="1" dirty="0"/>
              <a:t> </a:t>
            </a:r>
            <a:r>
              <a:rPr lang="en-ID" b="1" dirty="0" err="1"/>
              <a:t>emosi</a:t>
            </a:r>
            <a:r>
              <a:rPr lang="en-ID" b="1" dirty="0"/>
              <a:t> </a:t>
            </a:r>
            <a:r>
              <a:rPr lang="en-ID" b="1" dirty="0" err="1"/>
              <a:t>belum</a:t>
            </a:r>
            <a:r>
              <a:rPr lang="en-ID" b="1" dirty="0"/>
              <a:t> </a:t>
            </a:r>
            <a:r>
              <a:rPr lang="en-ID" b="1" dirty="0" err="1"/>
              <a:t>stabil</a:t>
            </a:r>
            <a:endParaRPr lang="en-ID" b="1" dirty="0"/>
          </a:p>
          <a:p>
            <a:pPr marL="0" indent="0" algn="just">
              <a:buNone/>
            </a:pPr>
            <a:r>
              <a:rPr lang="en-ID" dirty="0"/>
              <a:t>→ Masih </a:t>
            </a:r>
            <a:r>
              <a:rPr lang="en-ID" dirty="0" err="1"/>
              <a:t>dalam</a:t>
            </a:r>
            <a:r>
              <a:rPr lang="en-ID" dirty="0"/>
              <a:t> proses </a:t>
            </a:r>
            <a:r>
              <a:rPr lang="en-ID" dirty="0" err="1"/>
              <a:t>perkembangan</a:t>
            </a:r>
            <a:r>
              <a:rPr lang="en-ID" dirty="0"/>
              <a:t>.</a:t>
            </a:r>
          </a:p>
          <a:p>
            <a:pPr algn="just"/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6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D" b="1" dirty="0" err="1"/>
              <a:t>Perkembangan</a:t>
            </a:r>
            <a:r>
              <a:rPr lang="en-ID" b="1" dirty="0"/>
              <a:t> Moral dan </a:t>
            </a:r>
            <a:r>
              <a:rPr lang="en-ID" b="1" dirty="0" err="1"/>
              <a:t>Identitas</a:t>
            </a:r>
            <a:endParaRPr lang="en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mengembangkan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moral dan </a:t>
            </a:r>
            <a:r>
              <a:rPr lang="en-ID" dirty="0" err="1"/>
              <a:t>identitas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pengalaman</a:t>
            </a:r>
            <a:r>
              <a:rPr lang="en-ID" dirty="0"/>
              <a:t> dan </a:t>
            </a:r>
            <a:r>
              <a:rPr lang="en-ID" dirty="0" err="1"/>
              <a:t>interaksi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. </a:t>
            </a:r>
            <a:r>
              <a:rPr lang="en-ID" dirty="0" err="1"/>
              <a:t>Mereka</a:t>
            </a:r>
            <a:r>
              <a:rPr lang="en-ID" dirty="0"/>
              <a:t>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mempertanyakan</a:t>
            </a:r>
            <a:r>
              <a:rPr lang="en-ID" dirty="0"/>
              <a:t> norma yang </a:t>
            </a:r>
            <a:r>
              <a:rPr lang="en-ID" dirty="0" err="1"/>
              <a:t>berlaku</a:t>
            </a:r>
            <a:r>
              <a:rPr lang="en-ID" dirty="0"/>
              <a:t> dan </a:t>
            </a:r>
            <a:r>
              <a:rPr lang="en-ID" dirty="0" err="1"/>
              <a:t>membentuk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Perkembangan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dijelaskan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poin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</a:t>
            </a:r>
          </a:p>
          <a:p>
            <a:pPr algn="just"/>
            <a:r>
              <a:rPr lang="en-ID" b="1" dirty="0" err="1"/>
              <a:t>Pembentukan</a:t>
            </a:r>
            <a:r>
              <a:rPr lang="en-ID" b="1" dirty="0"/>
              <a:t> </a:t>
            </a:r>
            <a:r>
              <a:rPr lang="en-ID" b="1" dirty="0" err="1"/>
              <a:t>nilai</a:t>
            </a:r>
            <a:r>
              <a:rPr lang="en-ID" b="1" dirty="0"/>
              <a:t> moral</a:t>
            </a:r>
          </a:p>
          <a:p>
            <a:pPr marL="0" indent="0" algn="just">
              <a:buNone/>
            </a:pPr>
            <a:r>
              <a:rPr lang="en-ID" dirty="0"/>
              <a:t>→ </a:t>
            </a:r>
            <a:r>
              <a:rPr lang="en-ID" dirty="0" err="1"/>
              <a:t>Dipengaruhi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dan </a:t>
            </a:r>
            <a:r>
              <a:rPr lang="en-ID" dirty="0" err="1"/>
              <a:t>pengalaman</a:t>
            </a:r>
            <a:r>
              <a:rPr lang="en-ID" dirty="0"/>
              <a:t>. </a:t>
            </a:r>
          </a:p>
          <a:p>
            <a:pPr algn="just"/>
            <a:r>
              <a:rPr lang="en-ID" b="1" dirty="0" err="1"/>
              <a:t>Identitas</a:t>
            </a:r>
            <a:r>
              <a:rPr lang="en-ID" b="1" dirty="0"/>
              <a:t> </a:t>
            </a:r>
            <a:r>
              <a:rPr lang="en-ID" b="1" dirty="0" err="1"/>
              <a:t>diri</a:t>
            </a:r>
            <a:r>
              <a:rPr lang="en-ID" b="1" dirty="0"/>
              <a:t> </a:t>
            </a:r>
            <a:r>
              <a:rPr lang="en-ID" b="1" dirty="0" err="1"/>
              <a:t>berkembang</a:t>
            </a:r>
            <a:endParaRPr lang="en-ID" b="1" dirty="0"/>
          </a:p>
          <a:p>
            <a:pPr marL="0" indent="0" algn="just">
              <a:buNone/>
            </a:pPr>
            <a:r>
              <a:rPr lang="en-ID" dirty="0"/>
              <a:t>→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mengenal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. </a:t>
            </a:r>
          </a:p>
          <a:p>
            <a:pPr algn="just"/>
            <a:r>
              <a:rPr lang="en-ID" b="1" dirty="0" err="1"/>
              <a:t>Kesadaran</a:t>
            </a:r>
            <a:r>
              <a:rPr lang="en-ID" b="1" dirty="0"/>
              <a:t> </a:t>
            </a:r>
            <a:r>
              <a:rPr lang="en-ID" b="1" dirty="0" err="1"/>
              <a:t>sosial</a:t>
            </a:r>
            <a:r>
              <a:rPr lang="en-ID" b="1" dirty="0"/>
              <a:t> </a:t>
            </a:r>
            <a:r>
              <a:rPr lang="en-ID" b="1" dirty="0" err="1"/>
              <a:t>meningkat</a:t>
            </a:r>
            <a:endParaRPr lang="en-ID" b="1" dirty="0"/>
          </a:p>
          <a:p>
            <a:pPr marL="0" indent="0" algn="just">
              <a:buNone/>
            </a:pPr>
            <a:r>
              <a:rPr lang="en-ID" dirty="0"/>
              <a:t>→ Mulai </a:t>
            </a:r>
            <a:r>
              <a:rPr lang="en-ID" dirty="0" err="1"/>
              <a:t>memahami</a:t>
            </a:r>
            <a:r>
              <a:rPr lang="en-ID" dirty="0"/>
              <a:t> norma </a:t>
            </a:r>
            <a:r>
              <a:rPr lang="en-ID" dirty="0" err="1"/>
              <a:t>masyarakat</a:t>
            </a:r>
            <a:r>
              <a:rPr lang="en-ID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7D956-6AC8-C892-C69D-8ECABF2F5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296A5-2EBB-C611-AE93-6898897AC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6263"/>
            <a:ext cx="8229600" cy="1143000"/>
          </a:xfrm>
        </p:spPr>
        <p:txBody>
          <a:bodyPr>
            <a:normAutofit/>
          </a:bodyPr>
          <a:lstStyle/>
          <a:p>
            <a:r>
              <a:rPr lang="en-ID" b="1" dirty="0" err="1"/>
              <a:t>Konsep</a:t>
            </a:r>
            <a:r>
              <a:rPr lang="en-ID" b="1" dirty="0"/>
              <a:t> </a:t>
            </a:r>
            <a:r>
              <a:rPr lang="en-ID" b="1" dirty="0" err="1"/>
              <a:t>Seksualitas</a:t>
            </a:r>
            <a:r>
              <a:rPr lang="en-ID" b="1" dirty="0"/>
              <a:t> </a:t>
            </a:r>
            <a:r>
              <a:rPr lang="en-ID" b="1" dirty="0" err="1"/>
              <a:t>Remaja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D7F79-8ADE-EAFB-BBBA-8849AA13C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D" dirty="0" err="1"/>
              <a:t>Seksualitas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mencakup</a:t>
            </a:r>
            <a:r>
              <a:rPr lang="en-ID" dirty="0"/>
              <a:t> </a:t>
            </a:r>
            <a:r>
              <a:rPr lang="en-ID" dirty="0" err="1"/>
              <a:t>aspek</a:t>
            </a:r>
            <a:r>
              <a:rPr lang="en-ID" dirty="0"/>
              <a:t> </a:t>
            </a:r>
            <a:r>
              <a:rPr lang="en-ID" dirty="0" err="1"/>
              <a:t>biologis</a:t>
            </a:r>
            <a:r>
              <a:rPr lang="en-ID" dirty="0"/>
              <a:t>, </a:t>
            </a:r>
            <a:r>
              <a:rPr lang="en-ID" dirty="0" err="1"/>
              <a:t>psikologis</a:t>
            </a:r>
            <a:r>
              <a:rPr lang="en-ID" dirty="0"/>
              <a:t>, dan </a:t>
            </a:r>
            <a:r>
              <a:rPr lang="en-ID" dirty="0" err="1"/>
              <a:t>sosial</a:t>
            </a:r>
            <a:r>
              <a:rPr lang="en-ID" dirty="0"/>
              <a:t> yang </a:t>
            </a:r>
            <a:r>
              <a:rPr lang="en-ID" dirty="0" err="1"/>
              <a:t>berkaitan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identitas</a:t>
            </a:r>
            <a:r>
              <a:rPr lang="en-ID" dirty="0"/>
              <a:t> gender, </a:t>
            </a:r>
            <a:r>
              <a:rPr lang="en-ID" dirty="0" err="1"/>
              <a:t>orientasi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, dan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. </a:t>
            </a:r>
            <a:r>
              <a:rPr lang="en-ID" dirty="0" err="1"/>
              <a:t>Seksualitas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juga </a:t>
            </a:r>
            <a:r>
              <a:rPr lang="en-ID" dirty="0" err="1"/>
              <a:t>mencakup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 </a:t>
            </a: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dirinya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makhluk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dijelaskan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poin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</a:t>
            </a:r>
          </a:p>
          <a:p>
            <a:r>
              <a:rPr lang="en-ID" b="1" dirty="0" err="1"/>
              <a:t>Dimensi</a:t>
            </a:r>
            <a:r>
              <a:rPr lang="en-ID" b="1" dirty="0"/>
              <a:t> </a:t>
            </a:r>
            <a:r>
              <a:rPr lang="en-ID" b="1" dirty="0" err="1"/>
              <a:t>biologis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Berkaitan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reproduksi</a:t>
            </a:r>
            <a:r>
              <a:rPr lang="en-ID" dirty="0"/>
              <a:t>. </a:t>
            </a:r>
          </a:p>
          <a:p>
            <a:r>
              <a:rPr lang="en-ID" b="1" dirty="0" err="1"/>
              <a:t>Dimensi</a:t>
            </a:r>
            <a:r>
              <a:rPr lang="en-ID" b="1" dirty="0"/>
              <a:t> </a:t>
            </a:r>
            <a:r>
              <a:rPr lang="en-ID" b="1" dirty="0" err="1"/>
              <a:t>psikologis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Berkaitan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identitas</a:t>
            </a:r>
            <a:r>
              <a:rPr lang="en-ID" dirty="0"/>
              <a:t> dan </a:t>
            </a:r>
            <a:r>
              <a:rPr lang="en-ID" dirty="0" err="1"/>
              <a:t>perasaan</a:t>
            </a:r>
            <a:r>
              <a:rPr lang="en-ID" dirty="0"/>
              <a:t>. </a:t>
            </a:r>
          </a:p>
          <a:p>
            <a:r>
              <a:rPr lang="en-ID" b="1" dirty="0" err="1"/>
              <a:t>Dimensi</a:t>
            </a:r>
            <a:r>
              <a:rPr lang="en-ID" b="1" dirty="0"/>
              <a:t> </a:t>
            </a:r>
            <a:r>
              <a:rPr lang="en-ID" b="1" dirty="0" err="1"/>
              <a:t>sosial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Dipengaruhi</a:t>
            </a:r>
            <a:r>
              <a:rPr lang="en-ID" dirty="0"/>
              <a:t> norma dan </a:t>
            </a:r>
            <a:r>
              <a:rPr lang="en-ID" dirty="0" err="1"/>
              <a:t>budaya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9440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1A27B-C8D0-9C9B-454D-507871FFE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8559F-B2A3-7A18-1066-D14D26459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626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D" b="1" dirty="0" err="1"/>
              <a:t>Perkembangan</a:t>
            </a:r>
            <a:r>
              <a:rPr lang="en-ID" b="1" dirty="0"/>
              <a:t> </a:t>
            </a:r>
            <a:r>
              <a:rPr lang="en-ID" b="1" dirty="0" err="1"/>
              <a:t>Seksual</a:t>
            </a:r>
            <a:r>
              <a:rPr lang="en-ID" b="1" dirty="0"/>
              <a:t> </a:t>
            </a:r>
            <a:r>
              <a:rPr lang="en-ID" b="1" dirty="0" err="1"/>
              <a:t>Remaja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CB93D-7130-4494-07FB-B57B50FC5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D" dirty="0" err="1"/>
              <a:t>Perkembangan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 pada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proses </a:t>
            </a:r>
            <a:r>
              <a:rPr lang="en-ID" dirty="0" err="1"/>
              <a:t>pubertas</a:t>
            </a:r>
            <a:r>
              <a:rPr lang="en-ID" dirty="0"/>
              <a:t> yang </a:t>
            </a:r>
            <a:r>
              <a:rPr lang="en-ID" dirty="0" err="1"/>
              <a:t>melibatkan</a:t>
            </a:r>
            <a:r>
              <a:rPr lang="en-ID" dirty="0"/>
              <a:t> </a:t>
            </a:r>
            <a:r>
              <a:rPr lang="en-ID" dirty="0" err="1"/>
              <a:t>kematangan</a:t>
            </a:r>
            <a:r>
              <a:rPr lang="en-ID" dirty="0"/>
              <a:t> organ </a:t>
            </a:r>
            <a:r>
              <a:rPr lang="en-ID" dirty="0" err="1"/>
              <a:t>reproduksi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munculnya</a:t>
            </a:r>
            <a:r>
              <a:rPr lang="en-ID" dirty="0"/>
              <a:t> </a:t>
            </a:r>
            <a:r>
              <a:rPr lang="en-ID" dirty="0" err="1"/>
              <a:t>ketertarikan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. </a:t>
            </a:r>
            <a:r>
              <a:rPr lang="en-ID" dirty="0" err="1"/>
              <a:t>Perkembangan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meliputi</a:t>
            </a:r>
            <a:r>
              <a:rPr lang="en-ID" dirty="0"/>
              <a:t>:</a:t>
            </a:r>
          </a:p>
          <a:p>
            <a:r>
              <a:rPr lang="en-ID" b="1" dirty="0" err="1"/>
              <a:t>Maturasi</a:t>
            </a:r>
            <a:r>
              <a:rPr lang="en-ID" b="1" dirty="0"/>
              <a:t> organ </a:t>
            </a:r>
            <a:r>
              <a:rPr lang="en-ID" b="1" dirty="0" err="1"/>
              <a:t>reproduksi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reproduksi</a:t>
            </a:r>
            <a:r>
              <a:rPr lang="en-ID" dirty="0"/>
              <a:t>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aktif</a:t>
            </a:r>
            <a:r>
              <a:rPr lang="en-ID" dirty="0"/>
              <a:t>. </a:t>
            </a:r>
          </a:p>
          <a:p>
            <a:r>
              <a:rPr lang="en-ID" b="1" dirty="0" err="1"/>
              <a:t>Ketertarikan</a:t>
            </a:r>
            <a:r>
              <a:rPr lang="en-ID" b="1" dirty="0"/>
              <a:t> </a:t>
            </a:r>
            <a:r>
              <a:rPr lang="en-ID" b="1" dirty="0" err="1"/>
              <a:t>seksual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Muncul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alami</a:t>
            </a:r>
            <a:r>
              <a:rPr lang="en-ID" dirty="0"/>
              <a:t>. </a:t>
            </a:r>
          </a:p>
          <a:p>
            <a:r>
              <a:rPr lang="en-ID" b="1" dirty="0" err="1"/>
              <a:t>Eksplorasi</a:t>
            </a:r>
            <a:r>
              <a:rPr lang="en-ID" b="1" dirty="0"/>
              <a:t> </a:t>
            </a:r>
            <a:r>
              <a:rPr lang="en-ID" b="1" dirty="0" err="1"/>
              <a:t>seksual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mencoba</a:t>
            </a:r>
            <a:r>
              <a:rPr lang="en-ID" dirty="0"/>
              <a:t> </a:t>
            </a: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seksualitas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8621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01C65-CF6B-85FA-C189-781D47D79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85E0-A942-A986-5867-5167617FE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1" dirty="0"/>
              <a:t>Faktor yang </a:t>
            </a:r>
            <a:r>
              <a:rPr lang="en-ID" b="1" dirty="0" err="1"/>
              <a:t>Mempengaruhi</a:t>
            </a:r>
            <a:r>
              <a:rPr lang="en-ID" b="1" dirty="0"/>
              <a:t> </a:t>
            </a:r>
            <a:r>
              <a:rPr lang="en-ID" b="1" dirty="0" err="1"/>
              <a:t>Seksualitas</a:t>
            </a:r>
            <a:r>
              <a:rPr lang="en-ID" b="1" dirty="0"/>
              <a:t> </a:t>
            </a:r>
            <a:r>
              <a:rPr lang="en-ID" b="1" dirty="0" err="1"/>
              <a:t>Remaja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20BD8-8BC6-73B2-03D3-C10C461B4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ID" dirty="0" err="1"/>
              <a:t>Seksualitas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interaksi</a:t>
            </a:r>
            <a:r>
              <a:rPr lang="en-ID" dirty="0"/>
              <a:t> </a:t>
            </a:r>
            <a:r>
              <a:rPr lang="en-ID" dirty="0" err="1"/>
              <a:t>kompleks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faktor</a:t>
            </a:r>
            <a:r>
              <a:rPr lang="en-ID" dirty="0"/>
              <a:t> </a:t>
            </a:r>
            <a:r>
              <a:rPr lang="en-ID" dirty="0" err="1"/>
              <a:t>biologis</a:t>
            </a:r>
            <a:r>
              <a:rPr lang="en-ID" dirty="0"/>
              <a:t>, </a:t>
            </a:r>
            <a:r>
              <a:rPr lang="en-ID" dirty="0" err="1"/>
              <a:t>psikologis</a:t>
            </a:r>
            <a:r>
              <a:rPr lang="en-ID" dirty="0"/>
              <a:t>, </a:t>
            </a:r>
            <a:r>
              <a:rPr lang="en-ID" dirty="0" err="1"/>
              <a:t>sosial</a:t>
            </a:r>
            <a:r>
              <a:rPr lang="en-ID" dirty="0"/>
              <a:t>, dan </a:t>
            </a:r>
            <a:r>
              <a:rPr lang="en-ID" dirty="0" err="1"/>
              <a:t>budaya</a:t>
            </a:r>
            <a:r>
              <a:rPr lang="en-ID" dirty="0"/>
              <a:t>. Faktor </a:t>
            </a:r>
            <a:r>
              <a:rPr lang="en-ID" dirty="0" err="1"/>
              <a:t>biologis</a:t>
            </a:r>
            <a:r>
              <a:rPr lang="en-ID" dirty="0"/>
              <a:t> </a:t>
            </a:r>
            <a:r>
              <a:rPr lang="en-ID" dirty="0" err="1"/>
              <a:t>berkaitan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hormonal </a:t>
            </a:r>
            <a:r>
              <a:rPr lang="en-ID" dirty="0" err="1"/>
              <a:t>selama</a:t>
            </a:r>
            <a:r>
              <a:rPr lang="en-ID" dirty="0"/>
              <a:t> </a:t>
            </a:r>
            <a:r>
              <a:rPr lang="en-ID" dirty="0" err="1"/>
              <a:t>pubertas</a:t>
            </a:r>
            <a:r>
              <a:rPr lang="en-ID" dirty="0"/>
              <a:t> yang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dorongan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. Faktor </a:t>
            </a:r>
            <a:r>
              <a:rPr lang="en-ID" dirty="0" err="1"/>
              <a:t>psikologis</a:t>
            </a:r>
            <a:r>
              <a:rPr lang="en-ID" dirty="0"/>
              <a:t> </a:t>
            </a:r>
            <a:r>
              <a:rPr lang="en-ID" dirty="0" err="1"/>
              <a:t>mencakup</a:t>
            </a:r>
            <a:r>
              <a:rPr lang="en-ID" dirty="0"/>
              <a:t> rasa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tahu</a:t>
            </a:r>
            <a:r>
              <a:rPr lang="en-ID" dirty="0"/>
              <a:t>, </a:t>
            </a:r>
            <a:r>
              <a:rPr lang="en-ID" dirty="0" err="1"/>
              <a:t>pencarian</a:t>
            </a:r>
            <a:r>
              <a:rPr lang="en-ID" dirty="0"/>
              <a:t> </a:t>
            </a:r>
            <a:r>
              <a:rPr lang="en-ID" dirty="0" err="1"/>
              <a:t>identitas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penerimaan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. </a:t>
            </a:r>
            <a:r>
              <a:rPr lang="en-ID" dirty="0" err="1"/>
              <a:t>Sementara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, </a:t>
            </a:r>
            <a:r>
              <a:rPr lang="en-ID" dirty="0" err="1"/>
              <a:t>faktor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keluarga</a:t>
            </a:r>
            <a:r>
              <a:rPr lang="en-ID" dirty="0"/>
              <a:t>, </a:t>
            </a:r>
            <a:r>
              <a:rPr lang="en-ID" dirty="0" err="1"/>
              <a:t>lingkungan</a:t>
            </a:r>
            <a:r>
              <a:rPr lang="en-ID" dirty="0"/>
              <a:t>, dan </a:t>
            </a:r>
            <a:r>
              <a:rPr lang="en-ID" dirty="0" err="1"/>
              <a:t>budaya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peran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membentuk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dan norma </a:t>
            </a:r>
            <a:r>
              <a:rPr lang="en-ID" dirty="0" err="1"/>
              <a:t>terkait</a:t>
            </a:r>
            <a:r>
              <a:rPr lang="en-ID" dirty="0"/>
              <a:t> </a:t>
            </a:r>
            <a:r>
              <a:rPr lang="en-ID" dirty="0" err="1"/>
              <a:t>seksualitas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uraian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, </a:t>
            </a:r>
            <a:r>
              <a:rPr lang="en-ID" dirty="0" err="1"/>
              <a:t>faktor</a:t>
            </a:r>
            <a:r>
              <a:rPr lang="en-ID" dirty="0"/>
              <a:t> yang </a:t>
            </a:r>
            <a:r>
              <a:rPr lang="en-ID" dirty="0" err="1"/>
              <a:t>mempengaruhi</a:t>
            </a:r>
            <a:r>
              <a:rPr lang="en-ID" dirty="0"/>
              <a:t> </a:t>
            </a:r>
            <a:r>
              <a:rPr lang="en-ID" dirty="0" err="1"/>
              <a:t>seksualitas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meliputi</a:t>
            </a:r>
            <a:r>
              <a:rPr lang="en-ID" dirty="0"/>
              <a:t>:</a:t>
            </a:r>
          </a:p>
          <a:p>
            <a:r>
              <a:rPr lang="en-ID" b="1" dirty="0"/>
              <a:t>Faktor </a:t>
            </a:r>
            <a:r>
              <a:rPr lang="en-ID" b="1" dirty="0" err="1"/>
              <a:t>biologis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hormon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testosteron</a:t>
            </a:r>
            <a:r>
              <a:rPr lang="en-ID" dirty="0"/>
              <a:t> dan </a:t>
            </a:r>
            <a:r>
              <a:rPr lang="en-ID" dirty="0" err="1"/>
              <a:t>estrogen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dorongan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. </a:t>
            </a:r>
          </a:p>
          <a:p>
            <a:r>
              <a:rPr lang="en-ID" b="1" dirty="0"/>
              <a:t>Faktor </a:t>
            </a:r>
            <a:r>
              <a:rPr lang="en-ID" b="1" dirty="0" err="1"/>
              <a:t>psikologis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Pencarian</a:t>
            </a:r>
            <a:r>
              <a:rPr lang="en-ID" dirty="0"/>
              <a:t> </a:t>
            </a:r>
            <a:r>
              <a:rPr lang="en-ID" dirty="0" err="1"/>
              <a:t>identitas</a:t>
            </a:r>
            <a:r>
              <a:rPr lang="en-ID" dirty="0"/>
              <a:t> dan rasa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tahu</a:t>
            </a:r>
            <a:r>
              <a:rPr lang="en-ID" dirty="0"/>
              <a:t> </a:t>
            </a:r>
            <a:r>
              <a:rPr lang="en-ID" dirty="0" err="1"/>
              <a:t>mendorong</a:t>
            </a:r>
            <a:r>
              <a:rPr lang="en-ID" dirty="0"/>
              <a:t> </a:t>
            </a:r>
            <a:r>
              <a:rPr lang="en-ID" dirty="0" err="1"/>
              <a:t>eksplorasi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. </a:t>
            </a:r>
          </a:p>
          <a:p>
            <a:r>
              <a:rPr lang="en-ID" b="1" dirty="0"/>
              <a:t>Faktor </a:t>
            </a:r>
            <a:r>
              <a:rPr lang="en-ID" b="1" dirty="0" err="1"/>
              <a:t>sosial</a:t>
            </a:r>
            <a:r>
              <a:rPr lang="en-ID" b="1" dirty="0"/>
              <a:t> dan </a:t>
            </a:r>
            <a:r>
              <a:rPr lang="en-ID" b="1" dirty="0" err="1"/>
              <a:t>budaya</a:t>
            </a:r>
            <a:br>
              <a:rPr lang="en-ID" dirty="0"/>
            </a:br>
            <a:r>
              <a:rPr lang="en-ID" dirty="0"/>
              <a:t>→ Norma </a:t>
            </a:r>
            <a:r>
              <a:rPr lang="en-ID" dirty="0" err="1"/>
              <a:t>keluarga</a:t>
            </a:r>
            <a:r>
              <a:rPr lang="en-ID" dirty="0"/>
              <a:t>, agama, dan </a:t>
            </a:r>
            <a:r>
              <a:rPr lang="en-ID" dirty="0" err="1"/>
              <a:t>masyarakat</a:t>
            </a:r>
            <a:r>
              <a:rPr lang="en-ID" dirty="0"/>
              <a:t> </a:t>
            </a:r>
            <a:r>
              <a:rPr lang="en-ID" dirty="0" err="1"/>
              <a:t>mempengaruhi</a:t>
            </a:r>
            <a:r>
              <a:rPr lang="en-ID" dirty="0"/>
              <a:t>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51888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F40B1-87E3-E65D-B552-833D8AAFE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211D-02D7-A096-F9D3-BD9636B4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Media dan </a:t>
            </a:r>
            <a:r>
              <a:rPr lang="en-ID" b="1" dirty="0" err="1"/>
              <a:t>Pengaruh</a:t>
            </a:r>
            <a:r>
              <a:rPr lang="en-ID" b="1" dirty="0"/>
              <a:t> </a:t>
            </a:r>
            <a:r>
              <a:rPr lang="en-ID" b="1" dirty="0" err="1"/>
              <a:t>Lingkungan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020E1-A513-8F2B-F326-FF43FE216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ID" dirty="0" err="1"/>
              <a:t>Perkembangan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, </a:t>
            </a:r>
            <a:r>
              <a:rPr lang="en-ID" dirty="0" err="1"/>
              <a:t>termasuk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. Media digital </a:t>
            </a:r>
            <a:r>
              <a:rPr lang="en-ID" dirty="0" err="1"/>
              <a:t>seperti</a:t>
            </a:r>
            <a:r>
              <a:rPr lang="en-ID" dirty="0"/>
              <a:t> internet, media </a:t>
            </a:r>
            <a:r>
              <a:rPr lang="en-ID" dirty="0" err="1"/>
              <a:t>sosial</a:t>
            </a:r>
            <a:r>
              <a:rPr lang="en-ID" dirty="0"/>
              <a:t>, dan platform streaming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paparan</a:t>
            </a:r>
            <a:r>
              <a:rPr lang="en-ID" dirty="0"/>
              <a:t> yang </a:t>
            </a:r>
            <a:r>
              <a:rPr lang="en-ID" dirty="0" err="1"/>
              <a:t>luas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konten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, </a:t>
            </a:r>
            <a:r>
              <a:rPr lang="en-ID" dirty="0" err="1"/>
              <a:t>baik</a:t>
            </a:r>
            <a:r>
              <a:rPr lang="en-ID" dirty="0"/>
              <a:t> yang </a:t>
            </a:r>
            <a:r>
              <a:rPr lang="en-ID" dirty="0" err="1"/>
              <a:t>bersifat</a:t>
            </a:r>
            <a:r>
              <a:rPr lang="en-ID" dirty="0"/>
              <a:t> </a:t>
            </a:r>
            <a:r>
              <a:rPr lang="en-ID" dirty="0" err="1"/>
              <a:t>edukatif</a:t>
            </a:r>
            <a:r>
              <a:rPr lang="en-ID" dirty="0"/>
              <a:t> </a:t>
            </a:r>
            <a:r>
              <a:rPr lang="en-ID" dirty="0" err="1"/>
              <a:t>maupun</a:t>
            </a:r>
            <a:r>
              <a:rPr lang="en-ID" dirty="0"/>
              <a:t> non-</a:t>
            </a:r>
            <a:r>
              <a:rPr lang="en-ID" dirty="0" err="1"/>
              <a:t>edukatif</a:t>
            </a:r>
            <a:r>
              <a:rPr lang="en-ID" dirty="0"/>
              <a:t>.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pendampingan</a:t>
            </a:r>
            <a:r>
              <a:rPr lang="en-ID" dirty="0"/>
              <a:t> yang </a:t>
            </a:r>
            <a:r>
              <a:rPr lang="en-ID" dirty="0" err="1"/>
              <a:t>tepat</a:t>
            </a:r>
            <a:r>
              <a:rPr lang="en-ID" dirty="0"/>
              <a:t>, </a:t>
            </a:r>
            <a:r>
              <a:rPr lang="en-ID" dirty="0" err="1"/>
              <a:t>paparan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mempengaruhi</a:t>
            </a:r>
            <a:r>
              <a:rPr lang="en-ID" dirty="0"/>
              <a:t> </a:t>
            </a:r>
            <a:r>
              <a:rPr lang="en-ID" dirty="0" err="1"/>
              <a:t>persepsi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seksualitas</a:t>
            </a:r>
            <a:r>
              <a:rPr lang="en-ID" dirty="0"/>
              <a:t>, </a:t>
            </a:r>
            <a:r>
              <a:rPr lang="en-ID" dirty="0" err="1"/>
              <a:t>termasuk</a:t>
            </a:r>
            <a:r>
              <a:rPr lang="en-ID" dirty="0"/>
              <a:t> </a:t>
            </a:r>
            <a:r>
              <a:rPr lang="en-ID" dirty="0" err="1"/>
              <a:t>normalisasi</a:t>
            </a:r>
            <a:r>
              <a:rPr lang="en-ID" dirty="0"/>
              <a:t>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 </a:t>
            </a:r>
            <a:r>
              <a:rPr lang="en-ID" dirty="0" err="1"/>
              <a:t>berisiko</a:t>
            </a:r>
            <a:r>
              <a:rPr lang="en-ID" dirty="0"/>
              <a:t>.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pergaulan</a:t>
            </a:r>
            <a:r>
              <a:rPr lang="en-ID" dirty="0"/>
              <a:t> juga </a:t>
            </a:r>
            <a:r>
              <a:rPr lang="en-ID" dirty="0" err="1"/>
              <a:t>berperan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membentuk</a:t>
            </a:r>
            <a:r>
              <a:rPr lang="en-ID" dirty="0"/>
              <a:t> </a:t>
            </a:r>
            <a:r>
              <a:rPr lang="en-ID" dirty="0" err="1"/>
              <a:t>sikap</a:t>
            </a:r>
            <a:r>
              <a:rPr lang="en-ID" dirty="0"/>
              <a:t> dan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.</a:t>
            </a:r>
          </a:p>
          <a:p>
            <a:pPr algn="just"/>
            <a:r>
              <a:rPr lang="en-ID" dirty="0"/>
              <a:t>Hal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dijelaskan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poin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</a:t>
            </a:r>
          </a:p>
          <a:p>
            <a:r>
              <a:rPr lang="en-ID" b="1" dirty="0"/>
              <a:t>Akses media </a:t>
            </a:r>
            <a:r>
              <a:rPr lang="en-ID" b="1" dirty="0" err="1"/>
              <a:t>tanpa</a:t>
            </a:r>
            <a:r>
              <a:rPr lang="en-ID" b="1" dirty="0"/>
              <a:t> batas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</a:t>
            </a:r>
            <a:r>
              <a:rPr lang="en-ID" dirty="0" err="1"/>
              <a:t>konten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 </a:t>
            </a:r>
            <a:r>
              <a:rPr lang="en-ID" dirty="0" err="1"/>
              <a:t>kapan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dan di mana </a:t>
            </a:r>
            <a:r>
              <a:rPr lang="en-ID" dirty="0" err="1"/>
              <a:t>saja</a:t>
            </a:r>
            <a:r>
              <a:rPr lang="en-ID" dirty="0"/>
              <a:t>. </a:t>
            </a:r>
          </a:p>
          <a:p>
            <a:r>
              <a:rPr lang="en-ID" b="1" dirty="0" err="1"/>
              <a:t>Normalisasi</a:t>
            </a:r>
            <a:r>
              <a:rPr lang="en-ID" b="1" dirty="0"/>
              <a:t> </a:t>
            </a:r>
            <a:r>
              <a:rPr lang="en-ID" b="1" dirty="0" err="1"/>
              <a:t>perilaku</a:t>
            </a:r>
            <a:r>
              <a:rPr lang="en-ID" b="1" dirty="0"/>
              <a:t> </a:t>
            </a:r>
            <a:r>
              <a:rPr lang="en-ID" b="1" dirty="0" err="1"/>
              <a:t>seksual</a:t>
            </a:r>
            <a:br>
              <a:rPr lang="en-ID" dirty="0"/>
            </a:br>
            <a:r>
              <a:rPr lang="en-ID" dirty="0"/>
              <a:t>→ Media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seksualitas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yang </a:t>
            </a:r>
            <a:r>
              <a:rPr lang="en-ID" dirty="0" err="1"/>
              <a:t>biasa</a:t>
            </a:r>
            <a:r>
              <a:rPr lang="en-ID" dirty="0"/>
              <a:t>. </a:t>
            </a:r>
          </a:p>
          <a:p>
            <a:r>
              <a:rPr lang="en-ID" b="1" dirty="0" err="1"/>
              <a:t>Pengaruh</a:t>
            </a:r>
            <a:r>
              <a:rPr lang="en-ID" b="1" dirty="0"/>
              <a:t> </a:t>
            </a:r>
            <a:r>
              <a:rPr lang="en-ID" b="1" dirty="0" err="1"/>
              <a:t>teman</a:t>
            </a:r>
            <a:r>
              <a:rPr lang="en-ID" b="1" dirty="0"/>
              <a:t> </a:t>
            </a:r>
            <a:r>
              <a:rPr lang="en-ID" b="1" dirty="0" err="1"/>
              <a:t>sebaya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 </a:t>
            </a:r>
            <a:r>
              <a:rPr lang="en-ID" dirty="0" err="1"/>
              <a:t>memperkuat</a:t>
            </a:r>
            <a:r>
              <a:rPr lang="en-ID" dirty="0"/>
              <a:t> </a:t>
            </a:r>
            <a:r>
              <a:rPr lang="en-ID" dirty="0" err="1"/>
              <a:t>perilaku</a:t>
            </a:r>
            <a:r>
              <a:rPr lang="en-ID" dirty="0"/>
              <a:t> yang </a:t>
            </a:r>
            <a:r>
              <a:rPr lang="en-ID" dirty="0" err="1"/>
              <a:t>ditiru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71637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B8622-727C-F3AC-8916-1F9C08E90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01AB-B778-C728-B21F-DB022293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Pendidikan </a:t>
            </a:r>
            <a:r>
              <a:rPr lang="en-ID" b="1" dirty="0" err="1"/>
              <a:t>Seksual</a:t>
            </a:r>
            <a:r>
              <a:rPr lang="en-ID" b="1" dirty="0"/>
              <a:t> pada </a:t>
            </a:r>
            <a:r>
              <a:rPr lang="en-ID" b="1" dirty="0" err="1"/>
              <a:t>Remaja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F9737-A7BD-3083-95FB-16838F2E0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ID" dirty="0"/>
              <a:t>Pendidikan </a:t>
            </a:r>
            <a:r>
              <a:rPr lang="en-ID" dirty="0" err="1"/>
              <a:t>seksual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upaya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reproduksi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. Pendidikan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mencakup</a:t>
            </a:r>
            <a:r>
              <a:rPr lang="en-ID" dirty="0"/>
              <a:t> </a:t>
            </a:r>
            <a:r>
              <a:rPr lang="en-ID" dirty="0" err="1"/>
              <a:t>aspek</a:t>
            </a:r>
            <a:r>
              <a:rPr lang="en-ID" dirty="0"/>
              <a:t> </a:t>
            </a:r>
            <a:r>
              <a:rPr lang="en-ID" dirty="0" err="1"/>
              <a:t>biologis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juga </a:t>
            </a:r>
            <a:r>
              <a:rPr lang="en-ID" dirty="0" err="1"/>
              <a:t>aspek</a:t>
            </a:r>
            <a:r>
              <a:rPr lang="en-ID" dirty="0"/>
              <a:t> </a:t>
            </a:r>
            <a:r>
              <a:rPr lang="en-ID" dirty="0" err="1"/>
              <a:t>psikologis</a:t>
            </a:r>
            <a:r>
              <a:rPr lang="en-ID" dirty="0"/>
              <a:t>, </a:t>
            </a:r>
            <a:r>
              <a:rPr lang="en-ID" dirty="0" err="1"/>
              <a:t>sosial</a:t>
            </a:r>
            <a:r>
              <a:rPr lang="en-ID" dirty="0"/>
              <a:t>, dan moral. Di Indonesia, </a:t>
            </a:r>
            <a:r>
              <a:rPr lang="en-ID" dirty="0" err="1"/>
              <a:t>pendidikan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 </a:t>
            </a:r>
            <a:r>
              <a:rPr lang="en-ID" dirty="0" err="1"/>
              <a:t>seringkali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dianggap</a:t>
            </a:r>
            <a:r>
              <a:rPr lang="en-ID" dirty="0"/>
              <a:t> tabu,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penyampaian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terbatas</a:t>
            </a:r>
            <a:r>
              <a:rPr lang="en-ID" dirty="0"/>
              <a:t>. </a:t>
            </a:r>
            <a:r>
              <a:rPr lang="en-ID" dirty="0" err="1"/>
              <a:t>Padahal</a:t>
            </a:r>
            <a:r>
              <a:rPr lang="en-ID" dirty="0"/>
              <a:t>, </a:t>
            </a:r>
            <a:r>
              <a:rPr lang="en-ID" dirty="0" err="1"/>
              <a:t>edukasi</a:t>
            </a:r>
            <a:r>
              <a:rPr lang="en-ID" dirty="0"/>
              <a:t> yang </a:t>
            </a:r>
            <a:r>
              <a:rPr lang="en-ID" dirty="0" err="1"/>
              <a:t>tepat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yang </a:t>
            </a:r>
            <a:r>
              <a:rPr lang="en-ID" dirty="0" err="1"/>
              <a:t>sehat</a:t>
            </a:r>
            <a:r>
              <a:rPr lang="en-ID" dirty="0"/>
              <a:t> dan </a:t>
            </a:r>
            <a:r>
              <a:rPr lang="en-ID" dirty="0" err="1"/>
              <a:t>bertanggung</a:t>
            </a:r>
            <a:r>
              <a:rPr lang="en-ID" dirty="0"/>
              <a:t> </a:t>
            </a:r>
            <a:r>
              <a:rPr lang="en-ID" dirty="0" err="1"/>
              <a:t>jawab</a:t>
            </a:r>
            <a:r>
              <a:rPr lang="en-ID" dirty="0"/>
              <a:t> </a:t>
            </a:r>
            <a:r>
              <a:rPr lang="en-ID" dirty="0" err="1"/>
              <a:t>terkait</a:t>
            </a:r>
            <a:r>
              <a:rPr lang="en-ID" dirty="0"/>
              <a:t> </a:t>
            </a:r>
            <a:r>
              <a:rPr lang="en-ID" dirty="0" err="1"/>
              <a:t>seksualitas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, </a:t>
            </a:r>
            <a:r>
              <a:rPr lang="en-ID" dirty="0" err="1"/>
              <a:t>pendidikan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 </a:t>
            </a:r>
            <a:r>
              <a:rPr lang="en-ID" dirty="0" err="1"/>
              <a:t>mencakup</a:t>
            </a:r>
            <a:r>
              <a:rPr lang="en-ID" dirty="0"/>
              <a:t>:</a:t>
            </a:r>
          </a:p>
          <a:p>
            <a:r>
              <a:rPr lang="en-ID" b="1" dirty="0" err="1"/>
              <a:t>Informasi</a:t>
            </a:r>
            <a:r>
              <a:rPr lang="en-ID" b="1" dirty="0"/>
              <a:t> </a:t>
            </a:r>
            <a:r>
              <a:rPr lang="en-ID" b="1" dirty="0" err="1"/>
              <a:t>ilmiah</a:t>
            </a:r>
            <a:r>
              <a:rPr lang="en-ID" b="1" dirty="0"/>
              <a:t> </a:t>
            </a:r>
            <a:r>
              <a:rPr lang="en-ID" b="1" dirty="0" err="1"/>
              <a:t>tentang</a:t>
            </a:r>
            <a:r>
              <a:rPr lang="en-ID" b="1" dirty="0"/>
              <a:t> </a:t>
            </a:r>
            <a:r>
              <a:rPr lang="en-ID" b="1" dirty="0" err="1"/>
              <a:t>reproduksi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pemahaman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dan </a:t>
            </a:r>
            <a:r>
              <a:rPr lang="en-ID" dirty="0" err="1"/>
              <a:t>pubertas</a:t>
            </a:r>
            <a:r>
              <a:rPr lang="en-ID" dirty="0"/>
              <a:t>. </a:t>
            </a:r>
          </a:p>
          <a:p>
            <a:r>
              <a:rPr lang="en-ID" b="1" dirty="0" err="1"/>
              <a:t>Pengembangan</a:t>
            </a:r>
            <a:r>
              <a:rPr lang="en-ID" b="1" dirty="0"/>
              <a:t> </a:t>
            </a:r>
            <a:r>
              <a:rPr lang="en-ID" b="1" dirty="0" err="1"/>
              <a:t>keterampilan</a:t>
            </a:r>
            <a:r>
              <a:rPr lang="en-ID" b="1" dirty="0"/>
              <a:t> </a:t>
            </a:r>
            <a:r>
              <a:rPr lang="en-ID" b="1" dirty="0" err="1"/>
              <a:t>hidup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yang </a:t>
            </a:r>
            <a:r>
              <a:rPr lang="en-ID" dirty="0" err="1"/>
              <a:t>sehat</a:t>
            </a:r>
            <a:r>
              <a:rPr lang="en-ID" dirty="0"/>
              <a:t>. </a:t>
            </a:r>
          </a:p>
          <a:p>
            <a:r>
              <a:rPr lang="en-ID" b="1" dirty="0" err="1"/>
              <a:t>Pencegahan</a:t>
            </a:r>
            <a:r>
              <a:rPr lang="en-ID" b="1" dirty="0"/>
              <a:t> </a:t>
            </a:r>
            <a:r>
              <a:rPr lang="en-ID" b="1" dirty="0" err="1"/>
              <a:t>perilaku</a:t>
            </a:r>
            <a:r>
              <a:rPr lang="en-ID" b="1" dirty="0"/>
              <a:t> </a:t>
            </a:r>
            <a:r>
              <a:rPr lang="en-ID" b="1" dirty="0" err="1"/>
              <a:t>berisiko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IMS dan </a:t>
            </a:r>
            <a:r>
              <a:rPr lang="en-ID" dirty="0" err="1"/>
              <a:t>kehamilan</a:t>
            </a:r>
            <a:r>
              <a:rPr lang="en-ID" dirty="0"/>
              <a:t> </a:t>
            </a:r>
            <a:r>
              <a:rPr lang="en-ID" dirty="0" err="1"/>
              <a:t>dini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2974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7603-CC96-DF0E-0646-36E79BA6D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E4F8E-B037-B899-4F5F-BBA443A68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Perilaku</a:t>
            </a:r>
            <a:r>
              <a:rPr lang="en-ID" b="1" dirty="0"/>
              <a:t> </a:t>
            </a:r>
            <a:r>
              <a:rPr lang="en-ID" b="1" dirty="0" err="1"/>
              <a:t>Seksual</a:t>
            </a:r>
            <a:r>
              <a:rPr lang="en-ID" b="1" dirty="0"/>
              <a:t> </a:t>
            </a:r>
            <a:r>
              <a:rPr lang="en-ID" b="1" dirty="0" err="1"/>
              <a:t>Berisiko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3EB4A-F879-3793-6CEA-CCAF1CD0B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 </a:t>
            </a:r>
            <a:r>
              <a:rPr lang="en-ID" dirty="0" err="1"/>
              <a:t>berisiko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 yang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kemungkinan</a:t>
            </a:r>
            <a:r>
              <a:rPr lang="en-ID" dirty="0"/>
              <a:t> </a:t>
            </a:r>
            <a:r>
              <a:rPr lang="en-ID" dirty="0" err="1"/>
              <a:t>terjadinya</a:t>
            </a:r>
            <a:r>
              <a:rPr lang="en-ID" dirty="0"/>
              <a:t> </a:t>
            </a:r>
            <a:r>
              <a:rPr lang="en-ID" dirty="0" err="1"/>
              <a:t>infeksi</a:t>
            </a:r>
            <a:r>
              <a:rPr lang="en-ID" dirty="0"/>
              <a:t> </a:t>
            </a:r>
            <a:r>
              <a:rPr lang="en-ID" dirty="0" err="1"/>
              <a:t>menular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, </a:t>
            </a:r>
            <a:r>
              <a:rPr lang="en-ID" dirty="0" err="1"/>
              <a:t>kehamilan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diinginkan</a:t>
            </a:r>
            <a:r>
              <a:rPr lang="en-ID" dirty="0"/>
              <a:t>, dan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 Faktor yang </a:t>
            </a:r>
            <a:r>
              <a:rPr lang="en-ID" dirty="0" err="1"/>
              <a:t>mempengaruhi</a:t>
            </a:r>
            <a:r>
              <a:rPr lang="en-ID" dirty="0"/>
              <a:t>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meliputi</a:t>
            </a:r>
            <a:r>
              <a:rPr lang="en-ID" dirty="0"/>
              <a:t> </a:t>
            </a:r>
            <a:r>
              <a:rPr lang="en-ID" dirty="0" err="1"/>
              <a:t>kurangnya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, </a:t>
            </a:r>
            <a:r>
              <a:rPr lang="en-ID" dirty="0" err="1"/>
              <a:t>tekanan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pengaruh</a:t>
            </a:r>
            <a:r>
              <a:rPr lang="en-ID" dirty="0"/>
              <a:t> media.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konteks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masyarakat</a:t>
            </a:r>
            <a:r>
              <a:rPr lang="en-ID" dirty="0"/>
              <a:t>,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fokus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program </a:t>
            </a:r>
            <a:r>
              <a:rPr lang="en-ID" dirty="0" err="1"/>
              <a:t>pencegahan</a:t>
            </a:r>
            <a:r>
              <a:rPr lang="en-ID" dirty="0"/>
              <a:t>.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meliputi</a:t>
            </a:r>
            <a:r>
              <a:rPr lang="en-ID" dirty="0"/>
              <a:t>:</a:t>
            </a:r>
          </a:p>
          <a:p>
            <a:r>
              <a:rPr lang="en-ID" b="1" dirty="0" err="1"/>
              <a:t>Hubungan</a:t>
            </a:r>
            <a:r>
              <a:rPr lang="en-ID" b="1" dirty="0"/>
              <a:t> </a:t>
            </a:r>
            <a:r>
              <a:rPr lang="en-ID" b="1" dirty="0" err="1"/>
              <a:t>seksual</a:t>
            </a:r>
            <a:r>
              <a:rPr lang="en-ID" b="1" dirty="0"/>
              <a:t> </a:t>
            </a:r>
            <a:r>
              <a:rPr lang="en-ID" b="1" dirty="0" err="1"/>
              <a:t>tanpa</a:t>
            </a:r>
            <a:r>
              <a:rPr lang="en-ID" b="1" dirty="0"/>
              <a:t> </a:t>
            </a:r>
            <a:r>
              <a:rPr lang="en-ID" b="1" dirty="0" err="1"/>
              <a:t>proteksi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IMS dan </a:t>
            </a:r>
            <a:r>
              <a:rPr lang="en-ID" dirty="0" err="1"/>
              <a:t>kehamilan</a:t>
            </a:r>
            <a:r>
              <a:rPr lang="en-ID" dirty="0"/>
              <a:t>. </a:t>
            </a:r>
          </a:p>
          <a:p>
            <a:r>
              <a:rPr lang="en-ID" b="1" dirty="0" err="1"/>
              <a:t>Memiliki</a:t>
            </a:r>
            <a:r>
              <a:rPr lang="en-ID" b="1" dirty="0"/>
              <a:t> </a:t>
            </a:r>
            <a:r>
              <a:rPr lang="en-ID" b="1" dirty="0" err="1"/>
              <a:t>banyak</a:t>
            </a:r>
            <a:r>
              <a:rPr lang="en-ID" b="1" dirty="0"/>
              <a:t> </a:t>
            </a:r>
            <a:r>
              <a:rPr lang="en-ID" b="1" dirty="0" err="1"/>
              <a:t>pasangan</a:t>
            </a:r>
            <a:r>
              <a:rPr lang="en-ID" b="1" dirty="0"/>
              <a:t> </a:t>
            </a:r>
            <a:r>
              <a:rPr lang="en-ID" b="1" dirty="0" err="1"/>
              <a:t>seksual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Memperbesar</a:t>
            </a:r>
            <a:r>
              <a:rPr lang="en-ID" dirty="0"/>
              <a:t> </a:t>
            </a:r>
            <a:r>
              <a:rPr lang="en-ID" dirty="0" err="1"/>
              <a:t>kemungkinan</a:t>
            </a:r>
            <a:r>
              <a:rPr lang="en-ID" dirty="0"/>
              <a:t> </a:t>
            </a:r>
            <a:r>
              <a:rPr lang="en-ID" dirty="0" err="1"/>
              <a:t>penularan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. </a:t>
            </a:r>
          </a:p>
          <a:p>
            <a:r>
              <a:rPr lang="en-ID" b="1" dirty="0" err="1"/>
              <a:t>Kurangnya</a:t>
            </a:r>
            <a:r>
              <a:rPr lang="en-ID" b="1" dirty="0"/>
              <a:t> </a:t>
            </a:r>
            <a:r>
              <a:rPr lang="en-ID" b="1" dirty="0" err="1"/>
              <a:t>pengetahuan</a:t>
            </a:r>
            <a:r>
              <a:rPr lang="en-ID" b="1" dirty="0"/>
              <a:t> </a:t>
            </a:r>
            <a:r>
              <a:rPr lang="en-ID" b="1" dirty="0" err="1"/>
              <a:t>kesehatan</a:t>
            </a:r>
            <a:r>
              <a:rPr lang="en-ID" b="1" dirty="0"/>
              <a:t> </a:t>
            </a:r>
            <a:r>
              <a:rPr lang="en-ID" b="1" dirty="0" err="1"/>
              <a:t>reproduksi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yang </a:t>
            </a:r>
            <a:r>
              <a:rPr lang="en-ID" dirty="0" err="1"/>
              <a:t>dihadapi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1299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35457-B82C-967D-5FE5-F931AC7CE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4B74-1172-E54B-C2CA-B6AA60F6F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Infeksi</a:t>
            </a:r>
            <a:r>
              <a:rPr lang="en-ID" b="1" dirty="0"/>
              <a:t> </a:t>
            </a:r>
            <a:r>
              <a:rPr lang="en-ID" b="1" dirty="0" err="1"/>
              <a:t>Menular</a:t>
            </a:r>
            <a:r>
              <a:rPr lang="en-ID" b="1" dirty="0"/>
              <a:t> </a:t>
            </a:r>
            <a:r>
              <a:rPr lang="en-ID" b="1" dirty="0" err="1"/>
              <a:t>Seksual</a:t>
            </a:r>
            <a:r>
              <a:rPr lang="en-ID" b="1" dirty="0"/>
              <a:t> (IMS)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AC266-65FA-B61F-EF76-6BA4B03E5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00856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ID" sz="2400" dirty="0"/>
              <a:t>IMS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penyakit</a:t>
            </a:r>
            <a:r>
              <a:rPr lang="en-ID" sz="2400" dirty="0"/>
              <a:t> yang </a:t>
            </a:r>
            <a:r>
              <a:rPr lang="en-ID" sz="2400" dirty="0" err="1"/>
              <a:t>ditularkan</a:t>
            </a:r>
            <a:r>
              <a:rPr lang="en-ID" sz="2400" dirty="0"/>
              <a:t> </a:t>
            </a:r>
            <a:r>
              <a:rPr lang="en-ID" sz="2400" dirty="0" err="1"/>
              <a:t>melalui</a:t>
            </a:r>
            <a:r>
              <a:rPr lang="en-ID" sz="2400" dirty="0"/>
              <a:t> </a:t>
            </a:r>
            <a:r>
              <a:rPr lang="en-ID" sz="2400" dirty="0" err="1"/>
              <a:t>kontak</a:t>
            </a:r>
            <a:r>
              <a:rPr lang="en-ID" sz="2400" dirty="0"/>
              <a:t> </a:t>
            </a:r>
            <a:r>
              <a:rPr lang="en-ID" sz="2400" dirty="0" err="1"/>
              <a:t>seksual</a:t>
            </a:r>
            <a:r>
              <a:rPr lang="en-ID" sz="2400" dirty="0"/>
              <a:t> dan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disebabkan</a:t>
            </a:r>
            <a:r>
              <a:rPr lang="en-ID" sz="2400" dirty="0"/>
              <a:t> oleh </a:t>
            </a:r>
            <a:r>
              <a:rPr lang="en-ID" sz="2400" dirty="0" err="1"/>
              <a:t>bakteri</a:t>
            </a:r>
            <a:r>
              <a:rPr lang="en-ID" sz="2400" dirty="0"/>
              <a:t>, virus,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parasit</a:t>
            </a:r>
            <a:r>
              <a:rPr lang="en-ID" sz="2400" dirty="0"/>
              <a:t>. </a:t>
            </a:r>
            <a:r>
              <a:rPr lang="en-ID" sz="2400" dirty="0" err="1"/>
              <a:t>Remaja</a:t>
            </a:r>
            <a:r>
              <a:rPr lang="en-ID" sz="2400" dirty="0"/>
              <a:t> </a:t>
            </a:r>
            <a:r>
              <a:rPr lang="en-ID" sz="2400" dirty="0" err="1"/>
              <a:t>merupakan</a:t>
            </a:r>
            <a:r>
              <a:rPr lang="en-ID" sz="2400" dirty="0"/>
              <a:t> </a:t>
            </a:r>
            <a:r>
              <a:rPr lang="en-ID" sz="2400" dirty="0" err="1"/>
              <a:t>kelompok</a:t>
            </a:r>
            <a:r>
              <a:rPr lang="en-ID" sz="2400" dirty="0"/>
              <a:t> </a:t>
            </a:r>
            <a:r>
              <a:rPr lang="en-ID" sz="2400" dirty="0" err="1"/>
              <a:t>rentan</a:t>
            </a:r>
            <a:r>
              <a:rPr lang="en-ID" sz="2400" dirty="0"/>
              <a:t> </a:t>
            </a:r>
            <a:r>
              <a:rPr lang="en-ID" sz="2400" dirty="0" err="1"/>
              <a:t>karena</a:t>
            </a:r>
            <a:r>
              <a:rPr lang="en-ID" sz="2400" dirty="0"/>
              <a:t> </a:t>
            </a:r>
            <a:r>
              <a:rPr lang="en-ID" sz="2400" dirty="0" err="1"/>
              <a:t>seringkali</a:t>
            </a:r>
            <a:r>
              <a:rPr lang="en-ID" sz="2400" dirty="0"/>
              <a:t>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menggunakan</a:t>
            </a:r>
            <a:r>
              <a:rPr lang="en-ID" sz="2400" dirty="0"/>
              <a:t> </a:t>
            </a:r>
            <a:r>
              <a:rPr lang="en-ID" sz="2400" dirty="0" err="1"/>
              <a:t>proteksi</a:t>
            </a:r>
            <a:r>
              <a:rPr lang="en-ID" sz="2400" dirty="0"/>
              <a:t> dan </a:t>
            </a:r>
            <a:r>
              <a:rPr lang="en-ID" sz="2400" dirty="0" err="1"/>
              <a:t>memiliki</a:t>
            </a:r>
            <a:r>
              <a:rPr lang="en-ID" sz="2400" dirty="0"/>
              <a:t> </a:t>
            </a:r>
            <a:r>
              <a:rPr lang="en-ID" sz="2400" dirty="0" err="1"/>
              <a:t>pengetahuan</a:t>
            </a:r>
            <a:r>
              <a:rPr lang="en-ID" sz="2400" dirty="0"/>
              <a:t> yang </a:t>
            </a:r>
            <a:r>
              <a:rPr lang="en-ID" sz="2400" dirty="0" err="1"/>
              <a:t>terbatas</a:t>
            </a:r>
            <a:r>
              <a:rPr lang="en-ID" sz="2400" dirty="0"/>
              <a:t>. IMS yang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ditangani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menyebabkan</a:t>
            </a:r>
            <a:r>
              <a:rPr lang="en-ID" sz="2400" dirty="0"/>
              <a:t> </a:t>
            </a:r>
            <a:r>
              <a:rPr lang="en-ID" sz="2400" dirty="0" err="1"/>
              <a:t>komplikasi</a:t>
            </a:r>
            <a:r>
              <a:rPr lang="en-ID" sz="2400" dirty="0"/>
              <a:t> </a:t>
            </a:r>
            <a:r>
              <a:rPr lang="en-ID" sz="2400" dirty="0" err="1"/>
              <a:t>serius</a:t>
            </a:r>
            <a:r>
              <a:rPr lang="en-ID" sz="2400" dirty="0"/>
              <a:t> </a:t>
            </a:r>
            <a:r>
              <a:rPr lang="en-ID" sz="2400" dirty="0" err="1"/>
              <a:t>seperti</a:t>
            </a:r>
            <a:r>
              <a:rPr lang="en-ID" sz="2400" dirty="0"/>
              <a:t> </a:t>
            </a:r>
            <a:r>
              <a:rPr lang="en-ID" sz="2400" dirty="0" err="1"/>
              <a:t>infertilitas</a:t>
            </a:r>
            <a:r>
              <a:rPr lang="en-ID" sz="2400" dirty="0"/>
              <a:t>.</a:t>
            </a:r>
          </a:p>
          <a:p>
            <a:r>
              <a:rPr lang="en-ID" sz="2400" dirty="0"/>
              <a:t>Jenis IMS yang </a:t>
            </a:r>
            <a:r>
              <a:rPr lang="en-ID" sz="2400" dirty="0" err="1"/>
              <a:t>umum</a:t>
            </a:r>
            <a:r>
              <a:rPr lang="en-ID" sz="2400" dirty="0"/>
              <a:t> </a:t>
            </a:r>
            <a:r>
              <a:rPr lang="en-ID" sz="2400" dirty="0" err="1"/>
              <a:t>meliputi</a:t>
            </a:r>
            <a:r>
              <a:rPr lang="en-ID" sz="2400" dirty="0"/>
              <a:t>:</a:t>
            </a:r>
          </a:p>
          <a:p>
            <a:r>
              <a:rPr lang="en-ID" sz="2400" b="1" dirty="0" err="1"/>
              <a:t>Gonore</a:t>
            </a:r>
            <a:br>
              <a:rPr lang="en-ID" sz="2400" dirty="0"/>
            </a:br>
            <a:r>
              <a:rPr lang="en-ID" sz="2400" dirty="0"/>
              <a:t>→ </a:t>
            </a:r>
            <a:r>
              <a:rPr lang="en-ID" sz="2400" dirty="0" err="1"/>
              <a:t>Infeksi</a:t>
            </a:r>
            <a:r>
              <a:rPr lang="en-ID" sz="2400" dirty="0"/>
              <a:t> </a:t>
            </a:r>
            <a:r>
              <a:rPr lang="en-ID" sz="2400" dirty="0" err="1"/>
              <a:t>bakteri</a:t>
            </a:r>
            <a:r>
              <a:rPr lang="en-ID" sz="2400" dirty="0"/>
              <a:t> yang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merusak</a:t>
            </a:r>
            <a:r>
              <a:rPr lang="en-ID" sz="2400" dirty="0"/>
              <a:t> organ </a:t>
            </a:r>
            <a:r>
              <a:rPr lang="en-ID" sz="2400" dirty="0" err="1"/>
              <a:t>reproduksi</a:t>
            </a:r>
            <a:r>
              <a:rPr lang="en-ID" sz="2400" dirty="0"/>
              <a:t>. </a:t>
            </a:r>
          </a:p>
          <a:p>
            <a:r>
              <a:rPr lang="en-ID" sz="2400" b="1" dirty="0" err="1"/>
              <a:t>Sifilis</a:t>
            </a:r>
            <a:br>
              <a:rPr lang="en-ID" sz="2400" dirty="0"/>
            </a:br>
            <a:r>
              <a:rPr lang="en-ID" sz="2400" dirty="0"/>
              <a:t>→ </a:t>
            </a:r>
            <a:r>
              <a:rPr lang="en-ID" sz="2400" dirty="0" err="1"/>
              <a:t>Penyakit</a:t>
            </a:r>
            <a:r>
              <a:rPr lang="en-ID" sz="2400" dirty="0"/>
              <a:t> </a:t>
            </a:r>
            <a:r>
              <a:rPr lang="en-ID" sz="2400" dirty="0" err="1"/>
              <a:t>kronis</a:t>
            </a:r>
            <a:r>
              <a:rPr lang="en-ID" sz="2400" dirty="0"/>
              <a:t> yang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menyebabkan</a:t>
            </a:r>
            <a:r>
              <a:rPr lang="en-ID" sz="2400" dirty="0"/>
              <a:t> </a:t>
            </a:r>
            <a:r>
              <a:rPr lang="en-ID" sz="2400" dirty="0" err="1"/>
              <a:t>komplikasi</a:t>
            </a:r>
            <a:r>
              <a:rPr lang="en-ID" sz="2400" dirty="0"/>
              <a:t> </a:t>
            </a:r>
            <a:r>
              <a:rPr lang="en-ID" sz="2400" dirty="0" err="1"/>
              <a:t>serius</a:t>
            </a:r>
            <a:r>
              <a:rPr lang="en-ID" sz="2400" dirty="0"/>
              <a:t>. </a:t>
            </a:r>
          </a:p>
          <a:p>
            <a:r>
              <a:rPr lang="en-ID" sz="2400" b="1" dirty="0"/>
              <a:t>Herpes genital</a:t>
            </a:r>
            <a:br>
              <a:rPr lang="en-ID" sz="2400" dirty="0"/>
            </a:br>
            <a:r>
              <a:rPr lang="en-ID" sz="2400" dirty="0"/>
              <a:t>→ </a:t>
            </a:r>
            <a:r>
              <a:rPr lang="en-ID" sz="2400" dirty="0" err="1"/>
              <a:t>Infeksi</a:t>
            </a:r>
            <a:r>
              <a:rPr lang="en-ID" sz="2400" dirty="0"/>
              <a:t> virus yang </a:t>
            </a:r>
            <a:r>
              <a:rPr lang="en-ID" sz="2400" dirty="0" err="1"/>
              <a:t>bersifat</a:t>
            </a:r>
            <a:r>
              <a:rPr lang="en-ID" sz="2400" dirty="0"/>
              <a:t> </a:t>
            </a:r>
            <a:r>
              <a:rPr lang="en-ID" sz="2400" dirty="0" err="1"/>
              <a:t>berulang</a:t>
            </a:r>
            <a:r>
              <a:rPr lang="en-ID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50909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AB40D-1894-2AD0-76F5-F2DB2BFA6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32CEC-66E0-7514-F4D2-106B0A152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HIV/AIDS pada </a:t>
            </a:r>
            <a:r>
              <a:rPr lang="en-ID" b="1" dirty="0" err="1"/>
              <a:t>Remaja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50946-428C-1833-569A-AB91AEA6F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D" dirty="0"/>
              <a:t>HIV/AIDS </a:t>
            </a:r>
            <a:r>
              <a:rPr lang="en-ID" dirty="0" err="1"/>
              <a:t>merupakan</a:t>
            </a:r>
            <a:r>
              <a:rPr lang="en-ID" dirty="0"/>
              <a:t>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global yang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signifikan</a:t>
            </a:r>
            <a:r>
              <a:rPr lang="en-ID" dirty="0"/>
              <a:t>. </a:t>
            </a:r>
            <a:r>
              <a:rPr lang="en-ID" dirty="0" err="1"/>
              <a:t>Penularan</a:t>
            </a:r>
            <a:r>
              <a:rPr lang="en-ID" dirty="0"/>
              <a:t> HIV pada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umumnya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aman</a:t>
            </a:r>
            <a:r>
              <a:rPr lang="en-ID" dirty="0"/>
              <a:t>. </a:t>
            </a:r>
            <a:r>
              <a:rPr lang="en-ID" dirty="0" err="1"/>
              <a:t>Kurangnya</a:t>
            </a:r>
            <a:r>
              <a:rPr lang="en-ID" dirty="0"/>
              <a:t> </a:t>
            </a:r>
            <a:r>
              <a:rPr lang="en-ID" dirty="0" err="1"/>
              <a:t>edukasi</a:t>
            </a:r>
            <a:r>
              <a:rPr lang="en-ID" dirty="0"/>
              <a:t> dan stigma </a:t>
            </a:r>
            <a:r>
              <a:rPr lang="en-ID" dirty="0" err="1"/>
              <a:t>sosial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hambatan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pencegahan</a:t>
            </a:r>
            <a:r>
              <a:rPr lang="en-ID" dirty="0"/>
              <a:t> dan </a:t>
            </a:r>
            <a:r>
              <a:rPr lang="en-ID" dirty="0" err="1"/>
              <a:t>penanganan</a:t>
            </a:r>
            <a:r>
              <a:rPr lang="en-ID" dirty="0"/>
              <a:t>. 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dijelaskan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poin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</a:t>
            </a:r>
          </a:p>
          <a:p>
            <a:r>
              <a:rPr lang="en-ID" b="1" dirty="0" err="1"/>
              <a:t>Penularan</a:t>
            </a:r>
            <a:r>
              <a:rPr lang="en-ID" b="1" dirty="0"/>
              <a:t> </a:t>
            </a:r>
            <a:r>
              <a:rPr lang="en-ID" b="1" dirty="0" err="1"/>
              <a:t>melalui</a:t>
            </a:r>
            <a:r>
              <a:rPr lang="en-ID" b="1" dirty="0"/>
              <a:t> </a:t>
            </a:r>
            <a:r>
              <a:rPr lang="en-ID" b="1" dirty="0" err="1"/>
              <a:t>hubungan</a:t>
            </a:r>
            <a:r>
              <a:rPr lang="en-ID" b="1" dirty="0"/>
              <a:t> </a:t>
            </a:r>
            <a:r>
              <a:rPr lang="en-ID" b="1" dirty="0" err="1"/>
              <a:t>seksual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proteksi</a:t>
            </a:r>
            <a:r>
              <a:rPr lang="en-ID" dirty="0"/>
              <a:t>. </a:t>
            </a:r>
          </a:p>
          <a:p>
            <a:r>
              <a:rPr lang="en-ID" b="1" dirty="0" err="1"/>
              <a:t>Remaja</a:t>
            </a:r>
            <a:r>
              <a:rPr lang="en-ID" b="1" dirty="0"/>
              <a:t> </a:t>
            </a:r>
            <a:r>
              <a:rPr lang="en-ID" b="1" dirty="0" err="1"/>
              <a:t>sebagai</a:t>
            </a:r>
            <a:r>
              <a:rPr lang="en-ID" b="1" dirty="0"/>
              <a:t> </a:t>
            </a:r>
            <a:r>
              <a:rPr lang="en-ID" b="1" dirty="0" err="1"/>
              <a:t>kelompok</a:t>
            </a:r>
            <a:r>
              <a:rPr lang="en-ID" b="1" dirty="0"/>
              <a:t> </a:t>
            </a:r>
            <a:r>
              <a:rPr lang="en-ID" b="1" dirty="0" err="1"/>
              <a:t>rentan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Kurangnya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dan </a:t>
            </a:r>
            <a:r>
              <a:rPr lang="en-ID" dirty="0" err="1"/>
              <a:t>kontrol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. </a:t>
            </a:r>
          </a:p>
          <a:p>
            <a:r>
              <a:rPr lang="en-ID" b="1" dirty="0" err="1"/>
              <a:t>Pencegahan</a:t>
            </a:r>
            <a:r>
              <a:rPr lang="en-ID" b="1" dirty="0"/>
              <a:t> </a:t>
            </a:r>
            <a:r>
              <a:rPr lang="en-ID" b="1" dirty="0" err="1"/>
              <a:t>melalui</a:t>
            </a:r>
            <a:r>
              <a:rPr lang="en-ID" b="1" dirty="0"/>
              <a:t> </a:t>
            </a:r>
            <a:r>
              <a:rPr lang="en-ID" b="1" dirty="0" err="1"/>
              <a:t>edukasi</a:t>
            </a:r>
            <a:r>
              <a:rPr lang="en-ID" b="1" dirty="0"/>
              <a:t> dan </a:t>
            </a:r>
            <a:r>
              <a:rPr lang="en-ID" b="1" dirty="0" err="1"/>
              <a:t>tes</a:t>
            </a:r>
            <a:r>
              <a:rPr lang="en-ID" b="1" dirty="0"/>
              <a:t> HIV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deteksi</a:t>
            </a:r>
            <a:r>
              <a:rPr lang="en-ID" dirty="0"/>
              <a:t> </a:t>
            </a:r>
            <a:r>
              <a:rPr lang="en-ID" dirty="0" err="1"/>
              <a:t>dini</a:t>
            </a:r>
            <a:r>
              <a:rPr lang="en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84556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B584E-BC5C-6664-9451-070A4D565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F370-1EF8-22E6-9281-EF3224C4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Kehamilan</a:t>
            </a:r>
            <a:r>
              <a:rPr lang="en-ID" b="1" dirty="0"/>
              <a:t> </a:t>
            </a:r>
            <a:r>
              <a:rPr lang="en-ID" b="1" dirty="0" err="1"/>
              <a:t>Remaja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E2A1F-8925-2244-A281-5C31C4E25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D" dirty="0" err="1"/>
              <a:t>Kehamilan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masyarakat</a:t>
            </a:r>
            <a:r>
              <a:rPr lang="en-ID" dirty="0"/>
              <a:t> yang </a:t>
            </a:r>
            <a:r>
              <a:rPr lang="en-ID" dirty="0" err="1"/>
              <a:t>berdampak</a:t>
            </a:r>
            <a:r>
              <a:rPr lang="en-ID" dirty="0"/>
              <a:t> </a:t>
            </a:r>
            <a:r>
              <a:rPr lang="en-ID" dirty="0" err="1"/>
              <a:t>luas</a:t>
            </a:r>
            <a:r>
              <a:rPr lang="en-ID" dirty="0"/>
              <a:t>,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medis</a:t>
            </a:r>
            <a:r>
              <a:rPr lang="en-ID" dirty="0"/>
              <a:t>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. Risiko </a:t>
            </a:r>
            <a:r>
              <a:rPr lang="en-ID" dirty="0" err="1"/>
              <a:t>komplikasi</a:t>
            </a:r>
            <a:r>
              <a:rPr lang="en-ID" dirty="0"/>
              <a:t> pada </a:t>
            </a:r>
            <a:r>
              <a:rPr lang="en-ID" dirty="0" err="1"/>
              <a:t>ibu</a:t>
            </a:r>
            <a:r>
              <a:rPr lang="en-ID" dirty="0"/>
              <a:t> dan </a:t>
            </a:r>
            <a:r>
              <a:rPr lang="en-ID" dirty="0" err="1"/>
              <a:t>bayi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dibandingkan</a:t>
            </a:r>
            <a:r>
              <a:rPr lang="en-ID" dirty="0"/>
              <a:t> </a:t>
            </a:r>
            <a:r>
              <a:rPr lang="en-ID" dirty="0" err="1"/>
              <a:t>kehamilan</a:t>
            </a:r>
            <a:r>
              <a:rPr lang="en-ID" dirty="0"/>
              <a:t> pada </a:t>
            </a:r>
            <a:r>
              <a:rPr lang="en-ID" dirty="0" err="1"/>
              <a:t>usia</a:t>
            </a:r>
            <a:r>
              <a:rPr lang="en-ID" dirty="0"/>
              <a:t> </a:t>
            </a:r>
            <a:r>
              <a:rPr lang="en-ID" dirty="0" err="1"/>
              <a:t>dewasa</a:t>
            </a:r>
            <a:r>
              <a:rPr lang="en-ID" dirty="0"/>
              <a:t>.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meliputi</a:t>
            </a:r>
            <a:r>
              <a:rPr lang="en-ID" dirty="0"/>
              <a:t>:</a:t>
            </a:r>
          </a:p>
          <a:p>
            <a:r>
              <a:rPr lang="en-ID" b="1" dirty="0"/>
              <a:t>Risiko </a:t>
            </a:r>
            <a:r>
              <a:rPr lang="en-ID" b="1" dirty="0" err="1"/>
              <a:t>kesehatan</a:t>
            </a:r>
            <a:r>
              <a:rPr lang="en-ID" b="1" dirty="0"/>
              <a:t> </a:t>
            </a:r>
            <a:r>
              <a:rPr lang="en-ID" b="1" dirty="0" err="1"/>
              <a:t>ibu</a:t>
            </a:r>
            <a:r>
              <a:rPr lang="en-ID" b="1" dirty="0"/>
              <a:t> dan </a:t>
            </a:r>
            <a:r>
              <a:rPr lang="en-ID" b="1" dirty="0" err="1"/>
              <a:t>bayi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Komplikasi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anemia</a:t>
            </a:r>
            <a:r>
              <a:rPr lang="en-ID" dirty="0"/>
              <a:t> dan </a:t>
            </a:r>
            <a:r>
              <a:rPr lang="en-ID" dirty="0" err="1"/>
              <a:t>prematuritas</a:t>
            </a:r>
            <a:r>
              <a:rPr lang="en-ID" dirty="0"/>
              <a:t>. </a:t>
            </a:r>
          </a:p>
          <a:p>
            <a:r>
              <a:rPr lang="en-ID" b="1" dirty="0" err="1"/>
              <a:t>Putus</a:t>
            </a:r>
            <a:r>
              <a:rPr lang="en-ID" b="1" dirty="0"/>
              <a:t> </a:t>
            </a:r>
            <a:r>
              <a:rPr lang="en-ID" b="1" dirty="0" err="1"/>
              <a:t>sekolah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Menghambat</a:t>
            </a:r>
            <a:r>
              <a:rPr lang="en-ID" dirty="0"/>
              <a:t> masa </a:t>
            </a:r>
            <a:r>
              <a:rPr lang="en-ID" dirty="0" err="1"/>
              <a:t>depan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. </a:t>
            </a:r>
          </a:p>
          <a:p>
            <a:r>
              <a:rPr lang="en-ID" b="1" dirty="0"/>
              <a:t>Beban </a:t>
            </a:r>
            <a:r>
              <a:rPr lang="en-ID" b="1" dirty="0" err="1"/>
              <a:t>ekonomi</a:t>
            </a:r>
            <a:r>
              <a:rPr lang="en-ID" b="1" dirty="0"/>
              <a:t> dan </a:t>
            </a:r>
            <a:r>
              <a:rPr lang="en-ID" b="1" dirty="0" err="1"/>
              <a:t>sosial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Menambah</a:t>
            </a:r>
            <a:r>
              <a:rPr lang="en-ID" dirty="0"/>
              <a:t> </a:t>
            </a:r>
            <a:r>
              <a:rPr lang="en-ID" dirty="0" err="1"/>
              <a:t>tekanan</a:t>
            </a:r>
            <a:r>
              <a:rPr lang="en-ID" dirty="0"/>
              <a:t> </a:t>
            </a:r>
            <a:r>
              <a:rPr lang="en-ID" dirty="0" err="1"/>
              <a:t>keluarga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179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FA982-FE9A-163A-D051-BE0CB07C4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7324-49A4-9D63-7183-978E4D08B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Kekerasan</a:t>
            </a:r>
            <a:r>
              <a:rPr lang="en-ID" b="1" dirty="0"/>
              <a:t> </a:t>
            </a:r>
            <a:r>
              <a:rPr lang="en-ID" b="1" dirty="0" err="1"/>
              <a:t>Seksual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3C469-B3F5-3C7B-6361-894EF3419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D" dirty="0" err="1"/>
              <a:t>Kekerasan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 pada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serius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jangka</a:t>
            </a:r>
            <a:r>
              <a:rPr lang="en-ID" dirty="0"/>
              <a:t> </a:t>
            </a:r>
            <a:r>
              <a:rPr lang="en-ID" dirty="0" err="1"/>
              <a:t>panjang</a:t>
            </a:r>
            <a:r>
              <a:rPr lang="en-ID" dirty="0"/>
              <a:t> pada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 dan mental. Korban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mengalami</a:t>
            </a:r>
            <a:r>
              <a:rPr lang="en-ID" dirty="0"/>
              <a:t> trauma </a:t>
            </a:r>
            <a:r>
              <a:rPr lang="en-ID" dirty="0" err="1"/>
              <a:t>psikologis</a:t>
            </a:r>
            <a:r>
              <a:rPr lang="en-ID" dirty="0"/>
              <a:t> dan stigma </a:t>
            </a:r>
            <a:r>
              <a:rPr lang="en-ID" dirty="0" err="1"/>
              <a:t>sosial</a:t>
            </a:r>
            <a:r>
              <a:rPr lang="en-ID" dirty="0"/>
              <a:t>. </a:t>
            </a:r>
            <a:r>
              <a:rPr lang="en-ID" dirty="0" err="1"/>
              <a:t>Dampaknya</a:t>
            </a:r>
            <a:r>
              <a:rPr lang="en-ID" dirty="0"/>
              <a:t> </a:t>
            </a:r>
            <a:r>
              <a:rPr lang="en-ID" dirty="0" err="1"/>
              <a:t>meliputi</a:t>
            </a:r>
            <a:r>
              <a:rPr lang="en-ID" dirty="0"/>
              <a:t>:</a:t>
            </a:r>
          </a:p>
          <a:p>
            <a:r>
              <a:rPr lang="en-ID" b="1" dirty="0"/>
              <a:t>Trauma </a:t>
            </a:r>
            <a:r>
              <a:rPr lang="en-ID" b="1" dirty="0" err="1"/>
              <a:t>psikologis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Depresi</a:t>
            </a:r>
            <a:r>
              <a:rPr lang="en-ID" dirty="0"/>
              <a:t> dan </a:t>
            </a:r>
            <a:r>
              <a:rPr lang="en-ID" dirty="0" err="1"/>
              <a:t>kecemasan</a:t>
            </a:r>
            <a:r>
              <a:rPr lang="en-ID" dirty="0"/>
              <a:t>. </a:t>
            </a:r>
          </a:p>
          <a:p>
            <a:r>
              <a:rPr lang="en-ID" b="1" dirty="0" err="1"/>
              <a:t>Gangguan</a:t>
            </a:r>
            <a:r>
              <a:rPr lang="en-ID" b="1" dirty="0"/>
              <a:t> </a:t>
            </a:r>
            <a:r>
              <a:rPr lang="en-ID" b="1" dirty="0" err="1"/>
              <a:t>kesehatan</a:t>
            </a:r>
            <a:r>
              <a:rPr lang="en-ID" b="1" dirty="0"/>
              <a:t> </a:t>
            </a:r>
            <a:r>
              <a:rPr lang="en-ID" b="1" dirty="0" err="1"/>
              <a:t>reproduksi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Cedera</a:t>
            </a:r>
            <a:r>
              <a:rPr lang="en-ID" dirty="0"/>
              <a:t> dan </a:t>
            </a:r>
            <a:r>
              <a:rPr lang="en-ID" dirty="0" err="1"/>
              <a:t>infeksi</a:t>
            </a:r>
            <a:r>
              <a:rPr lang="en-ID" dirty="0"/>
              <a:t>. </a:t>
            </a:r>
          </a:p>
          <a:p>
            <a:r>
              <a:rPr lang="en-ID" b="1" dirty="0" err="1"/>
              <a:t>Masalah</a:t>
            </a:r>
            <a:r>
              <a:rPr lang="en-ID" b="1" dirty="0"/>
              <a:t> </a:t>
            </a:r>
            <a:r>
              <a:rPr lang="en-ID" b="1" dirty="0" err="1"/>
              <a:t>sosial</a:t>
            </a:r>
            <a:br>
              <a:rPr lang="en-ID" dirty="0"/>
            </a:br>
            <a:r>
              <a:rPr lang="en-ID" dirty="0"/>
              <a:t>→ Stigma dan </a:t>
            </a:r>
            <a:r>
              <a:rPr lang="en-ID" dirty="0" err="1"/>
              <a:t>isolasi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0093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F3C6-4154-C756-346E-2B0C57B10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032F0-ED79-DCF9-E215-44413D41B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Pornografi</a:t>
            </a:r>
            <a:r>
              <a:rPr lang="en-ID" b="1" dirty="0"/>
              <a:t> dan </a:t>
            </a:r>
            <a:r>
              <a:rPr lang="en-ID" b="1" dirty="0" err="1"/>
              <a:t>Dampaknya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6175A-F8A9-328F-48E0-216238FD9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D" dirty="0" err="1"/>
              <a:t>Paparan</a:t>
            </a:r>
            <a:r>
              <a:rPr lang="en-ID" dirty="0"/>
              <a:t> </a:t>
            </a:r>
            <a:r>
              <a:rPr lang="en-ID" dirty="0" err="1"/>
              <a:t>pornografi</a:t>
            </a:r>
            <a:r>
              <a:rPr lang="en-ID" dirty="0"/>
              <a:t> pada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mempengaruhi</a:t>
            </a:r>
            <a:r>
              <a:rPr lang="en-ID" dirty="0"/>
              <a:t> </a:t>
            </a:r>
            <a:r>
              <a:rPr lang="en-ID" dirty="0" err="1"/>
              <a:t>persepsi</a:t>
            </a:r>
            <a:r>
              <a:rPr lang="en-ID" dirty="0"/>
              <a:t> dan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. </a:t>
            </a:r>
            <a:r>
              <a:rPr lang="en-ID" dirty="0" err="1"/>
              <a:t>Konten</a:t>
            </a:r>
            <a:r>
              <a:rPr lang="en-ID" dirty="0"/>
              <a:t> </a:t>
            </a:r>
            <a:r>
              <a:rPr lang="en-ID" dirty="0" err="1"/>
              <a:t>pornografi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gambaran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realistis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seksual</a:t>
            </a:r>
            <a:r>
              <a:rPr lang="en-ID" dirty="0"/>
              <a:t>.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meliputi</a:t>
            </a:r>
            <a:r>
              <a:rPr lang="en-ID" dirty="0"/>
              <a:t>:</a:t>
            </a:r>
          </a:p>
          <a:p>
            <a:r>
              <a:rPr lang="en-ID" b="1" dirty="0" err="1"/>
              <a:t>Perubahan</a:t>
            </a:r>
            <a:r>
              <a:rPr lang="en-ID" b="1" dirty="0"/>
              <a:t> </a:t>
            </a:r>
            <a:r>
              <a:rPr lang="en-ID" b="1" dirty="0" err="1"/>
              <a:t>persepsi</a:t>
            </a:r>
            <a:r>
              <a:rPr lang="en-ID" b="1" dirty="0"/>
              <a:t> </a:t>
            </a:r>
            <a:r>
              <a:rPr lang="en-ID" b="1" dirty="0" err="1"/>
              <a:t>seksual</a:t>
            </a:r>
            <a:br>
              <a:rPr lang="en-ID" dirty="0"/>
            </a:br>
            <a:r>
              <a:rPr lang="en-ID" dirty="0"/>
              <a:t>→ Tidak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realitas</a:t>
            </a:r>
            <a:r>
              <a:rPr lang="en-ID" dirty="0"/>
              <a:t>. </a:t>
            </a:r>
          </a:p>
          <a:p>
            <a:r>
              <a:rPr lang="en-ID" b="1" dirty="0" err="1"/>
              <a:t>Ketergantungan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Konsumsi</a:t>
            </a:r>
            <a:r>
              <a:rPr lang="en-ID" dirty="0"/>
              <a:t> </a:t>
            </a:r>
            <a:r>
              <a:rPr lang="en-ID" dirty="0" err="1"/>
              <a:t>berulang</a:t>
            </a:r>
            <a:r>
              <a:rPr lang="en-ID" dirty="0"/>
              <a:t>. </a:t>
            </a:r>
          </a:p>
          <a:p>
            <a:r>
              <a:rPr lang="en-ID" b="1" dirty="0" err="1"/>
              <a:t>Perilaku</a:t>
            </a:r>
            <a:r>
              <a:rPr lang="en-ID" b="1" dirty="0"/>
              <a:t> </a:t>
            </a:r>
            <a:r>
              <a:rPr lang="en-ID" b="1" dirty="0" err="1"/>
              <a:t>seksual</a:t>
            </a:r>
            <a:r>
              <a:rPr lang="en-ID" b="1" dirty="0"/>
              <a:t> </a:t>
            </a:r>
            <a:r>
              <a:rPr lang="en-ID" b="1" dirty="0" err="1"/>
              <a:t>berisiko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Meniru</a:t>
            </a:r>
            <a:r>
              <a:rPr lang="en-ID" dirty="0"/>
              <a:t> </a:t>
            </a:r>
            <a:r>
              <a:rPr lang="en-ID" dirty="0" err="1"/>
              <a:t>konten</a:t>
            </a:r>
            <a:r>
              <a:rPr lang="en-ID" dirty="0"/>
              <a:t> yang </a:t>
            </a:r>
            <a:r>
              <a:rPr lang="en-ID" dirty="0" err="1"/>
              <a:t>dilihat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7715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656A5-0AD0-2BD9-9A6C-C989FCEDF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3804D-E173-5E41-EF72-C2F7F61B3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Penyimpangan</a:t>
            </a:r>
            <a:r>
              <a:rPr lang="en-ID" b="1" dirty="0"/>
              <a:t> </a:t>
            </a:r>
            <a:r>
              <a:rPr lang="en-ID" b="1" dirty="0" err="1"/>
              <a:t>Perilaku</a:t>
            </a:r>
            <a:r>
              <a:rPr lang="en-ID" b="1" dirty="0"/>
              <a:t> </a:t>
            </a:r>
            <a:r>
              <a:rPr lang="en-ID" b="1" dirty="0" err="1"/>
              <a:t>Seksual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B299A-1876-CF1C-9F58-D1983DE04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6821"/>
            <a:ext cx="8229600" cy="477668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D" sz="1800" dirty="0" err="1"/>
              <a:t>Penyimpangan</a:t>
            </a:r>
            <a:r>
              <a:rPr lang="en-ID" sz="1800" dirty="0"/>
              <a:t> </a:t>
            </a:r>
            <a:r>
              <a:rPr lang="en-ID" sz="1800" dirty="0" err="1"/>
              <a:t>perilaku</a:t>
            </a:r>
            <a:r>
              <a:rPr lang="en-ID" sz="1800" dirty="0"/>
              <a:t> </a:t>
            </a:r>
            <a:r>
              <a:rPr lang="en-ID" sz="1800" dirty="0" err="1"/>
              <a:t>seksual</a:t>
            </a:r>
            <a:r>
              <a:rPr lang="en-ID" sz="1800" dirty="0"/>
              <a:t> pada </a:t>
            </a:r>
            <a:r>
              <a:rPr lang="en-ID" sz="1800" dirty="0" err="1"/>
              <a:t>remaja</a:t>
            </a:r>
            <a:r>
              <a:rPr lang="en-ID" sz="1800" dirty="0"/>
              <a:t> </a:t>
            </a:r>
            <a:r>
              <a:rPr lang="en-ID" sz="1800" dirty="0" err="1"/>
              <a:t>merujuk</a:t>
            </a:r>
            <a:r>
              <a:rPr lang="en-ID" sz="1800" dirty="0"/>
              <a:t> pada </a:t>
            </a:r>
            <a:r>
              <a:rPr lang="en-ID" sz="1800" dirty="0" err="1"/>
              <a:t>pola</a:t>
            </a:r>
            <a:r>
              <a:rPr lang="en-ID" sz="1800" dirty="0"/>
              <a:t> </a:t>
            </a:r>
            <a:r>
              <a:rPr lang="en-ID" sz="1800" dirty="0" err="1"/>
              <a:t>perilaku</a:t>
            </a:r>
            <a:r>
              <a:rPr lang="en-ID" sz="1800" dirty="0"/>
              <a:t> </a:t>
            </a:r>
            <a:r>
              <a:rPr lang="en-ID" sz="1800" dirty="0" err="1"/>
              <a:t>seksual</a:t>
            </a:r>
            <a:r>
              <a:rPr lang="en-ID" sz="1800" dirty="0"/>
              <a:t> yang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sesuai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norma </a:t>
            </a:r>
            <a:r>
              <a:rPr lang="en-ID" sz="1800" dirty="0" err="1"/>
              <a:t>sosial</a:t>
            </a:r>
            <a:r>
              <a:rPr lang="en-ID" sz="1800" dirty="0"/>
              <a:t>, </a:t>
            </a:r>
            <a:r>
              <a:rPr lang="en-ID" sz="1800" dirty="0" err="1"/>
              <a:t>budaya</a:t>
            </a:r>
            <a:r>
              <a:rPr lang="en-ID" sz="1800" dirty="0"/>
              <a:t>, </a:t>
            </a:r>
            <a:r>
              <a:rPr lang="en-ID" sz="1800" dirty="0" err="1"/>
              <a:t>maupun</a:t>
            </a:r>
            <a:r>
              <a:rPr lang="en-ID" sz="1800" dirty="0"/>
              <a:t> </a:t>
            </a:r>
            <a:r>
              <a:rPr lang="en-ID" sz="1800" dirty="0" err="1"/>
              <a:t>nilai</a:t>
            </a:r>
            <a:r>
              <a:rPr lang="en-ID" sz="1800" dirty="0"/>
              <a:t> </a:t>
            </a:r>
            <a:r>
              <a:rPr lang="en-ID" sz="1800" dirty="0" err="1"/>
              <a:t>kesehatan</a:t>
            </a:r>
            <a:r>
              <a:rPr lang="en-ID" sz="1800" dirty="0"/>
              <a:t> yang </a:t>
            </a:r>
            <a:r>
              <a:rPr lang="en-ID" sz="1800" dirty="0" err="1"/>
              <a:t>berlaku</a:t>
            </a:r>
            <a:r>
              <a:rPr lang="en-ID" sz="1800" dirty="0"/>
              <a:t>.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konteks</a:t>
            </a:r>
            <a:r>
              <a:rPr lang="en-ID" sz="1800" dirty="0"/>
              <a:t> </a:t>
            </a:r>
            <a:r>
              <a:rPr lang="en-ID" sz="1800" dirty="0" err="1"/>
              <a:t>kesehatan</a:t>
            </a:r>
            <a:r>
              <a:rPr lang="en-ID" sz="1800" dirty="0"/>
              <a:t> </a:t>
            </a:r>
            <a:r>
              <a:rPr lang="en-ID" sz="1800" dirty="0" err="1"/>
              <a:t>masyarakat</a:t>
            </a:r>
            <a:r>
              <a:rPr lang="en-ID" sz="1800" dirty="0"/>
              <a:t> dan </a:t>
            </a:r>
            <a:r>
              <a:rPr lang="en-ID" sz="1800" dirty="0" err="1"/>
              <a:t>psikologi</a:t>
            </a:r>
            <a:r>
              <a:rPr lang="en-ID" sz="1800" dirty="0"/>
              <a:t> </a:t>
            </a:r>
            <a:r>
              <a:rPr lang="en-ID" sz="1800" dirty="0" err="1"/>
              <a:t>perkembangan</a:t>
            </a:r>
            <a:r>
              <a:rPr lang="en-ID" sz="1800" dirty="0"/>
              <a:t>, </a:t>
            </a:r>
            <a:r>
              <a:rPr lang="en-ID" sz="1800" dirty="0" err="1"/>
              <a:t>penyimpangan</a:t>
            </a:r>
            <a:r>
              <a:rPr lang="en-ID" sz="1800" dirty="0"/>
              <a:t> </a:t>
            </a:r>
            <a:r>
              <a:rPr lang="en-ID" sz="1800" dirty="0" err="1"/>
              <a:t>ini</a:t>
            </a:r>
            <a:r>
              <a:rPr lang="en-ID" sz="1800" dirty="0"/>
              <a:t>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selalu</a:t>
            </a:r>
            <a:r>
              <a:rPr lang="en-ID" sz="1800" dirty="0"/>
              <a:t> </a:t>
            </a:r>
            <a:r>
              <a:rPr lang="en-ID" sz="1800" dirty="0" err="1"/>
              <a:t>disebabkan</a:t>
            </a:r>
            <a:r>
              <a:rPr lang="en-ID" sz="1800" dirty="0"/>
              <a:t> oleh </a:t>
            </a:r>
            <a:r>
              <a:rPr lang="en-ID" sz="1800" dirty="0" err="1"/>
              <a:t>faktor</a:t>
            </a:r>
            <a:r>
              <a:rPr lang="en-ID" sz="1800" dirty="0"/>
              <a:t> </a:t>
            </a:r>
            <a:r>
              <a:rPr lang="en-ID" sz="1800" dirty="0" err="1"/>
              <a:t>tunggal</a:t>
            </a:r>
            <a:r>
              <a:rPr lang="en-ID" sz="1800" dirty="0"/>
              <a:t>, </a:t>
            </a:r>
            <a:r>
              <a:rPr lang="en-ID" sz="1800" dirty="0" err="1"/>
              <a:t>melainkan</a:t>
            </a:r>
            <a:r>
              <a:rPr lang="en-ID" sz="1800" dirty="0"/>
              <a:t> </a:t>
            </a:r>
            <a:r>
              <a:rPr lang="en-ID" sz="1800" dirty="0" err="1"/>
              <a:t>merupakan</a:t>
            </a:r>
            <a:r>
              <a:rPr lang="en-ID" sz="1800" dirty="0"/>
              <a:t> </a:t>
            </a:r>
            <a:r>
              <a:rPr lang="en-ID" sz="1800" dirty="0" err="1"/>
              <a:t>hasil</a:t>
            </a:r>
            <a:r>
              <a:rPr lang="en-ID" sz="1800" dirty="0"/>
              <a:t> </a:t>
            </a:r>
            <a:r>
              <a:rPr lang="en-ID" sz="1800" dirty="0" err="1"/>
              <a:t>interaksi</a:t>
            </a:r>
            <a:r>
              <a:rPr lang="en-ID" sz="1800" dirty="0"/>
              <a:t> </a:t>
            </a:r>
            <a:r>
              <a:rPr lang="en-ID" sz="1800" dirty="0" err="1"/>
              <a:t>kompleks</a:t>
            </a:r>
            <a:r>
              <a:rPr lang="en-ID" sz="1800" dirty="0"/>
              <a:t> </a:t>
            </a:r>
            <a:r>
              <a:rPr lang="en-ID" sz="1800" dirty="0" err="1"/>
              <a:t>antara</a:t>
            </a:r>
            <a:r>
              <a:rPr lang="en-ID" sz="1800" dirty="0"/>
              <a:t> </a:t>
            </a:r>
            <a:r>
              <a:rPr lang="en-ID" sz="1800" dirty="0" err="1"/>
              <a:t>faktor</a:t>
            </a:r>
            <a:r>
              <a:rPr lang="en-ID" sz="1800" dirty="0"/>
              <a:t> </a:t>
            </a:r>
            <a:r>
              <a:rPr lang="en-ID" sz="1800" dirty="0" err="1"/>
              <a:t>biologis</a:t>
            </a:r>
            <a:r>
              <a:rPr lang="en-ID" sz="1800" dirty="0"/>
              <a:t>, </a:t>
            </a:r>
            <a:r>
              <a:rPr lang="en-ID" sz="1800" dirty="0" err="1"/>
              <a:t>psikologis</a:t>
            </a:r>
            <a:r>
              <a:rPr lang="en-ID" sz="1800" dirty="0"/>
              <a:t>, </a:t>
            </a:r>
            <a:r>
              <a:rPr lang="en-ID" sz="1800" dirty="0" err="1"/>
              <a:t>lingkungan</a:t>
            </a:r>
            <a:r>
              <a:rPr lang="en-ID" sz="1800" dirty="0"/>
              <a:t>, dan </a:t>
            </a:r>
            <a:r>
              <a:rPr lang="en-ID" sz="1800" dirty="0" err="1"/>
              <a:t>pengalaman</a:t>
            </a:r>
            <a:r>
              <a:rPr lang="en-ID" sz="1800" dirty="0"/>
              <a:t> </a:t>
            </a:r>
            <a:r>
              <a:rPr lang="en-ID" sz="1800" dirty="0" err="1"/>
              <a:t>hidup</a:t>
            </a:r>
            <a:r>
              <a:rPr lang="en-ID" sz="1800" dirty="0"/>
              <a:t> </a:t>
            </a:r>
            <a:r>
              <a:rPr lang="en-ID" sz="1800" dirty="0" err="1"/>
              <a:t>individu</a:t>
            </a:r>
            <a:r>
              <a:rPr lang="en-ID" sz="1800" dirty="0"/>
              <a:t>. </a:t>
            </a:r>
            <a:r>
              <a:rPr lang="en-ID" sz="1800" dirty="0" err="1"/>
              <a:t>Paparan</a:t>
            </a:r>
            <a:r>
              <a:rPr lang="en-ID" sz="1800" dirty="0"/>
              <a:t> </a:t>
            </a:r>
            <a:r>
              <a:rPr lang="en-ID" sz="1800" dirty="0" err="1"/>
              <a:t>terhadap</a:t>
            </a:r>
            <a:r>
              <a:rPr lang="en-ID" sz="1800" dirty="0"/>
              <a:t> </a:t>
            </a:r>
            <a:r>
              <a:rPr lang="en-ID" sz="1800" dirty="0" err="1"/>
              <a:t>konten</a:t>
            </a:r>
            <a:r>
              <a:rPr lang="en-ID" sz="1800" dirty="0"/>
              <a:t> </a:t>
            </a:r>
            <a:r>
              <a:rPr lang="en-ID" sz="1800" dirty="0" err="1"/>
              <a:t>seksual</a:t>
            </a:r>
            <a:r>
              <a:rPr lang="en-ID" sz="1800" dirty="0"/>
              <a:t> yang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sesuai</a:t>
            </a:r>
            <a:r>
              <a:rPr lang="en-ID" sz="1800" dirty="0"/>
              <a:t> </a:t>
            </a:r>
            <a:r>
              <a:rPr lang="en-ID" sz="1800" dirty="0" err="1"/>
              <a:t>usia</a:t>
            </a:r>
            <a:r>
              <a:rPr lang="en-ID" sz="1800" dirty="0"/>
              <a:t>, </a:t>
            </a:r>
            <a:r>
              <a:rPr lang="en-ID" sz="1800" dirty="0" err="1"/>
              <a:t>kurangnya</a:t>
            </a:r>
            <a:r>
              <a:rPr lang="en-ID" sz="1800" dirty="0"/>
              <a:t> </a:t>
            </a:r>
            <a:r>
              <a:rPr lang="en-ID" sz="1800" dirty="0" err="1"/>
              <a:t>edukasi</a:t>
            </a:r>
            <a:r>
              <a:rPr lang="en-ID" sz="1800" dirty="0"/>
              <a:t> </a:t>
            </a:r>
            <a:r>
              <a:rPr lang="en-ID" sz="1800" dirty="0" err="1"/>
              <a:t>seksual</a:t>
            </a:r>
            <a:r>
              <a:rPr lang="en-ID" sz="1800" dirty="0"/>
              <a:t> yang </a:t>
            </a:r>
            <a:r>
              <a:rPr lang="en-ID" sz="1800" dirty="0" err="1"/>
              <a:t>komprehensif</a:t>
            </a:r>
            <a:r>
              <a:rPr lang="en-ID" sz="1800" dirty="0"/>
              <a:t>, </a:t>
            </a:r>
            <a:r>
              <a:rPr lang="en-ID" sz="1800" dirty="0" err="1"/>
              <a:t>serta</a:t>
            </a:r>
            <a:r>
              <a:rPr lang="en-ID" sz="1800" dirty="0"/>
              <a:t> </a:t>
            </a:r>
            <a:r>
              <a:rPr lang="en-ID" sz="1800" dirty="0" err="1"/>
              <a:t>pengalaman</a:t>
            </a:r>
            <a:r>
              <a:rPr lang="en-ID" sz="1800" dirty="0"/>
              <a:t> </a:t>
            </a:r>
            <a:r>
              <a:rPr lang="en-ID" sz="1800" dirty="0" err="1"/>
              <a:t>traumatis</a:t>
            </a:r>
            <a:r>
              <a:rPr lang="en-ID" sz="1800" dirty="0"/>
              <a:t> </a:t>
            </a:r>
            <a:r>
              <a:rPr lang="en-ID" sz="1800" dirty="0" err="1"/>
              <a:t>seperti</a:t>
            </a:r>
            <a:r>
              <a:rPr lang="en-ID" sz="1800" dirty="0"/>
              <a:t> </a:t>
            </a:r>
            <a:r>
              <a:rPr lang="en-ID" sz="1800" dirty="0" err="1"/>
              <a:t>kekerasan</a:t>
            </a:r>
            <a:r>
              <a:rPr lang="en-ID" sz="1800" dirty="0"/>
              <a:t> </a:t>
            </a:r>
            <a:r>
              <a:rPr lang="en-ID" sz="1800" dirty="0" err="1"/>
              <a:t>seksual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meningkatkan</a:t>
            </a:r>
            <a:r>
              <a:rPr lang="en-ID" sz="1800" dirty="0"/>
              <a:t> </a:t>
            </a:r>
            <a:r>
              <a:rPr lang="en-ID" sz="1800" dirty="0" err="1"/>
              <a:t>risiko</a:t>
            </a:r>
            <a:r>
              <a:rPr lang="en-ID" sz="1800" dirty="0"/>
              <a:t> </a:t>
            </a:r>
            <a:r>
              <a:rPr lang="en-ID" sz="1800" dirty="0" err="1"/>
              <a:t>terjadinya</a:t>
            </a:r>
            <a:r>
              <a:rPr lang="en-ID" sz="1800" dirty="0"/>
              <a:t> </a:t>
            </a:r>
            <a:r>
              <a:rPr lang="en-ID" sz="1800" dirty="0" err="1"/>
              <a:t>penyimpangan</a:t>
            </a:r>
            <a:r>
              <a:rPr lang="en-ID" sz="1800" dirty="0"/>
              <a:t> </a:t>
            </a:r>
            <a:r>
              <a:rPr lang="en-ID" sz="1800" dirty="0" err="1"/>
              <a:t>perilaku</a:t>
            </a:r>
            <a:r>
              <a:rPr lang="en-ID" sz="1800" dirty="0"/>
              <a:t>. </a:t>
            </a:r>
            <a:r>
              <a:rPr lang="en-ID" sz="1800" dirty="0" err="1"/>
              <a:t>Berdasarkan</a:t>
            </a:r>
            <a:r>
              <a:rPr lang="en-ID" sz="1800" dirty="0"/>
              <a:t> </a:t>
            </a:r>
            <a:r>
              <a:rPr lang="en-ID" sz="1800" dirty="0" err="1"/>
              <a:t>uraian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r>
              <a:rPr lang="en-ID" sz="1800" dirty="0"/>
              <a:t>, </a:t>
            </a:r>
            <a:r>
              <a:rPr lang="en-ID" sz="1800" dirty="0" err="1"/>
              <a:t>penyimpangan</a:t>
            </a:r>
            <a:r>
              <a:rPr lang="en-ID" sz="1800" dirty="0"/>
              <a:t> </a:t>
            </a:r>
            <a:r>
              <a:rPr lang="en-ID" sz="1800" dirty="0" err="1"/>
              <a:t>perilaku</a:t>
            </a:r>
            <a:r>
              <a:rPr lang="en-ID" sz="1800" dirty="0"/>
              <a:t> </a:t>
            </a:r>
            <a:r>
              <a:rPr lang="en-ID" sz="1800" dirty="0" err="1"/>
              <a:t>seksual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dijelaskan</a:t>
            </a:r>
            <a:r>
              <a:rPr lang="en-ID" sz="1800" dirty="0"/>
              <a:t> </a:t>
            </a:r>
            <a:r>
              <a:rPr lang="en-ID" sz="1800" dirty="0" err="1"/>
              <a:t>melalui</a:t>
            </a:r>
            <a:r>
              <a:rPr lang="en-ID" sz="1800" dirty="0"/>
              <a:t> </a:t>
            </a:r>
            <a:r>
              <a:rPr lang="en-ID" sz="1800" dirty="0" err="1"/>
              <a:t>poin</a:t>
            </a:r>
            <a:r>
              <a:rPr lang="en-ID" sz="1800" dirty="0"/>
              <a:t> </a:t>
            </a:r>
            <a:r>
              <a:rPr lang="en-ID" sz="1800" dirty="0" err="1"/>
              <a:t>berikut</a:t>
            </a:r>
            <a:r>
              <a:rPr lang="en-ID" sz="1800" dirty="0"/>
              <a:t>:</a:t>
            </a:r>
          </a:p>
          <a:p>
            <a:r>
              <a:rPr lang="en-ID" sz="1800" b="1" dirty="0" err="1"/>
              <a:t>Pengaruh</a:t>
            </a:r>
            <a:r>
              <a:rPr lang="en-ID" sz="1800" b="1" dirty="0"/>
              <a:t> </a:t>
            </a:r>
            <a:r>
              <a:rPr lang="en-ID" sz="1800" b="1" dirty="0" err="1"/>
              <a:t>lingkungan</a:t>
            </a:r>
            <a:r>
              <a:rPr lang="en-ID" sz="1800" b="1" dirty="0"/>
              <a:t> dan media digital</a:t>
            </a:r>
            <a:br>
              <a:rPr lang="en-ID" sz="1800" dirty="0"/>
            </a:br>
            <a:r>
              <a:rPr lang="en-ID" sz="1800" dirty="0"/>
              <a:t>→ </a:t>
            </a:r>
            <a:r>
              <a:rPr lang="en-ID" sz="1800" dirty="0" err="1"/>
              <a:t>Paparan</a:t>
            </a:r>
            <a:r>
              <a:rPr lang="en-ID" sz="1800" dirty="0"/>
              <a:t> </a:t>
            </a:r>
            <a:r>
              <a:rPr lang="en-ID" sz="1800" dirty="0" err="1"/>
              <a:t>konten</a:t>
            </a:r>
            <a:r>
              <a:rPr lang="en-ID" sz="1800" dirty="0"/>
              <a:t> </a:t>
            </a:r>
            <a:r>
              <a:rPr lang="en-ID" sz="1800" dirty="0" err="1"/>
              <a:t>seksual</a:t>
            </a:r>
            <a:r>
              <a:rPr lang="en-ID" sz="1800" dirty="0"/>
              <a:t> yang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sesuai</a:t>
            </a:r>
            <a:r>
              <a:rPr lang="en-ID" sz="1800" dirty="0"/>
              <a:t> </a:t>
            </a:r>
            <a:r>
              <a:rPr lang="en-ID" sz="1800" dirty="0" err="1"/>
              <a:t>usia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membentuk</a:t>
            </a:r>
            <a:r>
              <a:rPr lang="en-ID" sz="1800" dirty="0"/>
              <a:t> </a:t>
            </a:r>
            <a:r>
              <a:rPr lang="en-ID" sz="1800" dirty="0" err="1"/>
              <a:t>persepsi</a:t>
            </a:r>
            <a:r>
              <a:rPr lang="en-ID" sz="1800" dirty="0"/>
              <a:t> dan </a:t>
            </a:r>
            <a:r>
              <a:rPr lang="en-ID" sz="1800" dirty="0" err="1"/>
              <a:t>perilaku</a:t>
            </a:r>
            <a:r>
              <a:rPr lang="en-ID" sz="1800" dirty="0"/>
              <a:t> yang </a:t>
            </a:r>
            <a:r>
              <a:rPr lang="en-ID" sz="1800" dirty="0" err="1"/>
              <a:t>menyimpang</a:t>
            </a:r>
            <a:r>
              <a:rPr lang="en-ID" sz="1800" dirty="0"/>
              <a:t>. </a:t>
            </a:r>
          </a:p>
          <a:p>
            <a:r>
              <a:rPr lang="en-ID" sz="1800" b="1" dirty="0" err="1"/>
              <a:t>Pengalaman</a:t>
            </a:r>
            <a:r>
              <a:rPr lang="en-ID" sz="1800" b="1" dirty="0"/>
              <a:t> </a:t>
            </a:r>
            <a:r>
              <a:rPr lang="en-ID" sz="1800" b="1" dirty="0" err="1"/>
              <a:t>traumatis</a:t>
            </a:r>
            <a:r>
              <a:rPr lang="en-ID" sz="1800" b="1" dirty="0"/>
              <a:t> </a:t>
            </a:r>
            <a:r>
              <a:rPr lang="en-ID" sz="1800" b="1" dirty="0" err="1"/>
              <a:t>atau</a:t>
            </a:r>
            <a:r>
              <a:rPr lang="en-ID" sz="1800" b="1" dirty="0"/>
              <a:t> </a:t>
            </a:r>
            <a:r>
              <a:rPr lang="en-ID" sz="1800" b="1" dirty="0" err="1"/>
              <a:t>kekerasan</a:t>
            </a:r>
            <a:br>
              <a:rPr lang="en-ID" sz="1800" dirty="0"/>
            </a:br>
            <a:r>
              <a:rPr lang="en-ID" sz="1800" dirty="0"/>
              <a:t>→ Trauma masa </a:t>
            </a:r>
            <a:r>
              <a:rPr lang="en-ID" sz="1800" dirty="0" err="1"/>
              <a:t>lalu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mempengaruhi</a:t>
            </a:r>
            <a:r>
              <a:rPr lang="en-ID" sz="1800" dirty="0"/>
              <a:t> </a:t>
            </a:r>
            <a:r>
              <a:rPr lang="en-ID" sz="1800" dirty="0" err="1"/>
              <a:t>pola</a:t>
            </a:r>
            <a:r>
              <a:rPr lang="en-ID" sz="1800" dirty="0"/>
              <a:t> </a:t>
            </a:r>
            <a:r>
              <a:rPr lang="en-ID" sz="1800" dirty="0" err="1"/>
              <a:t>perilaku</a:t>
            </a:r>
            <a:r>
              <a:rPr lang="en-ID" sz="1800" dirty="0"/>
              <a:t> </a:t>
            </a:r>
            <a:r>
              <a:rPr lang="en-ID" sz="1800" dirty="0" err="1"/>
              <a:t>seksual</a:t>
            </a:r>
            <a:r>
              <a:rPr lang="en-ID" sz="1800" dirty="0"/>
              <a:t> di masa </a:t>
            </a:r>
            <a:r>
              <a:rPr lang="en-ID" sz="1800" dirty="0" err="1"/>
              <a:t>remaja</a:t>
            </a:r>
            <a:r>
              <a:rPr lang="en-ID" sz="1800" dirty="0"/>
              <a:t>. </a:t>
            </a:r>
          </a:p>
          <a:p>
            <a:r>
              <a:rPr lang="en-ID" sz="1800" b="1" dirty="0" err="1"/>
              <a:t>Kurangnya</a:t>
            </a:r>
            <a:r>
              <a:rPr lang="en-ID" sz="1800" b="1" dirty="0"/>
              <a:t> </a:t>
            </a:r>
            <a:r>
              <a:rPr lang="en-ID" sz="1800" b="1" dirty="0" err="1"/>
              <a:t>edukasi</a:t>
            </a:r>
            <a:r>
              <a:rPr lang="en-ID" sz="1800" b="1" dirty="0"/>
              <a:t> </a:t>
            </a:r>
            <a:r>
              <a:rPr lang="en-ID" sz="1800" b="1" dirty="0" err="1"/>
              <a:t>kesehatan</a:t>
            </a:r>
            <a:r>
              <a:rPr lang="en-ID" sz="1800" b="1" dirty="0"/>
              <a:t> </a:t>
            </a:r>
            <a:r>
              <a:rPr lang="en-ID" sz="1800" b="1" dirty="0" err="1"/>
              <a:t>reproduksi</a:t>
            </a:r>
            <a:br>
              <a:rPr lang="en-ID" sz="1800" dirty="0"/>
            </a:br>
            <a:r>
              <a:rPr lang="en-ID" sz="1800" dirty="0"/>
              <a:t>→ </a:t>
            </a:r>
            <a:r>
              <a:rPr lang="en-ID" sz="1800" dirty="0" err="1"/>
              <a:t>Ketidaktahuan</a:t>
            </a:r>
            <a:r>
              <a:rPr lang="en-ID" sz="1800" dirty="0"/>
              <a:t> </a:t>
            </a:r>
            <a:r>
              <a:rPr lang="en-ID" sz="1800" dirty="0" err="1"/>
              <a:t>mengenai</a:t>
            </a:r>
            <a:r>
              <a:rPr lang="en-ID" sz="1800" dirty="0"/>
              <a:t> norma dan </a:t>
            </a:r>
            <a:r>
              <a:rPr lang="en-ID" sz="1800" dirty="0" err="1"/>
              <a:t>risiko</a:t>
            </a:r>
            <a:r>
              <a:rPr lang="en-ID" sz="1800" dirty="0"/>
              <a:t> </a:t>
            </a:r>
            <a:r>
              <a:rPr lang="en-ID" sz="1800" dirty="0" err="1"/>
              <a:t>kesehatan</a:t>
            </a:r>
            <a:r>
              <a:rPr lang="en-ID" sz="1800" dirty="0"/>
              <a:t> </a:t>
            </a:r>
            <a:r>
              <a:rPr lang="en-ID" sz="1800" dirty="0" err="1"/>
              <a:t>meningkatkan</a:t>
            </a:r>
            <a:r>
              <a:rPr lang="en-ID" sz="1800" dirty="0"/>
              <a:t> </a:t>
            </a:r>
            <a:r>
              <a:rPr lang="en-ID" sz="1800" dirty="0" err="1"/>
              <a:t>kemungkinan</a:t>
            </a:r>
            <a:r>
              <a:rPr lang="en-ID" sz="1800" dirty="0"/>
              <a:t> </a:t>
            </a:r>
            <a:r>
              <a:rPr lang="en-ID" sz="1800" dirty="0" err="1"/>
              <a:t>perilaku</a:t>
            </a:r>
            <a:r>
              <a:rPr lang="en-ID" sz="1800" dirty="0"/>
              <a:t> </a:t>
            </a:r>
            <a:r>
              <a:rPr lang="en-ID" sz="1800" dirty="0" err="1"/>
              <a:t>menyimpang</a:t>
            </a:r>
            <a:r>
              <a:rPr lang="en-ID" sz="1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78254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5615C-BE2D-598C-FF86-F3903BE1A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F784-9134-020C-02DB-0743857E3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Dampak</a:t>
            </a:r>
            <a:r>
              <a:rPr lang="en-ID" b="1" dirty="0"/>
              <a:t> Kesehatan dan Sosial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8D9F2-594F-421A-F329-C86C3CDB0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90" y="1720548"/>
            <a:ext cx="8229600" cy="4896463"/>
          </a:xfrm>
        </p:spPr>
        <p:txBody>
          <a:bodyPr>
            <a:noAutofit/>
          </a:bodyPr>
          <a:lstStyle/>
          <a:p>
            <a:pPr algn="just"/>
            <a:r>
              <a:rPr lang="en-ID" sz="1800" dirty="0" err="1"/>
              <a:t>Permasalahan</a:t>
            </a:r>
            <a:r>
              <a:rPr lang="en-ID" sz="1800" dirty="0"/>
              <a:t> </a:t>
            </a:r>
            <a:r>
              <a:rPr lang="en-ID" sz="1800" dirty="0" err="1"/>
              <a:t>seksualitas</a:t>
            </a:r>
            <a:r>
              <a:rPr lang="en-ID" sz="1800" dirty="0"/>
              <a:t> pada </a:t>
            </a:r>
            <a:r>
              <a:rPr lang="en-ID" sz="1800" dirty="0" err="1"/>
              <a:t>remaja</a:t>
            </a:r>
            <a:r>
              <a:rPr lang="en-ID" sz="1800" dirty="0"/>
              <a:t> </a:t>
            </a:r>
            <a:r>
              <a:rPr lang="en-ID" sz="1800" dirty="0" err="1"/>
              <a:t>memberikan</a:t>
            </a:r>
            <a:r>
              <a:rPr lang="en-ID" sz="1800" dirty="0"/>
              <a:t> </a:t>
            </a:r>
            <a:r>
              <a:rPr lang="en-ID" sz="1800" dirty="0" err="1"/>
              <a:t>dampak</a:t>
            </a:r>
            <a:r>
              <a:rPr lang="en-ID" sz="1800" dirty="0"/>
              <a:t> yang </a:t>
            </a:r>
            <a:r>
              <a:rPr lang="en-ID" sz="1800" dirty="0" err="1"/>
              <a:t>luas</a:t>
            </a:r>
            <a:r>
              <a:rPr lang="en-ID" sz="1800" dirty="0"/>
              <a:t> dan </a:t>
            </a:r>
            <a:r>
              <a:rPr lang="en-ID" sz="1800" dirty="0" err="1"/>
              <a:t>bersifat</a:t>
            </a:r>
            <a:r>
              <a:rPr lang="en-ID" sz="1800" dirty="0"/>
              <a:t> multidimensional, </a:t>
            </a:r>
            <a:r>
              <a:rPr lang="en-ID" sz="1800" dirty="0" err="1"/>
              <a:t>mencakup</a:t>
            </a:r>
            <a:r>
              <a:rPr lang="en-ID" sz="1800" dirty="0"/>
              <a:t> </a:t>
            </a:r>
            <a:r>
              <a:rPr lang="en-ID" sz="1800" dirty="0" err="1"/>
              <a:t>aspek</a:t>
            </a:r>
            <a:r>
              <a:rPr lang="en-ID" sz="1800" dirty="0"/>
              <a:t> </a:t>
            </a:r>
            <a:r>
              <a:rPr lang="en-ID" sz="1800" dirty="0" err="1"/>
              <a:t>fisik</a:t>
            </a:r>
            <a:r>
              <a:rPr lang="en-ID" sz="1800" dirty="0"/>
              <a:t>, </a:t>
            </a:r>
            <a:r>
              <a:rPr lang="en-ID" sz="1800" dirty="0" err="1"/>
              <a:t>psikologis</a:t>
            </a:r>
            <a:r>
              <a:rPr lang="en-ID" sz="1800" dirty="0"/>
              <a:t>, dan </a:t>
            </a:r>
            <a:r>
              <a:rPr lang="en-ID" sz="1800" dirty="0" err="1"/>
              <a:t>sosial</a:t>
            </a:r>
            <a:r>
              <a:rPr lang="en-ID" sz="1800" dirty="0"/>
              <a:t>. Dari </a:t>
            </a:r>
            <a:r>
              <a:rPr lang="en-ID" sz="1800" dirty="0" err="1"/>
              <a:t>sisi</a:t>
            </a:r>
            <a:r>
              <a:rPr lang="en-ID" sz="1800" dirty="0"/>
              <a:t> </a:t>
            </a:r>
            <a:r>
              <a:rPr lang="en-ID" sz="1800" dirty="0" err="1"/>
              <a:t>kesehatan</a:t>
            </a:r>
            <a:r>
              <a:rPr lang="en-ID" sz="1800" dirty="0"/>
              <a:t> </a:t>
            </a:r>
            <a:r>
              <a:rPr lang="en-ID" sz="1800" dirty="0" err="1"/>
              <a:t>fisik</a:t>
            </a:r>
            <a:r>
              <a:rPr lang="en-ID" sz="1800" dirty="0"/>
              <a:t>, </a:t>
            </a:r>
            <a:r>
              <a:rPr lang="en-ID" sz="1800" dirty="0" err="1"/>
              <a:t>remaja</a:t>
            </a:r>
            <a:r>
              <a:rPr lang="en-ID" sz="1800" dirty="0"/>
              <a:t> </a:t>
            </a:r>
            <a:r>
              <a:rPr lang="en-ID" sz="1800" dirty="0" err="1"/>
              <a:t>berisiko</a:t>
            </a:r>
            <a:r>
              <a:rPr lang="en-ID" sz="1800" dirty="0"/>
              <a:t> </a:t>
            </a:r>
            <a:r>
              <a:rPr lang="en-ID" sz="1800" dirty="0" err="1"/>
              <a:t>mengalami</a:t>
            </a:r>
            <a:r>
              <a:rPr lang="en-ID" sz="1800" dirty="0"/>
              <a:t> </a:t>
            </a:r>
            <a:r>
              <a:rPr lang="en-ID" sz="1800" dirty="0" err="1"/>
              <a:t>infeksi</a:t>
            </a:r>
            <a:r>
              <a:rPr lang="en-ID" sz="1800" dirty="0"/>
              <a:t> </a:t>
            </a:r>
            <a:r>
              <a:rPr lang="en-ID" sz="1800" dirty="0" err="1"/>
              <a:t>menular</a:t>
            </a:r>
            <a:r>
              <a:rPr lang="en-ID" sz="1800" dirty="0"/>
              <a:t> </a:t>
            </a:r>
            <a:r>
              <a:rPr lang="en-ID" sz="1800" dirty="0" err="1"/>
              <a:t>seksual</a:t>
            </a:r>
            <a:r>
              <a:rPr lang="en-ID" sz="1800" dirty="0"/>
              <a:t> (IMS), </a:t>
            </a:r>
            <a:r>
              <a:rPr lang="en-ID" sz="1800" dirty="0" err="1"/>
              <a:t>kehamilan</a:t>
            </a:r>
            <a:r>
              <a:rPr lang="en-ID" sz="1800" dirty="0"/>
              <a:t>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diinginkan</a:t>
            </a:r>
            <a:r>
              <a:rPr lang="en-ID" sz="1800" dirty="0"/>
              <a:t>, </a:t>
            </a:r>
            <a:r>
              <a:rPr lang="en-ID" sz="1800" dirty="0" err="1"/>
              <a:t>serta</a:t>
            </a:r>
            <a:r>
              <a:rPr lang="en-ID" sz="1800" dirty="0"/>
              <a:t> </a:t>
            </a:r>
            <a:r>
              <a:rPr lang="en-ID" sz="1800" dirty="0" err="1"/>
              <a:t>komplikasi</a:t>
            </a:r>
            <a:r>
              <a:rPr lang="en-ID" sz="1800" dirty="0"/>
              <a:t> </a:t>
            </a:r>
            <a:r>
              <a:rPr lang="en-ID" sz="1800" dirty="0" err="1"/>
              <a:t>kesehatan</a:t>
            </a:r>
            <a:r>
              <a:rPr lang="en-ID" sz="1800" dirty="0"/>
              <a:t> </a:t>
            </a:r>
            <a:r>
              <a:rPr lang="en-ID" sz="1800" dirty="0" err="1"/>
              <a:t>lainnya</a:t>
            </a:r>
            <a:r>
              <a:rPr lang="en-ID" sz="1800" dirty="0"/>
              <a:t>. Dari </a:t>
            </a:r>
            <a:r>
              <a:rPr lang="en-ID" sz="1800" dirty="0" err="1"/>
              <a:t>sisi</a:t>
            </a:r>
            <a:r>
              <a:rPr lang="en-ID" sz="1800" dirty="0"/>
              <a:t> </a:t>
            </a:r>
            <a:r>
              <a:rPr lang="en-ID" sz="1800" dirty="0" err="1"/>
              <a:t>psikologis</a:t>
            </a:r>
            <a:r>
              <a:rPr lang="en-ID" sz="1800" dirty="0"/>
              <a:t>, </a:t>
            </a:r>
            <a:r>
              <a:rPr lang="en-ID" sz="1800" dirty="0" err="1"/>
              <a:t>remaja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mengalami</a:t>
            </a:r>
            <a:r>
              <a:rPr lang="en-ID" sz="1800" dirty="0"/>
              <a:t> </a:t>
            </a:r>
            <a:r>
              <a:rPr lang="en-ID" sz="1800" dirty="0" err="1"/>
              <a:t>kecemasan</a:t>
            </a:r>
            <a:r>
              <a:rPr lang="en-ID" sz="1800" dirty="0"/>
              <a:t>, </a:t>
            </a:r>
            <a:r>
              <a:rPr lang="en-ID" sz="1800" dirty="0" err="1"/>
              <a:t>depresi</a:t>
            </a:r>
            <a:r>
              <a:rPr lang="en-ID" sz="1800" dirty="0"/>
              <a:t>, </a:t>
            </a:r>
            <a:r>
              <a:rPr lang="en-ID" sz="1800" dirty="0" err="1"/>
              <a:t>bahkan</a:t>
            </a:r>
            <a:r>
              <a:rPr lang="en-ID" sz="1800" dirty="0"/>
              <a:t> </a:t>
            </a:r>
            <a:r>
              <a:rPr lang="en-ID" sz="1800" dirty="0" err="1"/>
              <a:t>gangguan</a:t>
            </a:r>
            <a:r>
              <a:rPr lang="en-ID" sz="1800" dirty="0"/>
              <a:t> </a:t>
            </a:r>
            <a:r>
              <a:rPr lang="en-ID" sz="1800" dirty="0" err="1"/>
              <a:t>kepercayaan</a:t>
            </a:r>
            <a:r>
              <a:rPr lang="en-ID" sz="1800" dirty="0"/>
              <a:t> </a:t>
            </a:r>
            <a:r>
              <a:rPr lang="en-ID" sz="1800" dirty="0" err="1"/>
              <a:t>diri</a:t>
            </a:r>
            <a:r>
              <a:rPr lang="en-ID" sz="1800" dirty="0"/>
              <a:t> </a:t>
            </a:r>
            <a:r>
              <a:rPr lang="en-ID" sz="1800" dirty="0" err="1"/>
              <a:t>akibat</a:t>
            </a:r>
            <a:r>
              <a:rPr lang="en-ID" sz="1800" dirty="0"/>
              <a:t> stigma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pengalaman</a:t>
            </a:r>
            <a:r>
              <a:rPr lang="en-ID" sz="1800" dirty="0"/>
              <a:t> </a:t>
            </a:r>
            <a:r>
              <a:rPr lang="en-ID" sz="1800" dirty="0" err="1"/>
              <a:t>negatif</a:t>
            </a:r>
            <a:r>
              <a:rPr lang="en-ID" sz="1800" dirty="0"/>
              <a:t>.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sosial</a:t>
            </a:r>
            <a:r>
              <a:rPr lang="en-ID" sz="1800" dirty="0"/>
              <a:t>, </a:t>
            </a:r>
            <a:r>
              <a:rPr lang="en-ID" sz="1800" dirty="0" err="1"/>
              <a:t>remaja</a:t>
            </a:r>
            <a:r>
              <a:rPr lang="en-ID" sz="1800" dirty="0"/>
              <a:t> yang </a:t>
            </a:r>
            <a:r>
              <a:rPr lang="en-ID" sz="1800" dirty="0" err="1"/>
              <a:t>terlibat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perilaku</a:t>
            </a:r>
            <a:r>
              <a:rPr lang="en-ID" sz="1800" dirty="0"/>
              <a:t> </a:t>
            </a:r>
            <a:r>
              <a:rPr lang="en-ID" sz="1800" dirty="0" err="1"/>
              <a:t>seksual</a:t>
            </a:r>
            <a:r>
              <a:rPr lang="en-ID" sz="1800" dirty="0"/>
              <a:t> </a:t>
            </a:r>
            <a:r>
              <a:rPr lang="en-ID" sz="1800" dirty="0" err="1"/>
              <a:t>berisiko</a:t>
            </a:r>
            <a:r>
              <a:rPr lang="en-ID" sz="1800" dirty="0"/>
              <a:t> </a:t>
            </a:r>
            <a:r>
              <a:rPr lang="en-ID" sz="1800" dirty="0" err="1"/>
              <a:t>sering</a:t>
            </a:r>
            <a:r>
              <a:rPr lang="en-ID" sz="1800" dirty="0"/>
              <a:t> </a:t>
            </a:r>
            <a:r>
              <a:rPr lang="en-ID" sz="1800" dirty="0" err="1"/>
              <a:t>menghadapi</a:t>
            </a:r>
            <a:r>
              <a:rPr lang="en-ID" sz="1800" dirty="0"/>
              <a:t> </a:t>
            </a:r>
            <a:r>
              <a:rPr lang="en-ID" sz="1800" dirty="0" err="1"/>
              <a:t>diskriminasi</a:t>
            </a:r>
            <a:r>
              <a:rPr lang="en-ID" sz="1800" dirty="0"/>
              <a:t>, </a:t>
            </a:r>
            <a:r>
              <a:rPr lang="en-ID" sz="1800" dirty="0" err="1"/>
              <a:t>pengucilan</a:t>
            </a:r>
            <a:r>
              <a:rPr lang="en-ID" sz="1800" dirty="0"/>
              <a:t>, dan </a:t>
            </a:r>
            <a:r>
              <a:rPr lang="en-ID" sz="1800" dirty="0" err="1"/>
              <a:t>hambatan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pendidikan</a:t>
            </a:r>
            <a:r>
              <a:rPr lang="en-ID" sz="1800" dirty="0"/>
              <a:t> </a:t>
            </a:r>
            <a:r>
              <a:rPr lang="en-ID" sz="1800" dirty="0" err="1"/>
              <a:t>serta</a:t>
            </a:r>
            <a:r>
              <a:rPr lang="en-ID" sz="1800" dirty="0"/>
              <a:t> </a:t>
            </a:r>
            <a:r>
              <a:rPr lang="en-ID" sz="1800" dirty="0" err="1"/>
              <a:t>kehidupan</a:t>
            </a:r>
            <a:r>
              <a:rPr lang="en-ID" sz="1800" dirty="0"/>
              <a:t> </a:t>
            </a:r>
            <a:r>
              <a:rPr lang="en-ID" sz="1800" dirty="0" err="1"/>
              <a:t>sosialnya</a:t>
            </a:r>
            <a:r>
              <a:rPr lang="en-ID" sz="1800" dirty="0"/>
              <a:t>. Oleh </a:t>
            </a:r>
            <a:r>
              <a:rPr lang="en-ID" sz="1800" dirty="0" err="1"/>
              <a:t>karena</a:t>
            </a:r>
            <a:r>
              <a:rPr lang="en-ID" sz="1800" dirty="0"/>
              <a:t> </a:t>
            </a:r>
            <a:r>
              <a:rPr lang="en-ID" sz="1800" dirty="0" err="1"/>
              <a:t>itu</a:t>
            </a:r>
            <a:r>
              <a:rPr lang="en-ID" sz="1800" dirty="0"/>
              <a:t>, </a:t>
            </a:r>
            <a:r>
              <a:rPr lang="en-ID" sz="1800" dirty="0" err="1"/>
              <a:t>dampak</a:t>
            </a:r>
            <a:r>
              <a:rPr lang="en-ID" sz="1800" dirty="0"/>
              <a:t> </a:t>
            </a:r>
            <a:r>
              <a:rPr lang="en-ID" sz="1800" dirty="0" err="1"/>
              <a:t>ini</a:t>
            </a:r>
            <a:r>
              <a:rPr lang="en-ID" sz="1800" dirty="0"/>
              <a:t>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hanya</a:t>
            </a:r>
            <a:r>
              <a:rPr lang="en-ID" sz="1800" dirty="0"/>
              <a:t> </a:t>
            </a:r>
            <a:r>
              <a:rPr lang="en-ID" sz="1800" dirty="0" err="1"/>
              <a:t>mempengaruhi</a:t>
            </a:r>
            <a:r>
              <a:rPr lang="en-ID" sz="1800" dirty="0"/>
              <a:t> </a:t>
            </a:r>
            <a:r>
              <a:rPr lang="en-ID" sz="1800" dirty="0" err="1"/>
              <a:t>individu</a:t>
            </a:r>
            <a:r>
              <a:rPr lang="en-ID" sz="1800" dirty="0"/>
              <a:t>, </a:t>
            </a:r>
            <a:r>
              <a:rPr lang="en-ID" sz="1800" dirty="0" err="1"/>
              <a:t>tetapi</a:t>
            </a:r>
            <a:r>
              <a:rPr lang="en-ID" sz="1800" dirty="0"/>
              <a:t> juga </a:t>
            </a:r>
            <a:r>
              <a:rPr lang="en-ID" sz="1800" dirty="0" err="1"/>
              <a:t>keluarga</a:t>
            </a:r>
            <a:r>
              <a:rPr lang="en-ID" sz="1800" dirty="0"/>
              <a:t> dan </a:t>
            </a:r>
            <a:r>
              <a:rPr lang="en-ID" sz="1800" dirty="0" err="1"/>
              <a:t>masyarakat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luas</a:t>
            </a:r>
            <a:r>
              <a:rPr lang="en-ID" sz="1800" dirty="0"/>
              <a:t>. </a:t>
            </a:r>
            <a:r>
              <a:rPr lang="en-ID" sz="1800" dirty="0" err="1"/>
              <a:t>Dampak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dijelaskan</a:t>
            </a:r>
            <a:r>
              <a:rPr lang="en-ID" sz="1800" dirty="0"/>
              <a:t> </a:t>
            </a:r>
            <a:r>
              <a:rPr lang="en-ID" sz="1800" dirty="0" err="1"/>
              <a:t>melalui</a:t>
            </a:r>
            <a:r>
              <a:rPr lang="en-ID" sz="1800" dirty="0"/>
              <a:t> </a:t>
            </a:r>
            <a:r>
              <a:rPr lang="en-ID" sz="1800" dirty="0" err="1"/>
              <a:t>poin</a:t>
            </a:r>
            <a:r>
              <a:rPr lang="en-ID" sz="1800" dirty="0"/>
              <a:t> </a:t>
            </a:r>
            <a:r>
              <a:rPr lang="en-ID" sz="1800" dirty="0" err="1"/>
              <a:t>berikut</a:t>
            </a:r>
            <a:r>
              <a:rPr lang="en-ID" sz="1800" dirty="0"/>
              <a:t>:</a:t>
            </a:r>
          </a:p>
          <a:p>
            <a:r>
              <a:rPr lang="en-ID" sz="1800" b="1" dirty="0" err="1"/>
              <a:t>Dampak</a:t>
            </a:r>
            <a:r>
              <a:rPr lang="en-ID" sz="1800" b="1" dirty="0"/>
              <a:t> </a:t>
            </a:r>
            <a:r>
              <a:rPr lang="en-ID" sz="1800" b="1" dirty="0" err="1"/>
              <a:t>fisik</a:t>
            </a:r>
            <a:br>
              <a:rPr lang="en-ID" sz="1800" dirty="0"/>
            </a:br>
            <a:r>
              <a:rPr lang="en-ID" sz="1800" dirty="0"/>
              <a:t>→ Risiko IMS, </a:t>
            </a:r>
            <a:r>
              <a:rPr lang="en-ID" sz="1800" dirty="0" err="1"/>
              <a:t>kehamilan</a:t>
            </a:r>
            <a:r>
              <a:rPr lang="en-ID" sz="1800" dirty="0"/>
              <a:t> </a:t>
            </a:r>
            <a:r>
              <a:rPr lang="en-ID" sz="1800" dirty="0" err="1"/>
              <a:t>remaja</a:t>
            </a:r>
            <a:r>
              <a:rPr lang="en-ID" sz="1800" dirty="0"/>
              <a:t>, dan </a:t>
            </a:r>
            <a:r>
              <a:rPr lang="en-ID" sz="1800" dirty="0" err="1"/>
              <a:t>gangguan</a:t>
            </a:r>
            <a:r>
              <a:rPr lang="en-ID" sz="1800" dirty="0"/>
              <a:t> </a:t>
            </a:r>
            <a:r>
              <a:rPr lang="en-ID" sz="1800" dirty="0" err="1"/>
              <a:t>kesehatan</a:t>
            </a:r>
            <a:r>
              <a:rPr lang="en-ID" sz="1800" dirty="0"/>
              <a:t> </a:t>
            </a:r>
            <a:r>
              <a:rPr lang="en-ID" sz="1800" dirty="0" err="1"/>
              <a:t>reproduksi</a:t>
            </a:r>
            <a:r>
              <a:rPr lang="en-ID" sz="1800" dirty="0"/>
              <a:t> </a:t>
            </a:r>
            <a:r>
              <a:rPr lang="en-ID" sz="1800" dirty="0" err="1"/>
              <a:t>meningkat</a:t>
            </a:r>
            <a:r>
              <a:rPr lang="en-ID" sz="1800" dirty="0"/>
              <a:t>. </a:t>
            </a:r>
          </a:p>
          <a:p>
            <a:r>
              <a:rPr lang="en-ID" sz="1800" b="1" dirty="0" err="1"/>
              <a:t>Dampak</a:t>
            </a:r>
            <a:r>
              <a:rPr lang="en-ID" sz="1800" b="1" dirty="0"/>
              <a:t> </a:t>
            </a:r>
            <a:r>
              <a:rPr lang="en-ID" sz="1800" b="1" dirty="0" err="1"/>
              <a:t>psikologis</a:t>
            </a:r>
            <a:br>
              <a:rPr lang="en-ID" sz="1800" dirty="0"/>
            </a:br>
            <a:r>
              <a:rPr lang="en-ID" sz="1800" dirty="0"/>
              <a:t>→ </a:t>
            </a:r>
            <a:r>
              <a:rPr lang="en-ID" sz="1800" dirty="0" err="1"/>
              <a:t>Remaja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mengalami</a:t>
            </a:r>
            <a:r>
              <a:rPr lang="en-ID" sz="1800" dirty="0"/>
              <a:t> </a:t>
            </a:r>
            <a:r>
              <a:rPr lang="en-ID" sz="1800" dirty="0" err="1"/>
              <a:t>stres</a:t>
            </a:r>
            <a:r>
              <a:rPr lang="en-ID" sz="1800" dirty="0"/>
              <a:t>, </a:t>
            </a:r>
            <a:r>
              <a:rPr lang="en-ID" sz="1800" dirty="0" err="1"/>
              <a:t>kecemasan</a:t>
            </a:r>
            <a:r>
              <a:rPr lang="en-ID" sz="1800" dirty="0"/>
              <a:t>, dan </a:t>
            </a:r>
            <a:r>
              <a:rPr lang="en-ID" sz="1800" dirty="0" err="1"/>
              <a:t>depresi</a:t>
            </a:r>
            <a:r>
              <a:rPr lang="en-ID" sz="1800" dirty="0"/>
              <a:t>. </a:t>
            </a:r>
          </a:p>
          <a:p>
            <a:r>
              <a:rPr lang="en-ID" sz="1800" b="1" dirty="0" err="1"/>
              <a:t>Dampak</a:t>
            </a:r>
            <a:r>
              <a:rPr lang="en-ID" sz="1800" b="1" dirty="0"/>
              <a:t> </a:t>
            </a:r>
            <a:r>
              <a:rPr lang="en-ID" sz="1800" b="1" dirty="0" err="1"/>
              <a:t>sosial</a:t>
            </a:r>
            <a:br>
              <a:rPr lang="en-ID" sz="1800" dirty="0"/>
            </a:br>
            <a:r>
              <a:rPr lang="en-ID" sz="1800" dirty="0"/>
              <a:t>→ Stigma, </a:t>
            </a:r>
            <a:r>
              <a:rPr lang="en-ID" sz="1800" dirty="0" err="1"/>
              <a:t>diskriminasi</a:t>
            </a:r>
            <a:r>
              <a:rPr lang="en-ID" sz="1800" dirty="0"/>
              <a:t>, dan </a:t>
            </a:r>
            <a:r>
              <a:rPr lang="en-ID" sz="1800" dirty="0" err="1"/>
              <a:t>gangguan</a:t>
            </a:r>
            <a:r>
              <a:rPr lang="en-ID" sz="1800" dirty="0"/>
              <a:t> </a:t>
            </a:r>
            <a:r>
              <a:rPr lang="en-ID" sz="1800" dirty="0" err="1"/>
              <a:t>hubungan</a:t>
            </a:r>
            <a:r>
              <a:rPr lang="en-ID" sz="1800" dirty="0"/>
              <a:t> </a:t>
            </a:r>
            <a:r>
              <a:rPr lang="en-ID" sz="1800" dirty="0" err="1"/>
              <a:t>sosial</a:t>
            </a:r>
            <a:r>
              <a:rPr lang="en-ID" sz="1800" dirty="0"/>
              <a:t> </a:t>
            </a:r>
            <a:r>
              <a:rPr lang="en-ID" sz="1800" dirty="0" err="1"/>
              <a:t>sering</a:t>
            </a:r>
            <a:r>
              <a:rPr lang="en-ID" sz="1800" dirty="0"/>
              <a:t> </a:t>
            </a:r>
            <a:r>
              <a:rPr lang="en-ID" sz="1800" dirty="0" err="1"/>
              <a:t>terjadi</a:t>
            </a:r>
            <a:r>
              <a:rPr lang="en-ID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8574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F8D1A-CCB7-BB90-10FE-B8F10D9AB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569D3-1C1C-259F-92EA-10029266A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Upaya </a:t>
            </a:r>
            <a:r>
              <a:rPr lang="en-ID" b="1" dirty="0" err="1"/>
              <a:t>Promotif</a:t>
            </a:r>
            <a:r>
              <a:rPr lang="en-ID" b="1" dirty="0"/>
              <a:t> dan </a:t>
            </a:r>
            <a:r>
              <a:rPr lang="en-ID" b="1" dirty="0" err="1"/>
              <a:t>Preventif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CEB3C-168E-95E4-3BE7-8AD956A5B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619" y="1755966"/>
            <a:ext cx="8342671" cy="4838137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ID" sz="2000" dirty="0"/>
              <a:t>Upaya </a:t>
            </a:r>
            <a:r>
              <a:rPr lang="en-ID" sz="2000" dirty="0" err="1"/>
              <a:t>promotif</a:t>
            </a:r>
            <a:r>
              <a:rPr lang="en-ID" sz="2000" dirty="0"/>
              <a:t> dan </a:t>
            </a:r>
            <a:r>
              <a:rPr lang="en-ID" sz="2000" dirty="0" err="1"/>
              <a:t>preventif</a:t>
            </a:r>
            <a:r>
              <a:rPr lang="en-ID" sz="2000" dirty="0"/>
              <a:t> </a:t>
            </a:r>
            <a:r>
              <a:rPr lang="en-ID" sz="2000" dirty="0" err="1"/>
              <a:t>merupakan</a:t>
            </a:r>
            <a:r>
              <a:rPr lang="en-ID" sz="2000" dirty="0"/>
              <a:t> strategi </a:t>
            </a:r>
            <a:r>
              <a:rPr lang="en-ID" sz="2000" dirty="0" err="1"/>
              <a:t>utama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menjaga</a:t>
            </a:r>
            <a:r>
              <a:rPr lang="en-ID" sz="2000" dirty="0"/>
              <a:t> </a:t>
            </a:r>
            <a:r>
              <a:rPr lang="en-ID" sz="2000" dirty="0" err="1"/>
              <a:t>kesehatan</a:t>
            </a:r>
            <a:r>
              <a:rPr lang="en-ID" sz="2000" dirty="0"/>
              <a:t> </a:t>
            </a:r>
            <a:r>
              <a:rPr lang="en-ID" sz="2000" dirty="0" err="1"/>
              <a:t>reproduksi</a:t>
            </a:r>
            <a:r>
              <a:rPr lang="en-ID" sz="2000" dirty="0"/>
              <a:t> </a:t>
            </a:r>
            <a:r>
              <a:rPr lang="en-ID" sz="2000" dirty="0" err="1"/>
              <a:t>remaja</a:t>
            </a:r>
            <a:r>
              <a:rPr lang="en-ID" sz="2000" dirty="0"/>
              <a:t> dan </a:t>
            </a:r>
            <a:r>
              <a:rPr lang="en-ID" sz="2000" dirty="0" err="1"/>
              <a:t>mencegah</a:t>
            </a:r>
            <a:r>
              <a:rPr lang="en-ID" sz="2000" dirty="0"/>
              <a:t> </a:t>
            </a:r>
            <a:r>
              <a:rPr lang="en-ID" sz="2000" dirty="0" err="1"/>
              <a:t>permasalahan</a:t>
            </a:r>
            <a:r>
              <a:rPr lang="en-ID" sz="2000" dirty="0"/>
              <a:t> </a:t>
            </a:r>
            <a:r>
              <a:rPr lang="en-ID" sz="2000" dirty="0" err="1"/>
              <a:t>seksualitas</a:t>
            </a:r>
            <a:r>
              <a:rPr lang="en-ID" sz="2000" dirty="0"/>
              <a:t>. </a:t>
            </a:r>
            <a:r>
              <a:rPr lang="en-ID" sz="2000" dirty="0" err="1"/>
              <a:t>Pendekatan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menekankan</a:t>
            </a:r>
            <a:r>
              <a:rPr lang="en-ID" sz="2000" dirty="0"/>
              <a:t> pada </a:t>
            </a:r>
            <a:r>
              <a:rPr lang="en-ID" sz="2000" dirty="0" err="1"/>
              <a:t>peningkatan</a:t>
            </a:r>
            <a:r>
              <a:rPr lang="en-ID" sz="2000" dirty="0"/>
              <a:t> </a:t>
            </a:r>
            <a:r>
              <a:rPr lang="en-ID" sz="2000" dirty="0" err="1"/>
              <a:t>pengetahuan</a:t>
            </a:r>
            <a:r>
              <a:rPr lang="en-ID" sz="2000" dirty="0"/>
              <a:t>, </a:t>
            </a:r>
            <a:r>
              <a:rPr lang="en-ID" sz="2000" dirty="0" err="1"/>
              <a:t>perubahan</a:t>
            </a:r>
            <a:r>
              <a:rPr lang="en-ID" sz="2000" dirty="0"/>
              <a:t> </a:t>
            </a:r>
            <a:r>
              <a:rPr lang="en-ID" sz="2000" dirty="0" err="1"/>
              <a:t>perilaku</a:t>
            </a:r>
            <a:r>
              <a:rPr lang="en-ID" sz="2000" dirty="0"/>
              <a:t>, </a:t>
            </a:r>
            <a:r>
              <a:rPr lang="en-ID" sz="2000" dirty="0" err="1"/>
              <a:t>serta</a:t>
            </a:r>
            <a:r>
              <a:rPr lang="en-ID" sz="2000" dirty="0"/>
              <a:t> </a:t>
            </a:r>
            <a:r>
              <a:rPr lang="en-ID" sz="2000" dirty="0" err="1"/>
              <a:t>penciptaan</a:t>
            </a:r>
            <a:r>
              <a:rPr lang="en-ID" sz="2000" dirty="0"/>
              <a:t> </a:t>
            </a:r>
            <a:r>
              <a:rPr lang="en-ID" sz="2000" dirty="0" err="1"/>
              <a:t>lingkungan</a:t>
            </a:r>
            <a:r>
              <a:rPr lang="en-ID" sz="2000" dirty="0"/>
              <a:t> yang </a:t>
            </a:r>
            <a:r>
              <a:rPr lang="en-ID" sz="2000" dirty="0" err="1"/>
              <a:t>mendukung</a:t>
            </a:r>
            <a:r>
              <a:rPr lang="en-ID" sz="2000" dirty="0"/>
              <a:t> </a:t>
            </a:r>
            <a:r>
              <a:rPr lang="en-ID" sz="2000" dirty="0" err="1"/>
              <a:t>perkembangan</a:t>
            </a:r>
            <a:r>
              <a:rPr lang="en-ID" sz="2000" dirty="0"/>
              <a:t> </a:t>
            </a:r>
            <a:r>
              <a:rPr lang="en-ID" sz="2000" dirty="0" err="1"/>
              <a:t>remaja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sehat</a:t>
            </a:r>
            <a:r>
              <a:rPr lang="en-ID" sz="2000" dirty="0"/>
              <a:t>.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konteks</a:t>
            </a:r>
            <a:r>
              <a:rPr lang="en-ID" sz="2000" dirty="0"/>
              <a:t> Indonesia, </a:t>
            </a:r>
            <a:r>
              <a:rPr lang="en-ID" sz="2000" dirty="0" err="1"/>
              <a:t>upaya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dilakukan</a:t>
            </a:r>
            <a:r>
              <a:rPr lang="en-ID" sz="2000" dirty="0"/>
              <a:t> </a:t>
            </a:r>
            <a:r>
              <a:rPr lang="en-ID" sz="2000" dirty="0" err="1"/>
              <a:t>melalui</a:t>
            </a:r>
            <a:r>
              <a:rPr lang="en-ID" sz="2000" dirty="0"/>
              <a:t> </a:t>
            </a:r>
            <a:r>
              <a:rPr lang="en-ID" sz="2000" dirty="0" err="1"/>
              <a:t>integrasi</a:t>
            </a:r>
            <a:r>
              <a:rPr lang="en-ID" sz="2000" dirty="0"/>
              <a:t> program </a:t>
            </a:r>
            <a:r>
              <a:rPr lang="en-ID" sz="2000" dirty="0" err="1"/>
              <a:t>kesehatan</a:t>
            </a:r>
            <a:r>
              <a:rPr lang="en-ID" sz="2000" dirty="0"/>
              <a:t> di </a:t>
            </a:r>
            <a:r>
              <a:rPr lang="en-ID" sz="2000" dirty="0" err="1"/>
              <a:t>sekolah</a:t>
            </a:r>
            <a:r>
              <a:rPr lang="en-ID" sz="2000" dirty="0"/>
              <a:t>, </a:t>
            </a:r>
            <a:r>
              <a:rPr lang="en-ID" sz="2000" dirty="0" err="1"/>
              <a:t>layanan</a:t>
            </a:r>
            <a:r>
              <a:rPr lang="en-ID" sz="2000" dirty="0"/>
              <a:t> </a:t>
            </a:r>
            <a:r>
              <a:rPr lang="en-ID" sz="2000" dirty="0" err="1"/>
              <a:t>kesehatan</a:t>
            </a:r>
            <a:r>
              <a:rPr lang="en-ID" sz="2000" dirty="0"/>
              <a:t> </a:t>
            </a:r>
            <a:r>
              <a:rPr lang="en-ID" sz="2000" dirty="0" err="1"/>
              <a:t>ramah</a:t>
            </a:r>
            <a:r>
              <a:rPr lang="en-ID" sz="2000" dirty="0"/>
              <a:t> </a:t>
            </a:r>
            <a:r>
              <a:rPr lang="en-ID" sz="2000" dirty="0" err="1"/>
              <a:t>remaja</a:t>
            </a:r>
            <a:r>
              <a:rPr lang="en-ID" sz="2000" dirty="0"/>
              <a:t> di </a:t>
            </a:r>
            <a:r>
              <a:rPr lang="en-ID" sz="2000" dirty="0" err="1"/>
              <a:t>puskesmas</a:t>
            </a:r>
            <a:r>
              <a:rPr lang="en-ID" sz="2000" dirty="0"/>
              <a:t>, </a:t>
            </a:r>
            <a:r>
              <a:rPr lang="en-ID" sz="2000" dirty="0" err="1"/>
              <a:t>serta</a:t>
            </a:r>
            <a:r>
              <a:rPr lang="en-ID" sz="2000" dirty="0"/>
              <a:t> </a:t>
            </a:r>
            <a:r>
              <a:rPr lang="en-ID" sz="2000" dirty="0" err="1"/>
              <a:t>keterlibatan</a:t>
            </a:r>
            <a:r>
              <a:rPr lang="en-ID" sz="2000" dirty="0"/>
              <a:t> </a:t>
            </a:r>
            <a:r>
              <a:rPr lang="en-ID" sz="2000" dirty="0" err="1"/>
              <a:t>keluarga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memberikan</a:t>
            </a:r>
            <a:r>
              <a:rPr lang="en-ID" sz="2000" dirty="0"/>
              <a:t> </a:t>
            </a:r>
            <a:r>
              <a:rPr lang="en-ID" sz="2000" dirty="0" err="1"/>
              <a:t>edukasi</a:t>
            </a:r>
            <a:r>
              <a:rPr lang="en-ID" sz="2000" dirty="0"/>
              <a:t>. </a:t>
            </a:r>
            <a:r>
              <a:rPr lang="en-ID" sz="2000" dirty="0" err="1"/>
              <a:t>Pendekatan</a:t>
            </a:r>
            <a:r>
              <a:rPr lang="en-ID" sz="2000" dirty="0"/>
              <a:t> </a:t>
            </a:r>
            <a:r>
              <a:rPr lang="en-ID" sz="2000" dirty="0" err="1"/>
              <a:t>promotif</a:t>
            </a:r>
            <a:r>
              <a:rPr lang="en-ID" sz="2000" dirty="0"/>
              <a:t> </a:t>
            </a:r>
            <a:r>
              <a:rPr lang="en-ID" sz="2000" dirty="0" err="1"/>
              <a:t>berfokus</a:t>
            </a:r>
            <a:r>
              <a:rPr lang="en-ID" sz="2000" dirty="0"/>
              <a:t> pada </a:t>
            </a:r>
            <a:r>
              <a:rPr lang="en-ID" sz="2000" dirty="0" err="1"/>
              <a:t>peningkatan</a:t>
            </a:r>
            <a:r>
              <a:rPr lang="en-ID" sz="2000" dirty="0"/>
              <a:t> </a:t>
            </a:r>
            <a:r>
              <a:rPr lang="en-ID" sz="2000" dirty="0" err="1"/>
              <a:t>kesadaran</a:t>
            </a:r>
            <a:r>
              <a:rPr lang="en-ID" sz="2000" dirty="0"/>
              <a:t> dan </a:t>
            </a:r>
            <a:r>
              <a:rPr lang="en-ID" sz="2000" dirty="0" err="1"/>
              <a:t>literasi</a:t>
            </a:r>
            <a:r>
              <a:rPr lang="en-ID" sz="2000" dirty="0"/>
              <a:t> </a:t>
            </a:r>
            <a:r>
              <a:rPr lang="en-ID" sz="2000" dirty="0" err="1"/>
              <a:t>kesehatan</a:t>
            </a:r>
            <a:r>
              <a:rPr lang="en-ID" sz="2000" dirty="0"/>
              <a:t>, </a:t>
            </a:r>
            <a:r>
              <a:rPr lang="en-ID" sz="2000" dirty="0" err="1"/>
              <a:t>sedangkan</a:t>
            </a:r>
            <a:r>
              <a:rPr lang="en-ID" sz="2000" dirty="0"/>
              <a:t> </a:t>
            </a:r>
            <a:r>
              <a:rPr lang="en-ID" sz="2000" dirty="0" err="1"/>
              <a:t>pendekatan</a:t>
            </a:r>
            <a:r>
              <a:rPr lang="en-ID" sz="2000" dirty="0"/>
              <a:t> </a:t>
            </a:r>
            <a:r>
              <a:rPr lang="en-ID" sz="2000" dirty="0" err="1"/>
              <a:t>preventif</a:t>
            </a:r>
            <a:r>
              <a:rPr lang="en-ID" sz="2000" dirty="0"/>
              <a:t> </a:t>
            </a:r>
            <a:r>
              <a:rPr lang="en-ID" sz="2000" dirty="0" err="1"/>
              <a:t>bertujuan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mencegah</a:t>
            </a:r>
            <a:r>
              <a:rPr lang="en-ID" sz="2000" dirty="0"/>
              <a:t> </a:t>
            </a:r>
            <a:r>
              <a:rPr lang="en-ID" sz="2000" dirty="0" err="1"/>
              <a:t>terjadinya</a:t>
            </a:r>
            <a:r>
              <a:rPr lang="en-ID" sz="2000" dirty="0"/>
              <a:t> </a:t>
            </a:r>
            <a:r>
              <a:rPr lang="en-ID" sz="2000" dirty="0" err="1"/>
              <a:t>perilaku</a:t>
            </a:r>
            <a:r>
              <a:rPr lang="en-ID" sz="2000" dirty="0"/>
              <a:t> </a:t>
            </a:r>
            <a:r>
              <a:rPr lang="en-ID" sz="2000" dirty="0" err="1"/>
              <a:t>berisiko</a:t>
            </a:r>
            <a:r>
              <a:rPr lang="en-ID" sz="2000" dirty="0"/>
              <a:t> dan </a:t>
            </a:r>
            <a:r>
              <a:rPr lang="en-ID" sz="2000" dirty="0" err="1"/>
              <a:t>komplikasi</a:t>
            </a:r>
            <a:r>
              <a:rPr lang="en-ID" sz="2000" dirty="0"/>
              <a:t> </a:t>
            </a:r>
            <a:r>
              <a:rPr lang="en-ID" sz="2000" dirty="0" err="1"/>
              <a:t>kesehatan</a:t>
            </a:r>
            <a:r>
              <a:rPr lang="en-ID" sz="2000" dirty="0"/>
              <a:t>. Upaya </a:t>
            </a:r>
            <a:r>
              <a:rPr lang="en-ID" sz="2000" dirty="0" err="1"/>
              <a:t>tersebut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dijelaskan</a:t>
            </a:r>
            <a:r>
              <a:rPr lang="en-ID" sz="2000" dirty="0"/>
              <a:t> </a:t>
            </a:r>
            <a:r>
              <a:rPr lang="en-ID" sz="2000" dirty="0" err="1"/>
              <a:t>melalui</a:t>
            </a:r>
            <a:r>
              <a:rPr lang="en-ID" sz="2000" dirty="0"/>
              <a:t> </a:t>
            </a:r>
            <a:r>
              <a:rPr lang="en-ID" sz="2000" dirty="0" err="1"/>
              <a:t>poin</a:t>
            </a:r>
            <a:r>
              <a:rPr lang="en-ID" sz="2000" dirty="0"/>
              <a:t> </a:t>
            </a:r>
            <a:r>
              <a:rPr lang="en-ID" sz="2000" dirty="0" err="1"/>
              <a:t>berikut</a:t>
            </a:r>
            <a:r>
              <a:rPr lang="en-ID" sz="2000" dirty="0"/>
              <a:t>:</a:t>
            </a:r>
          </a:p>
          <a:p>
            <a:r>
              <a:rPr lang="en-ID" sz="2000" b="1" dirty="0" err="1"/>
              <a:t>Edukasi</a:t>
            </a:r>
            <a:r>
              <a:rPr lang="en-ID" sz="2000" b="1" dirty="0"/>
              <a:t> </a:t>
            </a:r>
            <a:r>
              <a:rPr lang="en-ID" sz="2000" b="1" dirty="0" err="1"/>
              <a:t>kesehatan</a:t>
            </a:r>
            <a:r>
              <a:rPr lang="en-ID" sz="2000" b="1" dirty="0"/>
              <a:t> </a:t>
            </a:r>
            <a:r>
              <a:rPr lang="en-ID" sz="2000" b="1" dirty="0" err="1"/>
              <a:t>reproduksi</a:t>
            </a:r>
            <a:r>
              <a:rPr lang="en-ID" sz="2000" b="1" dirty="0"/>
              <a:t> </a:t>
            </a:r>
            <a:r>
              <a:rPr lang="en-ID" sz="2000" b="1" dirty="0" err="1"/>
              <a:t>sejak</a:t>
            </a:r>
            <a:r>
              <a:rPr lang="en-ID" sz="2000" b="1" dirty="0"/>
              <a:t> </a:t>
            </a:r>
            <a:r>
              <a:rPr lang="en-ID" sz="2000" b="1" dirty="0" err="1"/>
              <a:t>dini</a:t>
            </a:r>
            <a:br>
              <a:rPr lang="en-ID" sz="2000" dirty="0"/>
            </a:br>
            <a:r>
              <a:rPr lang="en-ID" sz="2000" dirty="0"/>
              <a:t>→ </a:t>
            </a:r>
            <a:r>
              <a:rPr lang="en-ID" sz="2000" dirty="0" err="1"/>
              <a:t>Memberikan</a:t>
            </a:r>
            <a:r>
              <a:rPr lang="en-ID" sz="2000" dirty="0"/>
              <a:t> </a:t>
            </a:r>
            <a:r>
              <a:rPr lang="en-ID" sz="2000" dirty="0" err="1"/>
              <a:t>pemahaman</a:t>
            </a:r>
            <a:r>
              <a:rPr lang="en-ID" sz="2000" dirty="0"/>
              <a:t> </a:t>
            </a:r>
            <a:r>
              <a:rPr lang="en-ID" sz="2000" dirty="0" err="1"/>
              <a:t>ilmiah</a:t>
            </a:r>
            <a:r>
              <a:rPr lang="en-ID" sz="2000" dirty="0"/>
              <a:t> yang </a:t>
            </a:r>
            <a:r>
              <a:rPr lang="en-ID" sz="2000" dirty="0" err="1"/>
              <a:t>benar</a:t>
            </a:r>
            <a:r>
              <a:rPr lang="en-ID" sz="2000" dirty="0"/>
              <a:t> </a:t>
            </a:r>
            <a:r>
              <a:rPr lang="en-ID" sz="2000" dirty="0" err="1"/>
              <a:t>tentang</a:t>
            </a:r>
            <a:r>
              <a:rPr lang="en-ID" sz="2000" dirty="0"/>
              <a:t> </a:t>
            </a:r>
            <a:r>
              <a:rPr lang="en-ID" sz="2000" dirty="0" err="1"/>
              <a:t>pubertas</a:t>
            </a:r>
            <a:r>
              <a:rPr lang="en-ID" sz="2000" dirty="0"/>
              <a:t> dan </a:t>
            </a:r>
            <a:r>
              <a:rPr lang="en-ID" sz="2000" dirty="0" err="1"/>
              <a:t>seksualitas</a:t>
            </a:r>
            <a:r>
              <a:rPr lang="en-ID" sz="2000" dirty="0"/>
              <a:t>. </a:t>
            </a:r>
          </a:p>
          <a:p>
            <a:r>
              <a:rPr lang="en-ID" sz="2000" b="1" dirty="0" err="1"/>
              <a:t>Konseling</a:t>
            </a:r>
            <a:r>
              <a:rPr lang="en-ID" sz="2000" b="1" dirty="0"/>
              <a:t> </a:t>
            </a:r>
            <a:r>
              <a:rPr lang="en-ID" sz="2000" b="1" dirty="0" err="1"/>
              <a:t>remaja</a:t>
            </a:r>
            <a:r>
              <a:rPr lang="en-ID" sz="2000" b="1" dirty="0"/>
              <a:t> </a:t>
            </a:r>
            <a:r>
              <a:rPr lang="en-ID" sz="2000" b="1" dirty="0" err="1"/>
              <a:t>berbasis</a:t>
            </a:r>
            <a:r>
              <a:rPr lang="en-ID" sz="2000" b="1" dirty="0"/>
              <a:t> </a:t>
            </a:r>
            <a:r>
              <a:rPr lang="en-ID" sz="2000" b="1" dirty="0" err="1"/>
              <a:t>komunitas</a:t>
            </a:r>
            <a:br>
              <a:rPr lang="en-ID" sz="2000" dirty="0"/>
            </a:br>
            <a:r>
              <a:rPr lang="en-ID" sz="2000" dirty="0"/>
              <a:t>→ </a:t>
            </a:r>
            <a:r>
              <a:rPr lang="en-ID" sz="2000" dirty="0" err="1"/>
              <a:t>Membantu</a:t>
            </a:r>
            <a:r>
              <a:rPr lang="en-ID" sz="2000" dirty="0"/>
              <a:t> </a:t>
            </a:r>
            <a:r>
              <a:rPr lang="en-ID" sz="2000" dirty="0" err="1"/>
              <a:t>remaja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pengambilan</a:t>
            </a:r>
            <a:r>
              <a:rPr lang="en-ID" sz="2000" dirty="0"/>
              <a:t> </a:t>
            </a:r>
            <a:r>
              <a:rPr lang="en-ID" sz="2000" dirty="0" err="1"/>
              <a:t>keputusan</a:t>
            </a:r>
            <a:r>
              <a:rPr lang="en-ID" sz="2000" dirty="0"/>
              <a:t> yang </a:t>
            </a:r>
            <a:r>
              <a:rPr lang="en-ID" sz="2000" dirty="0" err="1"/>
              <a:t>sehat</a:t>
            </a:r>
            <a:r>
              <a:rPr lang="en-ID" sz="2000" dirty="0"/>
              <a:t> dan </a:t>
            </a:r>
            <a:r>
              <a:rPr lang="en-ID" sz="2000" dirty="0" err="1"/>
              <a:t>bertanggung</a:t>
            </a:r>
            <a:r>
              <a:rPr lang="en-ID" sz="2000" dirty="0"/>
              <a:t> </a:t>
            </a:r>
            <a:r>
              <a:rPr lang="en-ID" sz="2000" dirty="0" err="1"/>
              <a:t>jawab</a:t>
            </a:r>
            <a:r>
              <a:rPr lang="en-ID" sz="2000" dirty="0"/>
              <a:t>. </a:t>
            </a:r>
          </a:p>
          <a:p>
            <a:r>
              <a:rPr lang="en-ID" sz="2000" b="1" dirty="0" err="1"/>
              <a:t>Penciptaan</a:t>
            </a:r>
            <a:r>
              <a:rPr lang="en-ID" sz="2000" b="1" dirty="0"/>
              <a:t> </a:t>
            </a:r>
            <a:r>
              <a:rPr lang="en-ID" sz="2000" b="1" dirty="0" err="1"/>
              <a:t>lingkungan</a:t>
            </a:r>
            <a:r>
              <a:rPr lang="en-ID" sz="2000" b="1" dirty="0"/>
              <a:t> yang </a:t>
            </a:r>
            <a:r>
              <a:rPr lang="en-ID" sz="2000" b="1" dirty="0" err="1"/>
              <a:t>suportif</a:t>
            </a:r>
            <a:br>
              <a:rPr lang="en-ID" sz="2000" dirty="0"/>
            </a:br>
            <a:r>
              <a:rPr lang="en-ID" sz="2000" dirty="0"/>
              <a:t>→ </a:t>
            </a:r>
            <a:r>
              <a:rPr lang="en-ID" sz="2000" dirty="0" err="1"/>
              <a:t>Lingkungan</a:t>
            </a:r>
            <a:r>
              <a:rPr lang="en-ID" sz="2000" dirty="0"/>
              <a:t> </a:t>
            </a:r>
            <a:r>
              <a:rPr lang="en-ID" sz="2000" dirty="0" err="1"/>
              <a:t>keluarga</a:t>
            </a:r>
            <a:r>
              <a:rPr lang="en-ID" sz="2000" dirty="0"/>
              <a:t> dan </a:t>
            </a:r>
            <a:r>
              <a:rPr lang="en-ID" sz="2000" dirty="0" err="1"/>
              <a:t>sekolah</a:t>
            </a:r>
            <a:r>
              <a:rPr lang="en-ID" sz="2000" dirty="0"/>
              <a:t> yang </a:t>
            </a:r>
            <a:r>
              <a:rPr lang="en-ID" sz="2000" dirty="0" err="1"/>
              <a:t>mendukung</a:t>
            </a:r>
            <a:r>
              <a:rPr lang="en-ID" sz="2000" dirty="0"/>
              <a:t> </a:t>
            </a:r>
            <a:r>
              <a:rPr lang="en-ID" sz="2000" dirty="0" err="1"/>
              <a:t>perilaku</a:t>
            </a:r>
            <a:r>
              <a:rPr lang="en-ID" sz="2000" dirty="0"/>
              <a:t> </a:t>
            </a:r>
            <a:r>
              <a:rPr lang="en-ID" sz="2000" dirty="0" err="1"/>
              <a:t>sehat</a:t>
            </a:r>
            <a:r>
              <a:rPr lang="en-ID" sz="2000" dirty="0"/>
              <a:t>.</a:t>
            </a:r>
          </a:p>
          <a:p>
            <a:pPr algn="just"/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4036757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4367A-929A-BC0B-168F-73FCE7898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26464-2003-B3CE-7C84-764FCA4D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b="1" dirty="0"/>
              <a:t>Peran Tenaga Kesehatan, Keluarga, dan Sekolah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9288F-72CE-DEEF-272F-811681189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D" dirty="0" err="1"/>
              <a:t>Penanganan</a:t>
            </a:r>
            <a:r>
              <a:rPr lang="en-ID" dirty="0"/>
              <a:t> </a:t>
            </a:r>
            <a:r>
              <a:rPr lang="en-ID" dirty="0" err="1"/>
              <a:t>permasalahan</a:t>
            </a:r>
            <a:r>
              <a:rPr lang="en-ID" dirty="0"/>
              <a:t> </a:t>
            </a:r>
            <a:r>
              <a:rPr lang="en-ID" dirty="0" err="1"/>
              <a:t>seksualitas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kolaborasi</a:t>
            </a:r>
            <a:r>
              <a:rPr lang="en-ID" dirty="0"/>
              <a:t> </a:t>
            </a:r>
            <a:r>
              <a:rPr lang="en-ID" dirty="0" err="1"/>
              <a:t>lintas</a:t>
            </a:r>
            <a:r>
              <a:rPr lang="en-ID" dirty="0"/>
              <a:t> </a:t>
            </a:r>
            <a:r>
              <a:rPr lang="en-ID" dirty="0" err="1"/>
              <a:t>sektor</a:t>
            </a:r>
            <a:r>
              <a:rPr lang="en-ID" dirty="0"/>
              <a:t> yang </a:t>
            </a:r>
            <a:r>
              <a:rPr lang="en-ID" dirty="0" err="1"/>
              <a:t>melibatkan</a:t>
            </a:r>
            <a:r>
              <a:rPr lang="en-ID" dirty="0"/>
              <a:t> </a:t>
            </a:r>
            <a:r>
              <a:rPr lang="en-ID" dirty="0" err="1"/>
              <a:t>tenaga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, </a:t>
            </a:r>
            <a:r>
              <a:rPr lang="en-ID" dirty="0" err="1"/>
              <a:t>keluarga</a:t>
            </a:r>
            <a:r>
              <a:rPr lang="en-ID" dirty="0"/>
              <a:t>, dan </a:t>
            </a:r>
            <a:r>
              <a:rPr lang="en-ID" dirty="0" err="1"/>
              <a:t>institusi</a:t>
            </a:r>
            <a:r>
              <a:rPr lang="en-ID" dirty="0"/>
              <a:t> </a:t>
            </a:r>
            <a:r>
              <a:rPr lang="en-ID" dirty="0" err="1"/>
              <a:t>pendidikan</a:t>
            </a:r>
            <a:r>
              <a:rPr lang="en-ID" dirty="0"/>
              <a:t>. Tenaga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peran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edukator</a:t>
            </a:r>
            <a:r>
              <a:rPr lang="en-ID" dirty="0"/>
              <a:t>, </a:t>
            </a:r>
            <a:r>
              <a:rPr lang="en-ID" dirty="0" err="1"/>
              <a:t>konselor</a:t>
            </a:r>
            <a:r>
              <a:rPr lang="en-ID" dirty="0"/>
              <a:t>, dan </a:t>
            </a:r>
            <a:r>
              <a:rPr lang="en-ID" dirty="0" err="1"/>
              <a:t>fasilitator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reproduksi</a:t>
            </a:r>
            <a:r>
              <a:rPr lang="en-ID" dirty="0"/>
              <a:t> yang </a:t>
            </a:r>
            <a:r>
              <a:rPr lang="en-ID" dirty="0" err="1"/>
              <a:t>ramah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. </a:t>
            </a:r>
            <a:r>
              <a:rPr lang="en-ID" dirty="0" err="1"/>
              <a:t>Keluarga</a:t>
            </a:r>
            <a:r>
              <a:rPr lang="en-ID" dirty="0"/>
              <a:t> </a:t>
            </a:r>
            <a:r>
              <a:rPr lang="en-ID" dirty="0" err="1"/>
              <a:t>berperan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pertama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pembentukan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, norma, dan </a:t>
            </a:r>
            <a:r>
              <a:rPr lang="en-ID" dirty="0" err="1"/>
              <a:t>perilaku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komunikasi</a:t>
            </a:r>
            <a:r>
              <a:rPr lang="en-ID" dirty="0"/>
              <a:t> yang </a:t>
            </a:r>
            <a:r>
              <a:rPr lang="en-ID" dirty="0" err="1"/>
              <a:t>terbuka</a:t>
            </a:r>
            <a:r>
              <a:rPr lang="en-ID" dirty="0"/>
              <a:t> sangat </a:t>
            </a:r>
            <a:r>
              <a:rPr lang="en-ID" dirty="0" err="1"/>
              <a:t>penting</a:t>
            </a:r>
            <a:r>
              <a:rPr lang="en-ID" dirty="0"/>
              <a:t>. </a:t>
            </a:r>
            <a:r>
              <a:rPr lang="en-ID" dirty="0" err="1"/>
              <a:t>Sekolah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institusi</a:t>
            </a:r>
            <a:r>
              <a:rPr lang="en-ID" dirty="0"/>
              <a:t> </a:t>
            </a:r>
            <a:r>
              <a:rPr lang="en-ID" dirty="0" err="1"/>
              <a:t>pendidikan</a:t>
            </a:r>
            <a:r>
              <a:rPr lang="en-ID" dirty="0"/>
              <a:t> formal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tanggung</a:t>
            </a:r>
            <a:r>
              <a:rPr lang="en-ID" dirty="0"/>
              <a:t> </a:t>
            </a:r>
            <a:r>
              <a:rPr lang="en-ID" dirty="0" err="1"/>
              <a:t>jawab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pendidikan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reproduksi</a:t>
            </a:r>
            <a:r>
              <a:rPr lang="en-ID" dirty="0"/>
              <a:t> yang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ilmiah</a:t>
            </a:r>
            <a:r>
              <a:rPr lang="en-ID" dirty="0"/>
              <a:t> dan </a:t>
            </a:r>
            <a:r>
              <a:rPr lang="en-ID" dirty="0" err="1"/>
              <a:t>kontekstual</a:t>
            </a:r>
            <a:r>
              <a:rPr lang="en-ID" dirty="0"/>
              <a:t>. </a:t>
            </a:r>
            <a:r>
              <a:rPr lang="en-ID" dirty="0" err="1"/>
              <a:t>Sinergi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ketiga</a:t>
            </a:r>
            <a:r>
              <a:rPr lang="en-ID" dirty="0"/>
              <a:t> </a:t>
            </a:r>
            <a:r>
              <a:rPr lang="en-ID" dirty="0" err="1"/>
              <a:t>pihak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sangat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menciptakan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pendukung</a:t>
            </a:r>
            <a:r>
              <a:rPr lang="en-ID" dirty="0"/>
              <a:t> yang </a:t>
            </a:r>
            <a:r>
              <a:rPr lang="en-ID" dirty="0" err="1"/>
              <a:t>efektif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mencegah</a:t>
            </a:r>
            <a:r>
              <a:rPr lang="en-ID" dirty="0"/>
              <a:t> dan </a:t>
            </a:r>
            <a:r>
              <a:rPr lang="en-ID" dirty="0" err="1"/>
              <a:t>menangani</a:t>
            </a:r>
            <a:r>
              <a:rPr lang="en-ID" dirty="0"/>
              <a:t> </a:t>
            </a:r>
            <a:r>
              <a:rPr lang="en-ID" dirty="0" err="1"/>
              <a:t>permasalahan</a:t>
            </a:r>
            <a:r>
              <a:rPr lang="en-ID" dirty="0"/>
              <a:t> </a:t>
            </a:r>
            <a:r>
              <a:rPr lang="en-ID" dirty="0" err="1"/>
              <a:t>seksualitas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4138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6316"/>
            <a:ext cx="8229600" cy="1143000"/>
          </a:xfrm>
        </p:spPr>
        <p:txBody>
          <a:bodyPr/>
          <a:lstStyle/>
          <a:p>
            <a:r>
              <a:rPr b="1" dirty="0"/>
              <a:t>Kasus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348813"/>
            <a:ext cx="8229600" cy="4906296"/>
          </a:xfrm>
        </p:spPr>
        <p:txBody>
          <a:bodyPr>
            <a:normAutofit/>
          </a:bodyPr>
          <a:lstStyle/>
          <a:p>
            <a:pPr algn="just"/>
            <a:r>
              <a:rPr lang="en-ID" sz="1700" dirty="0" err="1"/>
              <a:t>Seorang</a:t>
            </a:r>
            <a:r>
              <a:rPr lang="en-ID" sz="1700" dirty="0"/>
              <a:t> </a:t>
            </a:r>
            <a:r>
              <a:rPr lang="en-ID" sz="1700" dirty="0" err="1"/>
              <a:t>remaja</a:t>
            </a:r>
            <a:r>
              <a:rPr lang="en-ID" sz="1700" dirty="0"/>
              <a:t> </a:t>
            </a:r>
            <a:r>
              <a:rPr lang="en-ID" sz="1700" dirty="0" err="1"/>
              <a:t>perempuan</a:t>
            </a:r>
            <a:r>
              <a:rPr lang="en-ID" sz="1700" dirty="0"/>
              <a:t> </a:t>
            </a:r>
            <a:r>
              <a:rPr lang="en-ID" sz="1700" dirty="0" err="1"/>
              <a:t>berusia</a:t>
            </a:r>
            <a:r>
              <a:rPr lang="en-ID" sz="1700" dirty="0"/>
              <a:t> 16 </a:t>
            </a:r>
            <a:r>
              <a:rPr lang="en-ID" sz="1700" dirty="0" err="1"/>
              <a:t>tahun</a:t>
            </a:r>
            <a:r>
              <a:rPr lang="en-ID" sz="1700" dirty="0"/>
              <a:t> </a:t>
            </a:r>
            <a:r>
              <a:rPr lang="en-ID" sz="1700" dirty="0" err="1"/>
              <a:t>datang</a:t>
            </a:r>
            <a:r>
              <a:rPr lang="en-ID" sz="1700" dirty="0"/>
              <a:t> </a:t>
            </a:r>
            <a:r>
              <a:rPr lang="en-ID" sz="1700" dirty="0" err="1"/>
              <a:t>ke</a:t>
            </a:r>
            <a:r>
              <a:rPr lang="en-ID" sz="1700" dirty="0"/>
              <a:t> </a:t>
            </a:r>
            <a:r>
              <a:rPr lang="en-ID" sz="1700" dirty="0" err="1"/>
              <a:t>puskesmas</a:t>
            </a:r>
            <a:r>
              <a:rPr lang="en-ID" sz="1700" dirty="0"/>
              <a:t> </a:t>
            </a:r>
            <a:r>
              <a:rPr lang="en-ID" sz="1700" dirty="0" err="1"/>
              <a:t>dengan</a:t>
            </a:r>
            <a:r>
              <a:rPr lang="en-ID" sz="1700" dirty="0"/>
              <a:t> </a:t>
            </a:r>
            <a:r>
              <a:rPr lang="en-ID" sz="1700" dirty="0" err="1"/>
              <a:t>keluhan</a:t>
            </a:r>
            <a:r>
              <a:rPr lang="en-ID" sz="1700" dirty="0"/>
              <a:t> </a:t>
            </a:r>
            <a:r>
              <a:rPr lang="en-ID" sz="1700" dirty="0" err="1"/>
              <a:t>sering</a:t>
            </a:r>
            <a:r>
              <a:rPr lang="en-ID" sz="1700" dirty="0"/>
              <a:t> </a:t>
            </a:r>
            <a:r>
              <a:rPr lang="en-ID" sz="1700" dirty="0" err="1"/>
              <a:t>mengalami</a:t>
            </a:r>
            <a:r>
              <a:rPr lang="en-ID" sz="1700" dirty="0"/>
              <a:t> </a:t>
            </a:r>
            <a:r>
              <a:rPr lang="en-ID" sz="1700" dirty="0" err="1"/>
              <a:t>kecemasan</a:t>
            </a:r>
            <a:r>
              <a:rPr lang="en-ID" sz="1700" dirty="0"/>
              <a:t>, </a:t>
            </a:r>
            <a:r>
              <a:rPr lang="en-ID" sz="1700" dirty="0" err="1"/>
              <a:t>perubahan</a:t>
            </a:r>
            <a:r>
              <a:rPr lang="en-ID" sz="1700" dirty="0"/>
              <a:t> </a:t>
            </a:r>
            <a:r>
              <a:rPr lang="en-ID" sz="1700" dirty="0" err="1"/>
              <a:t>suasana</a:t>
            </a:r>
            <a:r>
              <a:rPr lang="en-ID" sz="1700" dirty="0"/>
              <a:t> </a:t>
            </a:r>
            <a:r>
              <a:rPr lang="en-ID" sz="1700" dirty="0" err="1"/>
              <a:t>hati</a:t>
            </a:r>
            <a:r>
              <a:rPr lang="en-ID" sz="1700" dirty="0"/>
              <a:t> yang </a:t>
            </a:r>
            <a:r>
              <a:rPr lang="en-ID" sz="1700" dirty="0" err="1"/>
              <a:t>cepat</a:t>
            </a:r>
            <a:r>
              <a:rPr lang="en-ID" sz="1700" dirty="0"/>
              <a:t>, </a:t>
            </a:r>
            <a:r>
              <a:rPr lang="en-ID" sz="1700" dirty="0" err="1"/>
              <a:t>serta</a:t>
            </a:r>
            <a:r>
              <a:rPr lang="en-ID" sz="1700" dirty="0"/>
              <a:t> </a:t>
            </a:r>
            <a:r>
              <a:rPr lang="en-ID" sz="1700" dirty="0" err="1"/>
              <a:t>gangguan</a:t>
            </a:r>
            <a:r>
              <a:rPr lang="en-ID" sz="1700" dirty="0"/>
              <a:t> </a:t>
            </a:r>
            <a:r>
              <a:rPr lang="en-ID" sz="1700" dirty="0" err="1"/>
              <a:t>tidur</a:t>
            </a:r>
            <a:r>
              <a:rPr lang="en-ID" sz="1700" dirty="0"/>
              <a:t> </a:t>
            </a:r>
            <a:r>
              <a:rPr lang="en-ID" sz="1700" dirty="0" err="1"/>
              <a:t>sejak</a:t>
            </a:r>
            <a:r>
              <a:rPr lang="en-ID" sz="1700" dirty="0"/>
              <a:t> </a:t>
            </a:r>
            <a:r>
              <a:rPr lang="en-ID" sz="1700" dirty="0" err="1"/>
              <a:t>beberapa</a:t>
            </a:r>
            <a:r>
              <a:rPr lang="en-ID" sz="1700" dirty="0"/>
              <a:t> </a:t>
            </a:r>
            <a:r>
              <a:rPr lang="en-ID" sz="1700" dirty="0" err="1"/>
              <a:t>bulan</a:t>
            </a:r>
            <a:r>
              <a:rPr lang="en-ID" sz="1700" dirty="0"/>
              <a:t> </a:t>
            </a:r>
            <a:r>
              <a:rPr lang="en-ID" sz="1700" dirty="0" err="1"/>
              <a:t>terakhir</a:t>
            </a:r>
            <a:r>
              <a:rPr lang="en-ID" sz="1700" dirty="0"/>
              <a:t>. Ia </a:t>
            </a:r>
            <a:r>
              <a:rPr lang="en-ID" sz="1700" dirty="0" err="1"/>
              <a:t>mengaku</a:t>
            </a:r>
            <a:r>
              <a:rPr lang="en-ID" sz="1700" dirty="0"/>
              <a:t> </a:t>
            </a:r>
            <a:r>
              <a:rPr lang="en-ID" sz="1700" dirty="0" err="1"/>
              <a:t>mulai</a:t>
            </a:r>
            <a:r>
              <a:rPr lang="en-ID" sz="1700" dirty="0"/>
              <a:t> </a:t>
            </a:r>
            <a:r>
              <a:rPr lang="en-ID" sz="1700" dirty="0" err="1"/>
              <a:t>menjalin</a:t>
            </a:r>
            <a:r>
              <a:rPr lang="en-ID" sz="1700" dirty="0"/>
              <a:t> </a:t>
            </a:r>
            <a:r>
              <a:rPr lang="en-ID" sz="1700" dirty="0" err="1"/>
              <a:t>hubungan</a:t>
            </a:r>
            <a:r>
              <a:rPr lang="en-ID" sz="1700" dirty="0"/>
              <a:t> </a:t>
            </a:r>
            <a:r>
              <a:rPr lang="en-ID" sz="1700" dirty="0" err="1"/>
              <a:t>pacaran</a:t>
            </a:r>
            <a:r>
              <a:rPr lang="en-ID" sz="1700" dirty="0"/>
              <a:t> dan </a:t>
            </a:r>
            <a:r>
              <a:rPr lang="en-ID" sz="1700" dirty="0" err="1"/>
              <a:t>sering</a:t>
            </a:r>
            <a:r>
              <a:rPr lang="en-ID" sz="1700" dirty="0"/>
              <a:t> </a:t>
            </a:r>
            <a:r>
              <a:rPr lang="en-ID" sz="1700" dirty="0" err="1"/>
              <a:t>terpapar</a:t>
            </a:r>
            <a:r>
              <a:rPr lang="en-ID" sz="1700" dirty="0"/>
              <a:t> </a:t>
            </a:r>
            <a:r>
              <a:rPr lang="en-ID" sz="1700" dirty="0" err="1"/>
              <a:t>konten</a:t>
            </a:r>
            <a:r>
              <a:rPr lang="en-ID" sz="1700" dirty="0"/>
              <a:t> </a:t>
            </a:r>
            <a:r>
              <a:rPr lang="en-ID" sz="1700" dirty="0" err="1"/>
              <a:t>seksual</a:t>
            </a:r>
            <a:r>
              <a:rPr lang="en-ID" sz="1700" dirty="0"/>
              <a:t> </a:t>
            </a:r>
            <a:r>
              <a:rPr lang="en-ID" sz="1700" dirty="0" err="1"/>
              <a:t>melalui</a:t>
            </a:r>
            <a:r>
              <a:rPr lang="en-ID" sz="1700" dirty="0"/>
              <a:t> media </a:t>
            </a:r>
            <a:r>
              <a:rPr lang="en-ID" sz="1700" dirty="0" err="1"/>
              <a:t>sosial</a:t>
            </a:r>
            <a:r>
              <a:rPr lang="en-ID" sz="1700" dirty="0"/>
              <a:t>. Selain </a:t>
            </a:r>
            <a:r>
              <a:rPr lang="en-ID" sz="1700" dirty="0" err="1"/>
              <a:t>itu</a:t>
            </a:r>
            <a:r>
              <a:rPr lang="en-ID" sz="1700" dirty="0"/>
              <a:t>, </a:t>
            </a:r>
            <a:r>
              <a:rPr lang="en-ID" sz="1700" dirty="0" err="1"/>
              <a:t>ia</a:t>
            </a:r>
            <a:r>
              <a:rPr lang="en-ID" sz="1700" dirty="0"/>
              <a:t> juga </a:t>
            </a:r>
            <a:r>
              <a:rPr lang="en-ID" sz="1700" dirty="0" err="1"/>
              <a:t>mengeluhkan</a:t>
            </a:r>
            <a:r>
              <a:rPr lang="en-ID" sz="1700" dirty="0"/>
              <a:t> </a:t>
            </a:r>
            <a:r>
              <a:rPr lang="en-ID" sz="1700" dirty="0" err="1"/>
              <a:t>siklus</a:t>
            </a:r>
            <a:r>
              <a:rPr lang="en-ID" sz="1700" dirty="0"/>
              <a:t> </a:t>
            </a:r>
            <a:r>
              <a:rPr lang="en-ID" sz="1700" dirty="0" err="1"/>
              <a:t>menstruasi</a:t>
            </a:r>
            <a:r>
              <a:rPr lang="en-ID" sz="1700" dirty="0"/>
              <a:t> yang </a:t>
            </a:r>
            <a:r>
              <a:rPr lang="en-ID" sz="1700" dirty="0" err="1"/>
              <a:t>tidak</a:t>
            </a:r>
            <a:r>
              <a:rPr lang="en-ID" sz="1700" dirty="0"/>
              <a:t> </a:t>
            </a:r>
            <a:r>
              <a:rPr lang="en-ID" sz="1700" dirty="0" err="1"/>
              <a:t>teratur</a:t>
            </a:r>
            <a:r>
              <a:rPr lang="en-ID" sz="1700" dirty="0"/>
              <a:t> dan </a:t>
            </a:r>
            <a:r>
              <a:rPr lang="en-ID" sz="1700" dirty="0" err="1"/>
              <a:t>keputihan</a:t>
            </a:r>
            <a:r>
              <a:rPr lang="en-ID" sz="1700" dirty="0"/>
              <a:t> yang </a:t>
            </a:r>
            <a:r>
              <a:rPr lang="en-ID" sz="1700" dirty="0" err="1"/>
              <a:t>berbeda</a:t>
            </a:r>
            <a:r>
              <a:rPr lang="en-ID" sz="1700" dirty="0"/>
              <a:t> </a:t>
            </a:r>
            <a:r>
              <a:rPr lang="en-ID" sz="1700" dirty="0" err="1"/>
              <a:t>dari</a:t>
            </a:r>
            <a:r>
              <a:rPr lang="en-ID" sz="1700" dirty="0"/>
              <a:t> </a:t>
            </a:r>
            <a:r>
              <a:rPr lang="en-ID" sz="1700" dirty="0" err="1"/>
              <a:t>biasanya</a:t>
            </a:r>
            <a:r>
              <a:rPr lang="en-ID" sz="1700" dirty="0"/>
              <a:t>. </a:t>
            </a:r>
            <a:r>
              <a:rPr lang="en-ID" sz="1700" dirty="0" err="1"/>
              <a:t>Dalam</a:t>
            </a:r>
            <a:r>
              <a:rPr lang="en-ID" sz="1700" dirty="0"/>
              <a:t> </a:t>
            </a:r>
            <a:r>
              <a:rPr lang="en-ID" sz="1700" dirty="0" err="1"/>
              <a:t>wawancara</a:t>
            </a:r>
            <a:r>
              <a:rPr lang="en-ID" sz="1700" dirty="0"/>
              <a:t> </a:t>
            </a:r>
            <a:r>
              <a:rPr lang="en-ID" sz="1700" dirty="0" err="1"/>
              <a:t>lebih</a:t>
            </a:r>
            <a:r>
              <a:rPr lang="en-ID" sz="1700" dirty="0"/>
              <a:t> </a:t>
            </a:r>
            <a:r>
              <a:rPr lang="en-ID" sz="1700" dirty="0" err="1"/>
              <a:t>lanjut</a:t>
            </a:r>
            <a:r>
              <a:rPr lang="en-ID" sz="1700" dirty="0"/>
              <a:t>, </a:t>
            </a:r>
            <a:r>
              <a:rPr lang="en-ID" sz="1700" dirty="0" err="1"/>
              <a:t>remaja</a:t>
            </a:r>
            <a:r>
              <a:rPr lang="en-ID" sz="1700" dirty="0"/>
              <a:t> </a:t>
            </a:r>
            <a:r>
              <a:rPr lang="en-ID" sz="1700" dirty="0" err="1"/>
              <a:t>tersebut</a:t>
            </a:r>
            <a:r>
              <a:rPr lang="en-ID" sz="1700" dirty="0"/>
              <a:t> </a:t>
            </a:r>
            <a:r>
              <a:rPr lang="en-ID" sz="1700" dirty="0" err="1"/>
              <a:t>menyatakan</a:t>
            </a:r>
            <a:r>
              <a:rPr lang="en-ID" sz="1700" dirty="0"/>
              <a:t> </a:t>
            </a:r>
            <a:r>
              <a:rPr lang="en-ID" sz="1700" dirty="0" err="1"/>
              <a:t>pernah</a:t>
            </a:r>
            <a:r>
              <a:rPr lang="en-ID" sz="1700" dirty="0"/>
              <a:t> </a:t>
            </a:r>
            <a:r>
              <a:rPr lang="en-ID" sz="1700" dirty="0" err="1"/>
              <a:t>melakukan</a:t>
            </a:r>
            <a:r>
              <a:rPr lang="en-ID" sz="1700" dirty="0"/>
              <a:t> </a:t>
            </a:r>
            <a:r>
              <a:rPr lang="en-ID" sz="1700" dirty="0" err="1"/>
              <a:t>aktivitas</a:t>
            </a:r>
            <a:r>
              <a:rPr lang="en-ID" sz="1700" dirty="0"/>
              <a:t> </a:t>
            </a:r>
            <a:r>
              <a:rPr lang="en-ID" sz="1700" dirty="0" err="1"/>
              <a:t>seksual</a:t>
            </a:r>
            <a:r>
              <a:rPr lang="en-ID" sz="1700" dirty="0"/>
              <a:t> </a:t>
            </a:r>
            <a:r>
              <a:rPr lang="en-ID" sz="1700" dirty="0" err="1"/>
              <a:t>tanpa</a:t>
            </a:r>
            <a:r>
              <a:rPr lang="en-ID" sz="1700" dirty="0"/>
              <a:t> </a:t>
            </a:r>
            <a:r>
              <a:rPr lang="en-ID" sz="1700" dirty="0" err="1"/>
              <a:t>proteksi</a:t>
            </a:r>
            <a:r>
              <a:rPr lang="en-ID" sz="1700" dirty="0"/>
              <a:t> </a:t>
            </a:r>
            <a:r>
              <a:rPr lang="en-ID" sz="1700" dirty="0" err="1"/>
              <a:t>karena</a:t>
            </a:r>
            <a:r>
              <a:rPr lang="en-ID" sz="1700" dirty="0"/>
              <a:t> </a:t>
            </a:r>
            <a:r>
              <a:rPr lang="en-ID" sz="1700" dirty="0" err="1"/>
              <a:t>kurang</a:t>
            </a:r>
            <a:r>
              <a:rPr lang="en-ID" sz="1700" dirty="0"/>
              <a:t> </a:t>
            </a:r>
            <a:r>
              <a:rPr lang="en-ID" sz="1700" dirty="0" err="1"/>
              <a:t>memahami</a:t>
            </a:r>
            <a:r>
              <a:rPr lang="en-ID" sz="1700" dirty="0"/>
              <a:t> </a:t>
            </a:r>
            <a:r>
              <a:rPr lang="en-ID" sz="1700" dirty="0" err="1"/>
              <a:t>risiko</a:t>
            </a:r>
            <a:r>
              <a:rPr lang="en-ID" sz="1700" dirty="0"/>
              <a:t> </a:t>
            </a:r>
            <a:r>
              <a:rPr lang="en-ID" sz="1700" dirty="0" err="1"/>
              <a:t>kesehatan</a:t>
            </a:r>
            <a:r>
              <a:rPr lang="en-ID" sz="1700" dirty="0"/>
              <a:t> </a:t>
            </a:r>
            <a:r>
              <a:rPr lang="en-ID" sz="1700" dirty="0" err="1"/>
              <a:t>reproduksi</a:t>
            </a:r>
            <a:r>
              <a:rPr lang="en-ID" sz="1700" dirty="0"/>
              <a:t>. Ia juga </a:t>
            </a:r>
            <a:r>
              <a:rPr lang="en-ID" sz="1700" dirty="0" err="1"/>
              <a:t>mengaku</a:t>
            </a:r>
            <a:r>
              <a:rPr lang="en-ID" sz="1700" dirty="0"/>
              <a:t> </a:t>
            </a:r>
            <a:r>
              <a:rPr lang="en-ID" sz="1700" dirty="0" err="1"/>
              <a:t>merasa</a:t>
            </a:r>
            <a:r>
              <a:rPr lang="en-ID" sz="1700" dirty="0"/>
              <a:t> </a:t>
            </a:r>
            <a:r>
              <a:rPr lang="en-ID" sz="1700" dirty="0" err="1"/>
              <a:t>takut</a:t>
            </a:r>
            <a:r>
              <a:rPr lang="en-ID" sz="1700" dirty="0"/>
              <a:t> dan </a:t>
            </a:r>
            <a:r>
              <a:rPr lang="en-ID" sz="1700" dirty="0" err="1"/>
              <a:t>bingung</a:t>
            </a:r>
            <a:r>
              <a:rPr lang="en-ID" sz="1700" dirty="0"/>
              <a:t>, </a:t>
            </a:r>
            <a:r>
              <a:rPr lang="en-ID" sz="1700" dirty="0" err="1"/>
              <a:t>tetapi</a:t>
            </a:r>
            <a:r>
              <a:rPr lang="en-ID" sz="1700" dirty="0"/>
              <a:t> </a:t>
            </a:r>
            <a:r>
              <a:rPr lang="en-ID" sz="1700" dirty="0" err="1"/>
              <a:t>tidak</a:t>
            </a:r>
            <a:r>
              <a:rPr lang="en-ID" sz="1700" dirty="0"/>
              <a:t> </a:t>
            </a:r>
            <a:r>
              <a:rPr lang="en-ID" sz="1700" dirty="0" err="1"/>
              <a:t>berani</a:t>
            </a:r>
            <a:r>
              <a:rPr lang="en-ID" sz="1700" dirty="0"/>
              <a:t> </a:t>
            </a:r>
            <a:r>
              <a:rPr lang="en-ID" sz="1700" dirty="0" err="1"/>
              <a:t>berdiskusi</a:t>
            </a:r>
            <a:r>
              <a:rPr lang="en-ID" sz="1700" dirty="0"/>
              <a:t> </a:t>
            </a:r>
            <a:r>
              <a:rPr lang="en-ID" sz="1700" dirty="0" err="1"/>
              <a:t>dengan</a:t>
            </a:r>
            <a:r>
              <a:rPr lang="en-ID" sz="1700" dirty="0"/>
              <a:t> orang </a:t>
            </a:r>
            <a:r>
              <a:rPr lang="en-ID" sz="1700" dirty="0" err="1"/>
              <a:t>tua</a:t>
            </a:r>
            <a:r>
              <a:rPr lang="en-ID" sz="1700" dirty="0"/>
              <a:t> </a:t>
            </a:r>
            <a:r>
              <a:rPr lang="en-ID" sz="1700" dirty="0" err="1"/>
              <a:t>karena</a:t>
            </a:r>
            <a:r>
              <a:rPr lang="en-ID" sz="1700" dirty="0"/>
              <a:t> </a:t>
            </a:r>
            <a:r>
              <a:rPr lang="en-ID" sz="1700" dirty="0" err="1"/>
              <a:t>khawatir</a:t>
            </a:r>
            <a:r>
              <a:rPr lang="en-ID" sz="1700" dirty="0"/>
              <a:t> </a:t>
            </a:r>
            <a:r>
              <a:rPr lang="en-ID" sz="1700" dirty="0" err="1"/>
              <a:t>akan</a:t>
            </a:r>
            <a:r>
              <a:rPr lang="en-ID" sz="1700" dirty="0"/>
              <a:t> </a:t>
            </a:r>
            <a:r>
              <a:rPr lang="en-ID" sz="1700" dirty="0" err="1"/>
              <a:t>dimarahi</a:t>
            </a:r>
            <a:r>
              <a:rPr lang="en-ID" sz="1700" dirty="0"/>
              <a:t>.</a:t>
            </a:r>
          </a:p>
          <a:p>
            <a:pPr algn="just"/>
            <a:endParaRPr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76D8DE-18B2-6AED-E674-1B3EEDF20BEC}"/>
              </a:ext>
            </a:extLst>
          </p:cNvPr>
          <p:cNvSpPr txBox="1">
            <a:spLocks/>
          </p:cNvSpPr>
          <p:nvPr/>
        </p:nvSpPr>
        <p:spPr>
          <a:xfrm>
            <a:off x="457200" y="1348813"/>
            <a:ext cx="8578645" cy="49062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just"/>
            <a:r>
              <a:rPr lang="en-ID" sz="1700" dirty="0" err="1"/>
              <a:t>Analisis</a:t>
            </a:r>
            <a:r>
              <a:rPr lang="en-ID" sz="1700" dirty="0"/>
              <a:t> </a:t>
            </a:r>
            <a:r>
              <a:rPr lang="en-ID" sz="1700" dirty="0" err="1"/>
              <a:t>Singkat</a:t>
            </a:r>
            <a:r>
              <a:rPr lang="en-ID" sz="1700" dirty="0"/>
              <a:t> </a:t>
            </a:r>
          </a:p>
          <a:p>
            <a:pPr algn="just"/>
            <a:r>
              <a:rPr lang="en-ID" sz="1700" dirty="0"/>
              <a:t>Kasus </a:t>
            </a:r>
            <a:r>
              <a:rPr lang="en-ID" sz="1700" dirty="0" err="1"/>
              <a:t>ini</a:t>
            </a:r>
            <a:r>
              <a:rPr lang="en-ID" sz="1700" dirty="0"/>
              <a:t> </a:t>
            </a:r>
            <a:r>
              <a:rPr lang="en-ID" sz="1700" dirty="0" err="1"/>
              <a:t>mencerminkan</a:t>
            </a:r>
            <a:r>
              <a:rPr lang="en-ID" sz="1700" dirty="0"/>
              <a:t> </a:t>
            </a:r>
            <a:r>
              <a:rPr lang="en-ID" sz="1700" dirty="0" err="1"/>
              <a:t>interaksi</a:t>
            </a:r>
            <a:r>
              <a:rPr lang="en-ID" sz="1700" dirty="0"/>
              <a:t> </a:t>
            </a:r>
            <a:r>
              <a:rPr lang="en-ID" sz="1700" dirty="0" err="1"/>
              <a:t>antara</a:t>
            </a:r>
            <a:r>
              <a:rPr lang="en-ID" sz="1700" dirty="0"/>
              <a:t>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sz="1700" dirty="0" err="1"/>
              <a:t>Perkembangan</a:t>
            </a:r>
            <a:r>
              <a:rPr lang="en-ID" sz="1700" dirty="0"/>
              <a:t> </a:t>
            </a:r>
            <a:r>
              <a:rPr lang="en-ID" sz="1700" dirty="0" err="1"/>
              <a:t>biologis</a:t>
            </a:r>
            <a:r>
              <a:rPr lang="en-ID" sz="1700" dirty="0"/>
              <a:t> (</a:t>
            </a:r>
            <a:r>
              <a:rPr lang="en-ID" sz="1700" dirty="0" err="1"/>
              <a:t>pubertas</a:t>
            </a:r>
            <a:r>
              <a:rPr lang="en-ID" sz="1700" dirty="0"/>
              <a:t> &amp; hormonal)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sz="1700" dirty="0" err="1"/>
              <a:t>Perkembangan</a:t>
            </a:r>
            <a:r>
              <a:rPr lang="en-ID" sz="1700" dirty="0"/>
              <a:t> </a:t>
            </a:r>
            <a:r>
              <a:rPr lang="en-ID" sz="1700" dirty="0" err="1"/>
              <a:t>psikososial</a:t>
            </a:r>
            <a:r>
              <a:rPr lang="en-ID" sz="1700" dirty="0"/>
              <a:t> (</a:t>
            </a:r>
            <a:r>
              <a:rPr lang="en-ID" sz="1700" dirty="0" err="1"/>
              <a:t>emosi</a:t>
            </a:r>
            <a:r>
              <a:rPr lang="en-ID" sz="1700" dirty="0"/>
              <a:t>, </a:t>
            </a:r>
            <a:r>
              <a:rPr lang="en-ID" sz="1700" dirty="0" err="1"/>
              <a:t>identitas</a:t>
            </a:r>
            <a:r>
              <a:rPr lang="en-ID" sz="1700" dirty="0"/>
              <a:t>, </a:t>
            </a:r>
            <a:r>
              <a:rPr lang="en-ID" sz="1700" dirty="0" err="1"/>
              <a:t>relasi</a:t>
            </a:r>
            <a:r>
              <a:rPr lang="en-ID" sz="1700" dirty="0"/>
              <a:t>)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sz="1700" dirty="0" err="1"/>
              <a:t>Pengaruh</a:t>
            </a:r>
            <a:r>
              <a:rPr lang="en-ID" sz="1700" dirty="0"/>
              <a:t> </a:t>
            </a:r>
            <a:r>
              <a:rPr lang="en-ID" sz="1700" dirty="0" err="1"/>
              <a:t>lingkungan</a:t>
            </a:r>
            <a:r>
              <a:rPr lang="en-ID" sz="1700" dirty="0"/>
              <a:t> (media digital &amp; </a:t>
            </a:r>
            <a:r>
              <a:rPr lang="en-ID" sz="1700" dirty="0" err="1"/>
              <a:t>teman</a:t>
            </a:r>
            <a:r>
              <a:rPr lang="en-ID" sz="1700" dirty="0"/>
              <a:t> </a:t>
            </a:r>
            <a:r>
              <a:rPr lang="en-ID" sz="1700" dirty="0" err="1"/>
              <a:t>sebaya</a:t>
            </a:r>
            <a:r>
              <a:rPr lang="en-ID" sz="1700" dirty="0"/>
              <a:t>)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sz="1700" dirty="0" err="1"/>
              <a:t>Kurangnya</a:t>
            </a:r>
            <a:r>
              <a:rPr lang="en-ID" sz="1700" dirty="0"/>
              <a:t> </a:t>
            </a:r>
            <a:r>
              <a:rPr lang="en-ID" sz="1700" dirty="0" err="1"/>
              <a:t>literasi</a:t>
            </a:r>
            <a:r>
              <a:rPr lang="en-ID" sz="1700" dirty="0"/>
              <a:t> </a:t>
            </a:r>
            <a:r>
              <a:rPr lang="en-ID" sz="1700" dirty="0" err="1"/>
              <a:t>kesehatan</a:t>
            </a:r>
            <a:r>
              <a:rPr lang="en-ID" sz="1700" dirty="0"/>
              <a:t> </a:t>
            </a:r>
            <a:r>
              <a:rPr lang="en-ID" sz="1700" dirty="0" err="1"/>
              <a:t>reproduksi</a:t>
            </a:r>
            <a:r>
              <a:rPr lang="en-ID" sz="1700" dirty="0"/>
              <a:t> </a:t>
            </a:r>
          </a:p>
          <a:p>
            <a:pPr algn="just"/>
            <a:r>
              <a:rPr lang="en-ID" sz="1700" dirty="0" err="1"/>
              <a:t>Pertanyaan</a:t>
            </a:r>
            <a:r>
              <a:rPr lang="en-ID" sz="1700" dirty="0"/>
              <a:t> </a:t>
            </a:r>
            <a:r>
              <a:rPr lang="en-ID" sz="1700" dirty="0" err="1"/>
              <a:t>Diskusi</a:t>
            </a:r>
            <a:endParaRPr lang="en-ID" sz="1700" dirty="0"/>
          </a:p>
          <a:p>
            <a:pPr algn="just"/>
            <a:r>
              <a:rPr lang="en-ID" sz="1700" dirty="0"/>
              <a:t>Apa </a:t>
            </a:r>
            <a:r>
              <a:rPr lang="en-ID" sz="1700" dirty="0" err="1"/>
              <a:t>faktor</a:t>
            </a:r>
            <a:r>
              <a:rPr lang="en-ID" sz="1700" dirty="0"/>
              <a:t> yang </a:t>
            </a:r>
            <a:r>
              <a:rPr lang="en-ID" sz="1700" dirty="0" err="1"/>
              <a:t>mempengaruhi</a:t>
            </a:r>
            <a:r>
              <a:rPr lang="en-ID" sz="1700" dirty="0"/>
              <a:t> </a:t>
            </a:r>
            <a:r>
              <a:rPr lang="en-ID" sz="1700" dirty="0" err="1"/>
              <a:t>perilaku</a:t>
            </a:r>
            <a:r>
              <a:rPr lang="en-ID" sz="1700" dirty="0"/>
              <a:t> </a:t>
            </a:r>
            <a:r>
              <a:rPr lang="en-ID" sz="1700" dirty="0" err="1"/>
              <a:t>remaja</a:t>
            </a:r>
            <a:r>
              <a:rPr lang="en-ID" sz="1700" dirty="0"/>
              <a:t> </a:t>
            </a:r>
            <a:r>
              <a:rPr lang="en-ID" sz="1700" dirty="0" err="1"/>
              <a:t>dalam</a:t>
            </a:r>
            <a:r>
              <a:rPr lang="en-ID" sz="1700" dirty="0"/>
              <a:t> </a:t>
            </a:r>
            <a:r>
              <a:rPr lang="en-ID" sz="1700" dirty="0" err="1"/>
              <a:t>kasus</a:t>
            </a:r>
            <a:r>
              <a:rPr lang="en-ID" sz="1700" dirty="0"/>
              <a:t> </a:t>
            </a:r>
            <a:r>
              <a:rPr lang="en-ID" sz="1700" dirty="0" err="1"/>
              <a:t>tersebut</a:t>
            </a:r>
            <a:r>
              <a:rPr lang="en-ID" sz="1700" dirty="0"/>
              <a:t>? </a:t>
            </a:r>
          </a:p>
          <a:p>
            <a:pPr algn="just"/>
            <a:r>
              <a:rPr lang="en-ID" sz="1700" dirty="0"/>
              <a:t>Apa </a:t>
            </a:r>
            <a:r>
              <a:rPr lang="en-ID" sz="1700" dirty="0" err="1"/>
              <a:t>kemungkinan</a:t>
            </a:r>
            <a:r>
              <a:rPr lang="en-ID" sz="1700" dirty="0"/>
              <a:t> </a:t>
            </a:r>
            <a:r>
              <a:rPr lang="en-ID" sz="1700" dirty="0" err="1"/>
              <a:t>masalah</a:t>
            </a:r>
            <a:r>
              <a:rPr lang="en-ID" sz="1700" dirty="0"/>
              <a:t> </a:t>
            </a:r>
            <a:r>
              <a:rPr lang="en-ID" sz="1700" dirty="0" err="1"/>
              <a:t>kesehatan</a:t>
            </a:r>
            <a:r>
              <a:rPr lang="en-ID" sz="1700" dirty="0"/>
              <a:t> </a:t>
            </a:r>
            <a:r>
              <a:rPr lang="en-ID" sz="1700" dirty="0" err="1"/>
              <a:t>reproduksi</a:t>
            </a:r>
            <a:r>
              <a:rPr lang="en-ID" sz="1700" dirty="0"/>
              <a:t> yang </a:t>
            </a:r>
            <a:r>
              <a:rPr lang="en-ID" sz="1700" dirty="0" err="1"/>
              <a:t>dialami</a:t>
            </a:r>
            <a:r>
              <a:rPr lang="en-ID" sz="1700" dirty="0"/>
              <a:t>? </a:t>
            </a:r>
          </a:p>
          <a:p>
            <a:pPr algn="just"/>
            <a:r>
              <a:rPr lang="en-ID" sz="1700" dirty="0"/>
              <a:t>Apa </a:t>
            </a:r>
            <a:r>
              <a:rPr lang="en-ID" sz="1700" dirty="0" err="1"/>
              <a:t>risiko</a:t>
            </a:r>
            <a:r>
              <a:rPr lang="en-ID" sz="1700" dirty="0"/>
              <a:t> </a:t>
            </a:r>
            <a:r>
              <a:rPr lang="en-ID" sz="1700" dirty="0" err="1"/>
              <a:t>kesehatan</a:t>
            </a:r>
            <a:r>
              <a:rPr lang="en-ID" sz="1700" dirty="0"/>
              <a:t> </a:t>
            </a:r>
            <a:r>
              <a:rPr lang="en-ID" sz="1700" dirty="0" err="1"/>
              <a:t>jangka</a:t>
            </a:r>
            <a:r>
              <a:rPr lang="en-ID" sz="1700" dirty="0"/>
              <a:t> </a:t>
            </a:r>
            <a:r>
              <a:rPr lang="en-ID" sz="1700" dirty="0" err="1"/>
              <a:t>pendek</a:t>
            </a:r>
            <a:r>
              <a:rPr lang="en-ID" sz="1700" dirty="0"/>
              <a:t> dan </a:t>
            </a:r>
            <a:r>
              <a:rPr lang="en-ID" sz="1700" dirty="0" err="1"/>
              <a:t>jangka</a:t>
            </a:r>
            <a:r>
              <a:rPr lang="en-ID" sz="1700" dirty="0"/>
              <a:t> </a:t>
            </a:r>
            <a:r>
              <a:rPr lang="en-ID" sz="1700" dirty="0" err="1"/>
              <a:t>panjang</a:t>
            </a:r>
            <a:r>
              <a:rPr lang="en-ID" sz="1700" dirty="0"/>
              <a:t> yang </a:t>
            </a:r>
            <a:r>
              <a:rPr lang="en-ID" sz="1700" dirty="0" err="1"/>
              <a:t>mungkin</a:t>
            </a:r>
            <a:r>
              <a:rPr lang="en-ID" sz="1700" dirty="0"/>
              <a:t> </a:t>
            </a:r>
            <a:r>
              <a:rPr lang="en-ID" sz="1700" dirty="0" err="1"/>
              <a:t>terjadi</a:t>
            </a:r>
            <a:r>
              <a:rPr lang="en-ID" sz="1700" dirty="0"/>
              <a:t>? </a:t>
            </a:r>
          </a:p>
          <a:p>
            <a:pPr algn="just"/>
            <a:r>
              <a:rPr lang="en-ID" sz="1700" dirty="0" err="1"/>
              <a:t>Bagaimana</a:t>
            </a:r>
            <a:r>
              <a:rPr lang="en-ID" sz="1700" dirty="0"/>
              <a:t> </a:t>
            </a:r>
            <a:r>
              <a:rPr lang="en-ID" sz="1700" dirty="0" err="1"/>
              <a:t>pendekatan</a:t>
            </a:r>
            <a:r>
              <a:rPr lang="en-ID" sz="1700" dirty="0"/>
              <a:t> </a:t>
            </a:r>
            <a:r>
              <a:rPr lang="en-ID" sz="1700" dirty="0" err="1"/>
              <a:t>edukasi</a:t>
            </a:r>
            <a:r>
              <a:rPr lang="en-ID" sz="1700" dirty="0"/>
              <a:t> yang </a:t>
            </a:r>
            <a:r>
              <a:rPr lang="en-ID" sz="1700" dirty="0" err="1"/>
              <a:t>tepat</a:t>
            </a:r>
            <a:r>
              <a:rPr lang="en-ID" sz="1700" dirty="0"/>
              <a:t> </a:t>
            </a:r>
            <a:r>
              <a:rPr lang="en-ID" sz="1700" dirty="0" err="1"/>
              <a:t>sesuai</a:t>
            </a:r>
            <a:r>
              <a:rPr lang="en-ID" sz="1700" dirty="0"/>
              <a:t> </a:t>
            </a:r>
            <a:r>
              <a:rPr lang="en-ID" sz="1700" dirty="0" err="1"/>
              <a:t>prinsip</a:t>
            </a:r>
            <a:r>
              <a:rPr lang="en-ID" sz="1700" dirty="0"/>
              <a:t> </a:t>
            </a:r>
            <a:r>
              <a:rPr lang="en-ID" sz="1700" dirty="0" err="1"/>
              <a:t>kesehatan</a:t>
            </a:r>
            <a:r>
              <a:rPr lang="en-ID" sz="1700" dirty="0"/>
              <a:t> </a:t>
            </a:r>
            <a:r>
              <a:rPr lang="en-ID" sz="1700" dirty="0" err="1"/>
              <a:t>masyarakat</a:t>
            </a:r>
            <a:r>
              <a:rPr lang="en-ID" sz="1700" dirty="0"/>
              <a:t> dan </a:t>
            </a:r>
            <a:r>
              <a:rPr lang="en-ID" sz="1700" dirty="0" err="1"/>
              <a:t>keperawatan</a:t>
            </a:r>
            <a:r>
              <a:rPr lang="en-ID" sz="1700" dirty="0"/>
              <a:t> </a:t>
            </a:r>
            <a:r>
              <a:rPr lang="en-ID" sz="1700" dirty="0" err="1"/>
              <a:t>komunitas</a:t>
            </a:r>
            <a:r>
              <a:rPr lang="en-ID" sz="1700" dirty="0"/>
              <a:t>? </a:t>
            </a:r>
          </a:p>
          <a:p>
            <a:pPr algn="just"/>
            <a:r>
              <a:rPr lang="en-ID" sz="1700" dirty="0"/>
              <a:t>Apa </a:t>
            </a:r>
            <a:r>
              <a:rPr lang="en-ID" sz="1700" dirty="0" err="1"/>
              <a:t>peran</a:t>
            </a:r>
            <a:r>
              <a:rPr lang="en-ID" sz="1700" dirty="0"/>
              <a:t> </a:t>
            </a:r>
            <a:r>
              <a:rPr lang="en-ID" sz="1700" dirty="0" err="1"/>
              <a:t>tenaga</a:t>
            </a:r>
            <a:r>
              <a:rPr lang="en-ID" sz="1700" dirty="0"/>
              <a:t> </a:t>
            </a:r>
            <a:r>
              <a:rPr lang="en-ID" sz="1700" dirty="0" err="1"/>
              <a:t>kesehatan</a:t>
            </a:r>
            <a:r>
              <a:rPr lang="en-ID" sz="1700" dirty="0"/>
              <a:t> </a:t>
            </a:r>
            <a:r>
              <a:rPr lang="en-ID" sz="1700" dirty="0" err="1"/>
              <a:t>dalam</a:t>
            </a:r>
            <a:r>
              <a:rPr lang="en-ID" sz="1700" dirty="0"/>
              <a:t> </a:t>
            </a:r>
            <a:r>
              <a:rPr lang="en-ID" sz="1700" dirty="0" err="1"/>
              <a:t>menangani</a:t>
            </a:r>
            <a:r>
              <a:rPr lang="en-ID" sz="1700" dirty="0"/>
              <a:t> </a:t>
            </a:r>
            <a:r>
              <a:rPr lang="en-ID" sz="1700" dirty="0" err="1"/>
              <a:t>kasus</a:t>
            </a:r>
            <a:r>
              <a:rPr lang="en-ID" sz="1700" dirty="0"/>
              <a:t> </a:t>
            </a:r>
            <a:r>
              <a:rPr lang="en-ID" sz="1700" dirty="0" err="1"/>
              <a:t>ini</a:t>
            </a:r>
            <a:r>
              <a:rPr lang="en-ID" sz="1700" dirty="0"/>
              <a:t> </a:t>
            </a:r>
            <a:r>
              <a:rPr lang="en-ID" sz="1700" dirty="0" err="1"/>
              <a:t>secara</a:t>
            </a:r>
            <a:r>
              <a:rPr lang="en-ID" sz="1700" dirty="0"/>
              <a:t> </a:t>
            </a:r>
            <a:r>
              <a:rPr lang="en-ID" sz="1700" dirty="0" err="1"/>
              <a:t>komprehensif</a:t>
            </a:r>
            <a:r>
              <a:rPr lang="en-ID" sz="1700" dirty="0"/>
              <a:t>?</a:t>
            </a:r>
          </a:p>
          <a:p>
            <a:pPr algn="just"/>
            <a:endParaRPr lang="en-ID" sz="1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B3036F2-BBB6-3F35-B9F7-6FAB99254531}"/>
              </a:ext>
            </a:extLst>
          </p:cNvPr>
          <p:cNvSpPr txBox="1">
            <a:spLocks/>
          </p:cNvSpPr>
          <p:nvPr/>
        </p:nvSpPr>
        <p:spPr>
          <a:xfrm>
            <a:off x="457200" y="17631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D" b="1"/>
              <a:t>Kasus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5940627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281</TotalTime>
  <Words>2519</Words>
  <Application>Microsoft Office PowerPoint</Application>
  <PresentationFormat>On-screen Show (4:3)</PresentationFormat>
  <Paragraphs>177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Century Gothic</vt:lpstr>
      <vt:lpstr>Wingdings 3</vt:lpstr>
      <vt:lpstr>Ion</vt:lpstr>
      <vt:lpstr>TUMBUH KEMBANG REMAJA DAN PERMASALAHAN SEKSUALITAS   DR. MUBARAK</vt:lpstr>
      <vt:lpstr>Definisi Remaja</vt:lpstr>
      <vt:lpstr>Konsep Tumbuh Kembang</vt:lpstr>
      <vt:lpstr>Faktor yang Mempengaruhi Tumbuh Kembang</vt:lpstr>
      <vt:lpstr>Perkembangan Fisik Remaja</vt:lpstr>
      <vt:lpstr>Perkembangan Biologis (Pubertas)</vt:lpstr>
      <vt:lpstr>PowerPoint Presentation</vt:lpstr>
      <vt:lpstr>Perubahan Hormonal Remaja</vt:lpstr>
      <vt:lpstr>Perkembangan Kognitif</vt:lpstr>
      <vt:lpstr>Perkembangan Psikologis</vt:lpstr>
      <vt:lpstr>Perkembangan Sosial Remaja</vt:lpstr>
      <vt:lpstr>Perkembangan Emosional Remaja</vt:lpstr>
      <vt:lpstr>Perkembangan Moral dan Identitas</vt:lpstr>
      <vt:lpstr>Konsep Seksualitas Remaja</vt:lpstr>
      <vt:lpstr>Perkembangan Seksual Remaja</vt:lpstr>
      <vt:lpstr>Faktor yang Mempengaruhi Seksualitas Remaja</vt:lpstr>
      <vt:lpstr>Media dan Pengaruh Lingkungan</vt:lpstr>
      <vt:lpstr>Pendidikan Seksual pada Remaja</vt:lpstr>
      <vt:lpstr>Perilaku Seksual Berisiko</vt:lpstr>
      <vt:lpstr>Infeksi Menular Seksual (IMS)</vt:lpstr>
      <vt:lpstr>HIV/AIDS pada Remaja</vt:lpstr>
      <vt:lpstr>Kehamilan Remaja</vt:lpstr>
      <vt:lpstr>Kekerasan Seksual</vt:lpstr>
      <vt:lpstr>Pornografi dan Dampaknya</vt:lpstr>
      <vt:lpstr>Penyimpangan Perilaku Seksual</vt:lpstr>
      <vt:lpstr>Dampak Kesehatan dan Sosial</vt:lpstr>
      <vt:lpstr>Upaya Promotif dan Preventif</vt:lpstr>
      <vt:lpstr>Peran Tenaga Kesehatan, Keluarga, dan Sekolah</vt:lpstr>
      <vt:lpstr>Kasus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Mubarak</cp:lastModifiedBy>
  <cp:revision>18</cp:revision>
  <dcterms:created xsi:type="dcterms:W3CDTF">2013-01-27T09:14:16Z</dcterms:created>
  <dcterms:modified xsi:type="dcterms:W3CDTF">2026-04-06T04:03:15Z</dcterms:modified>
  <cp:category/>
</cp:coreProperties>
</file>