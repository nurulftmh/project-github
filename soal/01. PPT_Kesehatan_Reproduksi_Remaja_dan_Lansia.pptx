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71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74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7009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3090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472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575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8741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045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129281"/>
            <a:ext cx="2551461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14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706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26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2273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8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48177" y="3771174"/>
            <a:ext cx="546115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415967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3124201"/>
            <a:ext cx="6620968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0523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7898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5923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2861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052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7000"/>
                </a:schemeClr>
              </a:gs>
              <a:gs pos="69000">
                <a:schemeClr val="accent5">
                  <a:alpha val="0"/>
                </a:schemeClr>
              </a:gs>
              <a:gs pos="36000">
                <a:schemeClr val="accent5"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4000"/>
                </a:schemeClr>
              </a:gs>
              <a:gs pos="73000">
                <a:schemeClr val="accent5">
                  <a:alpha val="0"/>
                </a:schemeClr>
              </a:gs>
              <a:gs pos="36000">
                <a:schemeClr val="accent5"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4000"/>
                </a:schemeClr>
              </a:gs>
              <a:gs pos="66000">
                <a:schemeClr val="accent5">
                  <a:alpha val="0"/>
                </a:schemeClr>
              </a:gs>
              <a:gs pos="36000">
                <a:schemeClr val="accent5"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8000"/>
                </a:schemeClr>
              </a:gs>
              <a:gs pos="72000">
                <a:schemeClr val="accent5">
                  <a:alpha val="0"/>
                </a:schemeClr>
              </a:gs>
              <a:gs pos="36000">
                <a:schemeClr val="accent5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18235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C8ADB8-B5DF-5DDF-E04F-A713DB7BF9C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algn="ctr"/>
            <a:r>
              <a:rPr lang="en-US" dirty="0"/>
              <a:t>Dr. Mubarak</a:t>
            </a:r>
            <a:endParaRPr lang="en-ID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1DA4049-BA1E-FF2C-82FD-AC5DD9F78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267" y="350520"/>
            <a:ext cx="7911465" cy="1981200"/>
          </a:xfrm>
        </p:spPr>
        <p:txBody>
          <a:bodyPr/>
          <a:lstStyle/>
          <a:p>
            <a:pPr algn="ctr"/>
            <a:r>
              <a:rPr dirty="0"/>
              <a:t>Kesehatan </a:t>
            </a:r>
            <a:r>
              <a:rPr dirty="0" err="1"/>
              <a:t>Reproduksi</a:t>
            </a:r>
            <a:r>
              <a:rPr dirty="0"/>
              <a:t> </a:t>
            </a:r>
            <a:r>
              <a:rPr dirty="0" err="1"/>
              <a:t>Remaja</a:t>
            </a:r>
            <a:r>
              <a:rPr dirty="0"/>
              <a:t> dan </a:t>
            </a:r>
            <a:r>
              <a:rPr dirty="0" err="1"/>
              <a:t>Lansia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314131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Pengertian Kesehatan Reproduksi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710" y="1860714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dirty="0" err="1"/>
              <a:t>Menurut</a:t>
            </a:r>
            <a:r>
              <a:rPr dirty="0"/>
              <a:t> World Health Organization (WHO), </a:t>
            </a:r>
            <a:r>
              <a:rPr dirty="0" err="1"/>
              <a:t>kesehatan</a:t>
            </a:r>
            <a:r>
              <a:rPr dirty="0"/>
              <a:t> </a:t>
            </a:r>
            <a:r>
              <a:rPr dirty="0" err="1"/>
              <a:t>reproduksi</a:t>
            </a:r>
            <a:r>
              <a:rPr dirty="0"/>
              <a:t> </a:t>
            </a:r>
            <a:r>
              <a:rPr dirty="0" err="1"/>
              <a:t>adalah</a:t>
            </a:r>
            <a:r>
              <a:rPr dirty="0"/>
              <a:t> </a:t>
            </a:r>
            <a:r>
              <a:rPr dirty="0" err="1"/>
              <a:t>keadaan</a:t>
            </a:r>
            <a:r>
              <a:rPr dirty="0"/>
              <a:t> </a:t>
            </a:r>
            <a:r>
              <a:rPr dirty="0" err="1"/>
              <a:t>sejahtera</a:t>
            </a:r>
            <a:r>
              <a:rPr dirty="0"/>
              <a:t> </a:t>
            </a:r>
            <a:r>
              <a:rPr dirty="0" err="1"/>
              <a:t>secara</a:t>
            </a:r>
            <a:r>
              <a:rPr dirty="0"/>
              <a:t> </a:t>
            </a:r>
            <a:r>
              <a:rPr dirty="0" err="1"/>
              <a:t>fisik</a:t>
            </a:r>
            <a:r>
              <a:rPr dirty="0"/>
              <a:t>, mental, dan </a:t>
            </a:r>
            <a:r>
              <a:rPr dirty="0" err="1"/>
              <a:t>sosial</a:t>
            </a:r>
            <a:r>
              <a:rPr dirty="0"/>
              <a:t> </a:t>
            </a:r>
            <a:r>
              <a:rPr dirty="0" err="1"/>
              <a:t>secara</a:t>
            </a:r>
            <a:r>
              <a:rPr dirty="0"/>
              <a:t> </a:t>
            </a:r>
            <a:r>
              <a:rPr dirty="0" err="1"/>
              <a:t>utuh</a:t>
            </a:r>
            <a:r>
              <a:rPr dirty="0"/>
              <a:t> </a:t>
            </a:r>
            <a:r>
              <a:rPr dirty="0" err="1"/>
              <a:t>dalam</a:t>
            </a:r>
            <a:r>
              <a:rPr dirty="0"/>
              <a:t> </a:t>
            </a:r>
            <a:r>
              <a:rPr dirty="0" err="1"/>
              <a:t>segala</a:t>
            </a:r>
            <a:r>
              <a:rPr dirty="0"/>
              <a:t> </a:t>
            </a:r>
            <a:r>
              <a:rPr dirty="0" err="1"/>
              <a:t>hal</a:t>
            </a:r>
            <a:r>
              <a:rPr dirty="0"/>
              <a:t> yang </a:t>
            </a:r>
            <a:r>
              <a:rPr dirty="0" err="1"/>
              <a:t>berkaitan</a:t>
            </a:r>
            <a:r>
              <a:rPr dirty="0"/>
              <a:t> </a:t>
            </a:r>
            <a:r>
              <a:rPr dirty="0" err="1"/>
              <a:t>dengan</a:t>
            </a:r>
            <a:r>
              <a:rPr dirty="0"/>
              <a:t> </a:t>
            </a:r>
            <a:r>
              <a:rPr dirty="0" err="1"/>
              <a:t>sistem</a:t>
            </a:r>
            <a:r>
              <a:rPr dirty="0"/>
              <a:t> </a:t>
            </a:r>
            <a:r>
              <a:rPr dirty="0" err="1"/>
              <a:t>reproduksi</a:t>
            </a:r>
            <a:r>
              <a:rPr dirty="0"/>
              <a:t>, </a:t>
            </a:r>
            <a:r>
              <a:rPr dirty="0" err="1"/>
              <a:t>fungsi</a:t>
            </a:r>
            <a:r>
              <a:rPr dirty="0"/>
              <a:t>, dan </a:t>
            </a:r>
            <a:r>
              <a:rPr dirty="0" err="1"/>
              <a:t>prosesnya</a:t>
            </a:r>
            <a:r>
              <a:rPr dirty="0"/>
              <a:t>.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Kesehatan </a:t>
            </a:r>
            <a:r>
              <a:rPr dirty="0" err="1"/>
              <a:t>reproduksi</a:t>
            </a:r>
            <a:r>
              <a:rPr dirty="0"/>
              <a:t> </a:t>
            </a:r>
            <a:r>
              <a:rPr dirty="0" err="1"/>
              <a:t>mencakup</a:t>
            </a:r>
            <a:r>
              <a:rPr dirty="0"/>
              <a:t>: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lang="en-US" dirty="0" err="1"/>
              <a:t>K</a:t>
            </a:r>
            <a:r>
              <a:rPr dirty="0" err="1"/>
              <a:t>emampuan</a:t>
            </a:r>
            <a:r>
              <a:rPr dirty="0"/>
              <a:t> </a:t>
            </a:r>
            <a:r>
              <a:rPr dirty="0" err="1"/>
              <a:t>menjalani</a:t>
            </a:r>
            <a:r>
              <a:rPr dirty="0"/>
              <a:t> </a:t>
            </a:r>
            <a:r>
              <a:rPr dirty="0" err="1"/>
              <a:t>kehidupan</a:t>
            </a:r>
            <a:r>
              <a:rPr dirty="0"/>
              <a:t> </a:t>
            </a:r>
            <a:r>
              <a:rPr dirty="0" err="1"/>
              <a:t>seksual</a:t>
            </a:r>
            <a:r>
              <a:rPr dirty="0"/>
              <a:t> yang </a:t>
            </a:r>
            <a:r>
              <a:rPr dirty="0" err="1"/>
              <a:t>sehat</a:t>
            </a:r>
            <a:r>
              <a:rPr dirty="0"/>
              <a:t> dan</a:t>
            </a:r>
            <a:r>
              <a:rPr lang="en-US" dirty="0"/>
              <a:t>       </a:t>
            </a:r>
            <a:r>
              <a:rPr dirty="0" err="1"/>
              <a:t>aman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lang="en-US" dirty="0" err="1"/>
              <a:t>K</a:t>
            </a:r>
            <a:r>
              <a:rPr dirty="0" err="1"/>
              <a:t>emampuan</a:t>
            </a:r>
            <a:r>
              <a:rPr dirty="0"/>
              <a:t> </a:t>
            </a:r>
            <a:r>
              <a:rPr dirty="0" err="1"/>
              <a:t>bereproduksi</a:t>
            </a:r>
            <a:r>
              <a:rPr dirty="0"/>
              <a:t> </a:t>
            </a:r>
            <a:r>
              <a:rPr dirty="0" err="1"/>
              <a:t>secara</a:t>
            </a:r>
            <a:r>
              <a:rPr dirty="0"/>
              <a:t> </a:t>
            </a:r>
            <a:r>
              <a:rPr dirty="0" err="1"/>
              <a:t>bertanggung</a:t>
            </a:r>
            <a:r>
              <a:rPr dirty="0"/>
              <a:t> </a:t>
            </a:r>
            <a:r>
              <a:rPr dirty="0" err="1"/>
              <a:t>jawab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lang="en-US" dirty="0"/>
              <a:t>A</a:t>
            </a:r>
            <a:r>
              <a:rPr dirty="0"/>
              <a:t>kses </a:t>
            </a:r>
            <a:r>
              <a:rPr dirty="0" err="1"/>
              <a:t>terhadap</a:t>
            </a:r>
            <a:r>
              <a:rPr dirty="0"/>
              <a:t> </a:t>
            </a:r>
            <a:r>
              <a:rPr dirty="0" err="1"/>
              <a:t>pelayanan</a:t>
            </a:r>
            <a:r>
              <a:rPr dirty="0"/>
              <a:t> </a:t>
            </a:r>
            <a:r>
              <a:rPr dirty="0" err="1"/>
              <a:t>kesehatan</a:t>
            </a:r>
            <a:r>
              <a:rPr dirty="0"/>
              <a:t> </a:t>
            </a:r>
            <a:r>
              <a:rPr dirty="0" err="1"/>
              <a:t>reproduksi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lang="en-US" dirty="0" err="1"/>
              <a:t>P</a:t>
            </a:r>
            <a:r>
              <a:rPr dirty="0" err="1"/>
              <a:t>erlindungan</a:t>
            </a:r>
            <a:r>
              <a:rPr dirty="0"/>
              <a:t> </a:t>
            </a:r>
            <a:r>
              <a:rPr dirty="0" err="1"/>
              <a:t>dari</a:t>
            </a:r>
            <a:r>
              <a:rPr dirty="0"/>
              <a:t> </a:t>
            </a:r>
            <a:r>
              <a:rPr dirty="0" err="1"/>
              <a:t>penyakit</a:t>
            </a:r>
            <a:r>
              <a:rPr dirty="0"/>
              <a:t> yang </a:t>
            </a:r>
            <a:r>
              <a:rPr dirty="0" err="1"/>
              <a:t>berhubungan</a:t>
            </a:r>
            <a:r>
              <a:rPr dirty="0"/>
              <a:t> </a:t>
            </a:r>
            <a:r>
              <a:rPr dirty="0" err="1"/>
              <a:t>dengan</a:t>
            </a:r>
            <a:r>
              <a:rPr dirty="0"/>
              <a:t> </a:t>
            </a:r>
            <a:br>
              <a:rPr lang="en-US" dirty="0"/>
            </a:br>
            <a:r>
              <a:rPr lang="en-US" dirty="0"/>
              <a:t>   </a:t>
            </a:r>
            <a:r>
              <a:rPr dirty="0" err="1"/>
              <a:t>sistem</a:t>
            </a:r>
            <a:r>
              <a:rPr dirty="0"/>
              <a:t> </a:t>
            </a:r>
            <a:r>
              <a:rPr dirty="0" err="1"/>
              <a:t>reproduksi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710" y="96102"/>
            <a:ext cx="7055380" cy="1400530"/>
          </a:xfrm>
        </p:spPr>
        <p:txBody>
          <a:bodyPr/>
          <a:lstStyle/>
          <a:p>
            <a:r>
              <a:rPr sz="3600" dirty="0" err="1"/>
              <a:t>Prinsip</a:t>
            </a:r>
            <a:r>
              <a:rPr sz="3600" dirty="0"/>
              <a:t> Kesehatan </a:t>
            </a:r>
            <a:r>
              <a:rPr sz="3600" dirty="0" err="1"/>
              <a:t>Reproduksi</a:t>
            </a:r>
            <a:r>
              <a:rPr sz="3600" dirty="0"/>
              <a:t> </a:t>
            </a:r>
            <a:r>
              <a:rPr sz="3600" dirty="0" err="1"/>
              <a:t>Sepanjang</a:t>
            </a:r>
            <a:r>
              <a:rPr sz="3600" dirty="0"/>
              <a:t> </a:t>
            </a:r>
            <a:r>
              <a:rPr sz="3600" dirty="0" err="1"/>
              <a:t>Siklus</a:t>
            </a:r>
            <a:r>
              <a:rPr sz="3600" dirty="0"/>
              <a:t> </a:t>
            </a:r>
            <a:r>
              <a:rPr sz="3600" dirty="0" err="1"/>
              <a:t>Kehidupan</a:t>
            </a:r>
            <a:endParaRPr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37093"/>
            <a:ext cx="8229600" cy="45259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dirty="0" err="1"/>
              <a:t>Pendekatan</a:t>
            </a:r>
            <a:r>
              <a:rPr dirty="0"/>
              <a:t> </a:t>
            </a:r>
            <a:r>
              <a:rPr dirty="0" err="1"/>
              <a:t>kesehatan</a:t>
            </a:r>
            <a:r>
              <a:rPr dirty="0"/>
              <a:t> </a:t>
            </a:r>
            <a:r>
              <a:rPr dirty="0" err="1"/>
              <a:t>reproduksi</a:t>
            </a:r>
            <a:r>
              <a:rPr dirty="0"/>
              <a:t> </a:t>
            </a:r>
            <a:r>
              <a:rPr dirty="0" err="1"/>
              <a:t>menggunakan</a:t>
            </a:r>
            <a:r>
              <a:rPr dirty="0"/>
              <a:t> life cycle approach, </a:t>
            </a:r>
            <a:r>
              <a:rPr dirty="0" err="1"/>
              <a:t>yaitu</a:t>
            </a:r>
            <a:r>
              <a:rPr dirty="0"/>
              <a:t> </a:t>
            </a:r>
            <a:r>
              <a:rPr dirty="0" err="1"/>
              <a:t>pendekatan</a:t>
            </a:r>
            <a:r>
              <a:rPr dirty="0"/>
              <a:t> </a:t>
            </a:r>
            <a:r>
              <a:rPr dirty="0" err="1"/>
              <a:t>kesehatan</a:t>
            </a:r>
            <a:r>
              <a:rPr dirty="0"/>
              <a:t> </a:t>
            </a:r>
            <a:r>
              <a:rPr dirty="0" err="1"/>
              <a:t>berdasarkan</a:t>
            </a:r>
            <a:r>
              <a:rPr dirty="0"/>
              <a:t> </a:t>
            </a:r>
            <a:r>
              <a:rPr dirty="0" err="1"/>
              <a:t>tahapan</a:t>
            </a:r>
            <a:r>
              <a:rPr dirty="0"/>
              <a:t> </a:t>
            </a:r>
            <a:r>
              <a:rPr dirty="0" err="1"/>
              <a:t>kehidupan</a:t>
            </a:r>
            <a:r>
              <a:rPr dirty="0"/>
              <a:t> </a:t>
            </a:r>
            <a:r>
              <a:rPr dirty="0" err="1"/>
              <a:t>manusia</a:t>
            </a:r>
            <a:r>
              <a:rPr dirty="0"/>
              <a:t>.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 err="1"/>
              <a:t>Tahapan</a:t>
            </a:r>
            <a:r>
              <a:rPr dirty="0"/>
              <a:t> </a:t>
            </a:r>
            <a:r>
              <a:rPr dirty="0" err="1"/>
              <a:t>siklus</a:t>
            </a:r>
            <a:r>
              <a:rPr dirty="0"/>
              <a:t> </a:t>
            </a:r>
            <a:r>
              <a:rPr dirty="0" err="1"/>
              <a:t>kehidupan</a:t>
            </a:r>
            <a:r>
              <a:rPr dirty="0"/>
              <a:t> </a:t>
            </a:r>
            <a:r>
              <a:rPr dirty="0" err="1"/>
              <a:t>meliputi</a:t>
            </a:r>
            <a:r>
              <a:rPr dirty="0"/>
              <a:t>:</a:t>
            </a:r>
          </a:p>
          <a:p>
            <a:pPr marL="0" indent="0">
              <a:buNone/>
            </a:pPr>
            <a:r>
              <a:rPr dirty="0"/>
              <a:t>• masa </a:t>
            </a:r>
            <a:r>
              <a:rPr dirty="0" err="1"/>
              <a:t>bayi</a:t>
            </a:r>
            <a:r>
              <a:rPr dirty="0"/>
              <a:t> dan </a:t>
            </a:r>
            <a:r>
              <a:rPr dirty="0" err="1"/>
              <a:t>anak</a:t>
            </a:r>
            <a:endParaRPr dirty="0"/>
          </a:p>
          <a:p>
            <a:pPr marL="0" indent="0">
              <a:buNone/>
            </a:pPr>
            <a:r>
              <a:rPr dirty="0"/>
              <a:t>• masa </a:t>
            </a:r>
            <a:r>
              <a:rPr dirty="0" err="1"/>
              <a:t>remaja</a:t>
            </a:r>
            <a:endParaRPr dirty="0"/>
          </a:p>
          <a:p>
            <a:pPr marL="0" indent="0">
              <a:buNone/>
            </a:pPr>
            <a:r>
              <a:rPr dirty="0"/>
              <a:t>• masa </a:t>
            </a:r>
            <a:r>
              <a:rPr dirty="0" err="1"/>
              <a:t>dewasa</a:t>
            </a:r>
            <a:endParaRPr dirty="0"/>
          </a:p>
          <a:p>
            <a:pPr marL="0" indent="0">
              <a:buNone/>
            </a:pPr>
            <a:r>
              <a:rPr dirty="0"/>
              <a:t>• masa </a:t>
            </a:r>
            <a:r>
              <a:rPr dirty="0" err="1"/>
              <a:t>lanjut</a:t>
            </a:r>
            <a:r>
              <a:rPr dirty="0"/>
              <a:t> </a:t>
            </a:r>
            <a:r>
              <a:rPr dirty="0" err="1"/>
              <a:t>usia</a:t>
            </a:r>
            <a:endParaRPr dirty="0"/>
          </a:p>
          <a:p>
            <a:endParaRPr dirty="0"/>
          </a:p>
          <a:p>
            <a:pPr marL="0" indent="0">
              <a:buNone/>
            </a:pPr>
            <a:r>
              <a:rPr dirty="0" err="1"/>
              <a:t>Prinsip</a:t>
            </a:r>
            <a:r>
              <a:rPr dirty="0"/>
              <a:t> </a:t>
            </a:r>
            <a:r>
              <a:rPr dirty="0" err="1"/>
              <a:t>utama</a:t>
            </a:r>
            <a:r>
              <a:rPr dirty="0"/>
              <a:t> </a:t>
            </a:r>
            <a:r>
              <a:rPr dirty="0" err="1"/>
              <a:t>meliputi</a:t>
            </a:r>
            <a:r>
              <a:rPr dirty="0"/>
              <a:t> </a:t>
            </a:r>
            <a:r>
              <a:rPr dirty="0" err="1"/>
              <a:t>hak</a:t>
            </a:r>
            <a:r>
              <a:rPr dirty="0"/>
              <a:t> </a:t>
            </a:r>
            <a:r>
              <a:rPr dirty="0" err="1"/>
              <a:t>reproduksi</a:t>
            </a:r>
            <a:r>
              <a:rPr dirty="0"/>
              <a:t>, </a:t>
            </a:r>
            <a:r>
              <a:rPr dirty="0" err="1"/>
              <a:t>kesetaraan</a:t>
            </a:r>
            <a:r>
              <a:rPr dirty="0"/>
              <a:t> gender, </a:t>
            </a:r>
            <a:r>
              <a:rPr dirty="0" err="1"/>
              <a:t>pendekatan</a:t>
            </a:r>
            <a:r>
              <a:rPr dirty="0"/>
              <a:t> </a:t>
            </a:r>
            <a:r>
              <a:rPr dirty="0" err="1"/>
              <a:t>promotif</a:t>
            </a:r>
            <a:r>
              <a:rPr dirty="0"/>
              <a:t> dan </a:t>
            </a:r>
            <a:r>
              <a:rPr dirty="0" err="1"/>
              <a:t>preventif</a:t>
            </a:r>
            <a:r>
              <a:rPr dirty="0"/>
              <a:t>, </a:t>
            </a:r>
            <a:r>
              <a:rPr dirty="0" err="1"/>
              <a:t>serta</a:t>
            </a:r>
            <a:r>
              <a:rPr dirty="0"/>
              <a:t> </a:t>
            </a:r>
            <a:r>
              <a:rPr dirty="0" err="1"/>
              <a:t>pelayanan</a:t>
            </a:r>
            <a:r>
              <a:rPr dirty="0"/>
              <a:t> </a:t>
            </a:r>
            <a:r>
              <a:rPr dirty="0" err="1"/>
              <a:t>kesehatan</a:t>
            </a:r>
            <a:r>
              <a:rPr dirty="0"/>
              <a:t> yang </a:t>
            </a:r>
            <a:r>
              <a:rPr dirty="0" err="1"/>
              <a:t>komprehensif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Konsep Kesehatan Reproduksi pada Remaja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73936"/>
            <a:ext cx="8229600" cy="45259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dirty="0" err="1"/>
              <a:t>Remaja</a:t>
            </a:r>
            <a:r>
              <a:rPr dirty="0"/>
              <a:t> </a:t>
            </a:r>
            <a:r>
              <a:rPr dirty="0" err="1"/>
              <a:t>adalah</a:t>
            </a:r>
            <a:r>
              <a:rPr dirty="0"/>
              <a:t> </a:t>
            </a:r>
            <a:r>
              <a:rPr dirty="0" err="1"/>
              <a:t>individu</a:t>
            </a:r>
            <a:r>
              <a:rPr dirty="0"/>
              <a:t> </a:t>
            </a:r>
            <a:r>
              <a:rPr dirty="0" err="1"/>
              <a:t>berusia</a:t>
            </a:r>
            <a:r>
              <a:rPr dirty="0"/>
              <a:t> 10–19 </a:t>
            </a:r>
            <a:r>
              <a:rPr dirty="0" err="1"/>
              <a:t>tahun</a:t>
            </a:r>
            <a:r>
              <a:rPr dirty="0"/>
              <a:t> yang </a:t>
            </a:r>
            <a:r>
              <a:rPr dirty="0" err="1"/>
              <a:t>mengalami</a:t>
            </a:r>
            <a:r>
              <a:rPr dirty="0"/>
              <a:t> </a:t>
            </a:r>
            <a:r>
              <a:rPr dirty="0" err="1"/>
              <a:t>transisi</a:t>
            </a:r>
            <a:r>
              <a:rPr dirty="0"/>
              <a:t> </a:t>
            </a:r>
            <a:r>
              <a:rPr dirty="0" err="1"/>
              <a:t>dari</a:t>
            </a:r>
            <a:r>
              <a:rPr dirty="0"/>
              <a:t> masa </a:t>
            </a:r>
            <a:r>
              <a:rPr dirty="0" err="1"/>
              <a:t>kanak-kanak</a:t>
            </a:r>
            <a:r>
              <a:rPr dirty="0"/>
              <a:t> </a:t>
            </a:r>
            <a:r>
              <a:rPr dirty="0" err="1"/>
              <a:t>menuju</a:t>
            </a:r>
            <a:r>
              <a:rPr dirty="0"/>
              <a:t> </a:t>
            </a:r>
            <a:r>
              <a:rPr dirty="0" err="1"/>
              <a:t>dewasa</a:t>
            </a:r>
            <a:r>
              <a:rPr dirty="0"/>
              <a:t>.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Pada masa </a:t>
            </a:r>
            <a:r>
              <a:rPr dirty="0" err="1"/>
              <a:t>ini</a:t>
            </a:r>
            <a:r>
              <a:rPr dirty="0"/>
              <a:t> </a:t>
            </a:r>
            <a:r>
              <a:rPr dirty="0" err="1"/>
              <a:t>terjadi</a:t>
            </a:r>
            <a:r>
              <a:rPr dirty="0"/>
              <a:t> </a:t>
            </a:r>
            <a:r>
              <a:rPr dirty="0" err="1"/>
              <a:t>perubahan</a:t>
            </a:r>
            <a:r>
              <a:rPr dirty="0"/>
              <a:t> </a:t>
            </a:r>
            <a:r>
              <a:rPr dirty="0" err="1"/>
              <a:t>besar</a:t>
            </a:r>
            <a:r>
              <a:rPr dirty="0"/>
              <a:t> </a:t>
            </a:r>
            <a:r>
              <a:rPr dirty="0" err="1"/>
              <a:t>dalam</a:t>
            </a:r>
            <a:r>
              <a:rPr dirty="0"/>
              <a:t>: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sistem</a:t>
            </a:r>
            <a:r>
              <a:rPr dirty="0"/>
              <a:t> hormonal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perkembangan</a:t>
            </a:r>
            <a:r>
              <a:rPr dirty="0"/>
              <a:t> </a:t>
            </a:r>
            <a:r>
              <a:rPr dirty="0" err="1"/>
              <a:t>fisik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perkembangan</a:t>
            </a:r>
            <a:r>
              <a:rPr dirty="0"/>
              <a:t> </a:t>
            </a:r>
            <a:r>
              <a:rPr dirty="0" err="1"/>
              <a:t>psikologis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perkembangan</a:t>
            </a:r>
            <a:r>
              <a:rPr dirty="0"/>
              <a:t> </a:t>
            </a:r>
            <a:r>
              <a:rPr dirty="0" err="1"/>
              <a:t>sosial</a:t>
            </a:r>
            <a:endParaRPr dirty="0"/>
          </a:p>
          <a:p>
            <a:endParaRPr dirty="0"/>
          </a:p>
          <a:p>
            <a:pPr marL="0" indent="0">
              <a:buNone/>
            </a:pPr>
            <a:r>
              <a:rPr dirty="0"/>
              <a:t>Tujuan </a:t>
            </a:r>
            <a:r>
              <a:rPr dirty="0" err="1"/>
              <a:t>kesehatan</a:t>
            </a:r>
            <a:r>
              <a:rPr dirty="0"/>
              <a:t> </a:t>
            </a:r>
            <a:r>
              <a:rPr dirty="0" err="1"/>
              <a:t>reproduksi</a:t>
            </a:r>
            <a:r>
              <a:rPr dirty="0"/>
              <a:t> </a:t>
            </a:r>
            <a:r>
              <a:rPr dirty="0" err="1"/>
              <a:t>remaja</a:t>
            </a:r>
            <a:r>
              <a:rPr dirty="0"/>
              <a:t> </a:t>
            </a:r>
            <a:r>
              <a:rPr dirty="0" err="1"/>
              <a:t>adalah</a:t>
            </a:r>
            <a:r>
              <a:rPr dirty="0"/>
              <a:t> </a:t>
            </a:r>
            <a:r>
              <a:rPr dirty="0" err="1"/>
              <a:t>mencegah</a:t>
            </a:r>
            <a:r>
              <a:rPr dirty="0"/>
              <a:t> </a:t>
            </a:r>
            <a:r>
              <a:rPr dirty="0" err="1"/>
              <a:t>perilaku</a:t>
            </a:r>
            <a:r>
              <a:rPr dirty="0"/>
              <a:t> </a:t>
            </a:r>
            <a:r>
              <a:rPr dirty="0" err="1"/>
              <a:t>seksual</a:t>
            </a:r>
            <a:r>
              <a:rPr dirty="0"/>
              <a:t> </a:t>
            </a:r>
            <a:r>
              <a:rPr dirty="0" err="1"/>
              <a:t>berisiko</a:t>
            </a:r>
            <a:r>
              <a:rPr dirty="0"/>
              <a:t>, </a:t>
            </a:r>
            <a:r>
              <a:rPr dirty="0" err="1"/>
              <a:t>kehamilan</a:t>
            </a:r>
            <a:r>
              <a:rPr dirty="0"/>
              <a:t> </a:t>
            </a:r>
            <a:r>
              <a:rPr dirty="0" err="1"/>
              <a:t>tidak</a:t>
            </a:r>
            <a:r>
              <a:rPr dirty="0"/>
              <a:t> </a:t>
            </a:r>
            <a:r>
              <a:rPr dirty="0" err="1"/>
              <a:t>direncanakan</a:t>
            </a:r>
            <a:r>
              <a:rPr dirty="0"/>
              <a:t>, </a:t>
            </a:r>
            <a:r>
              <a:rPr dirty="0" err="1"/>
              <a:t>serta</a:t>
            </a:r>
            <a:r>
              <a:rPr dirty="0"/>
              <a:t> </a:t>
            </a:r>
            <a:r>
              <a:rPr dirty="0" err="1"/>
              <a:t>infeksi</a:t>
            </a:r>
            <a:r>
              <a:rPr dirty="0"/>
              <a:t> </a:t>
            </a:r>
            <a:r>
              <a:rPr dirty="0" err="1"/>
              <a:t>menular</a:t>
            </a:r>
            <a:r>
              <a:rPr dirty="0"/>
              <a:t> </a:t>
            </a:r>
            <a:r>
              <a:rPr dirty="0" err="1"/>
              <a:t>seksual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Proses </a:t>
            </a:r>
            <a:r>
              <a:rPr dirty="0" err="1"/>
              <a:t>Biologis</a:t>
            </a:r>
            <a:r>
              <a:rPr dirty="0"/>
              <a:t> </a:t>
            </a:r>
            <a:r>
              <a:rPr dirty="0" err="1"/>
              <a:t>Pubertas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6724" y="1659733"/>
            <a:ext cx="6711654" cy="419548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dirty="0" err="1"/>
              <a:t>Pubertas</a:t>
            </a:r>
            <a:r>
              <a:rPr dirty="0"/>
              <a:t> </a:t>
            </a:r>
            <a:r>
              <a:rPr dirty="0" err="1"/>
              <a:t>merupakan</a:t>
            </a:r>
            <a:r>
              <a:rPr dirty="0"/>
              <a:t> proses </a:t>
            </a:r>
            <a:r>
              <a:rPr dirty="0" err="1"/>
              <a:t>biologis</a:t>
            </a:r>
            <a:r>
              <a:rPr dirty="0"/>
              <a:t> yang </a:t>
            </a:r>
            <a:r>
              <a:rPr dirty="0" err="1"/>
              <a:t>menandai</a:t>
            </a:r>
            <a:r>
              <a:rPr dirty="0"/>
              <a:t> </a:t>
            </a:r>
            <a:r>
              <a:rPr dirty="0" err="1"/>
              <a:t>kematangan</a:t>
            </a:r>
            <a:r>
              <a:rPr dirty="0"/>
              <a:t> </a:t>
            </a:r>
            <a:r>
              <a:rPr dirty="0" err="1"/>
              <a:t>seksual</a:t>
            </a:r>
            <a:r>
              <a:rPr dirty="0"/>
              <a:t> </a:t>
            </a:r>
            <a:r>
              <a:rPr dirty="0" err="1"/>
              <a:t>seseorang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Tahapan</a:t>
            </a:r>
            <a:r>
              <a:rPr dirty="0"/>
              <a:t> proses </a:t>
            </a:r>
            <a:r>
              <a:rPr dirty="0" err="1"/>
              <a:t>pubertas</a:t>
            </a:r>
            <a:r>
              <a:rPr dirty="0"/>
              <a:t>:</a:t>
            </a:r>
          </a:p>
          <a:p>
            <a:pPr marL="514350" indent="-514350">
              <a:buFont typeface="+mj-lt"/>
              <a:buAutoNum type="arabicPeriod"/>
            </a:pPr>
            <a:r>
              <a:rPr dirty="0" err="1"/>
              <a:t>Aktivasi</a:t>
            </a:r>
            <a:r>
              <a:rPr dirty="0"/>
              <a:t> </a:t>
            </a:r>
            <a:r>
              <a:rPr dirty="0" err="1"/>
              <a:t>hipotalamus</a:t>
            </a:r>
            <a:r>
              <a:rPr dirty="0"/>
              <a:t> yang </a:t>
            </a:r>
            <a:r>
              <a:rPr dirty="0" err="1"/>
              <a:t>menghasilkan</a:t>
            </a:r>
            <a:r>
              <a:rPr dirty="0"/>
              <a:t> </a:t>
            </a:r>
            <a:r>
              <a:rPr dirty="0" err="1"/>
              <a:t>hormon</a:t>
            </a:r>
            <a:r>
              <a:rPr dirty="0"/>
              <a:t> GnRH.</a:t>
            </a:r>
          </a:p>
          <a:p>
            <a:pPr marL="514350" indent="-514350">
              <a:buFont typeface="+mj-lt"/>
              <a:buAutoNum type="arabicPeriod"/>
            </a:pPr>
            <a:r>
              <a:rPr dirty="0"/>
              <a:t>GnRH </a:t>
            </a:r>
            <a:r>
              <a:rPr dirty="0" err="1"/>
              <a:t>merangsang</a:t>
            </a:r>
            <a:r>
              <a:rPr dirty="0"/>
              <a:t> </a:t>
            </a:r>
            <a:r>
              <a:rPr dirty="0" err="1"/>
              <a:t>kelenjar</a:t>
            </a:r>
            <a:r>
              <a:rPr dirty="0"/>
              <a:t> </a:t>
            </a:r>
            <a:r>
              <a:rPr dirty="0" err="1"/>
              <a:t>hipofisis</a:t>
            </a:r>
            <a:r>
              <a:rPr dirty="0"/>
              <a:t> </a:t>
            </a:r>
            <a:r>
              <a:rPr dirty="0" err="1"/>
              <a:t>untuk</a:t>
            </a:r>
            <a:r>
              <a:rPr dirty="0"/>
              <a:t> </a:t>
            </a:r>
            <a:r>
              <a:rPr dirty="0" err="1"/>
              <a:t>menghasilkan</a:t>
            </a:r>
            <a:r>
              <a:rPr dirty="0"/>
              <a:t> FSH dan LH.</a:t>
            </a:r>
          </a:p>
          <a:p>
            <a:pPr marL="514350" indent="-514350">
              <a:buFont typeface="+mj-lt"/>
              <a:buAutoNum type="arabicPeriod"/>
            </a:pPr>
            <a:r>
              <a:rPr dirty="0"/>
              <a:t>FSH dan LH </a:t>
            </a:r>
            <a:r>
              <a:rPr dirty="0" err="1"/>
              <a:t>merangsang</a:t>
            </a:r>
            <a:r>
              <a:rPr dirty="0"/>
              <a:t> gonad (ovarium </a:t>
            </a:r>
            <a:r>
              <a:rPr dirty="0" err="1"/>
              <a:t>atau</a:t>
            </a:r>
            <a:r>
              <a:rPr dirty="0"/>
              <a:t> testis).</a:t>
            </a:r>
          </a:p>
          <a:p>
            <a:pPr marL="514350" indent="-514350">
              <a:buFont typeface="+mj-lt"/>
              <a:buAutoNum type="arabicPeriod"/>
            </a:pPr>
            <a:r>
              <a:rPr dirty="0"/>
              <a:t>Gonad </a:t>
            </a:r>
            <a:r>
              <a:rPr dirty="0" err="1"/>
              <a:t>menghasilkan</a:t>
            </a:r>
            <a:r>
              <a:rPr dirty="0"/>
              <a:t> </a:t>
            </a:r>
            <a:r>
              <a:rPr dirty="0" err="1"/>
              <a:t>hormon</a:t>
            </a:r>
            <a:r>
              <a:rPr dirty="0"/>
              <a:t> </a:t>
            </a:r>
            <a:r>
              <a:rPr dirty="0" err="1"/>
              <a:t>seks</a:t>
            </a:r>
            <a:r>
              <a:rPr dirty="0"/>
              <a:t> yang </a:t>
            </a:r>
            <a:r>
              <a:rPr dirty="0" err="1"/>
              <a:t>memicu</a:t>
            </a:r>
            <a:r>
              <a:rPr dirty="0"/>
              <a:t> </a:t>
            </a:r>
            <a:r>
              <a:rPr dirty="0" err="1"/>
              <a:t>perkembangan</a:t>
            </a:r>
            <a:r>
              <a:rPr dirty="0"/>
              <a:t> </a:t>
            </a:r>
            <a:r>
              <a:rPr dirty="0" err="1"/>
              <a:t>seksual</a:t>
            </a:r>
            <a:r>
              <a:rPr dirty="0"/>
              <a:t> </a:t>
            </a:r>
            <a:r>
              <a:rPr dirty="0" err="1"/>
              <a:t>sekunder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Perubahan Fisik pada Masa Pubertas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056" y="1755648"/>
            <a:ext cx="8229600" cy="45259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dirty="0" err="1"/>
              <a:t>Perubahan</a:t>
            </a:r>
            <a:r>
              <a:rPr dirty="0"/>
              <a:t> </a:t>
            </a:r>
            <a:r>
              <a:rPr dirty="0" err="1"/>
              <a:t>biologis</a:t>
            </a:r>
            <a:r>
              <a:rPr dirty="0"/>
              <a:t> pada </a:t>
            </a:r>
            <a:r>
              <a:rPr dirty="0" err="1"/>
              <a:t>remaja</a:t>
            </a:r>
            <a:r>
              <a:rPr dirty="0"/>
              <a:t> </a:t>
            </a:r>
            <a:r>
              <a:rPr dirty="0" err="1"/>
              <a:t>terjadi</a:t>
            </a:r>
            <a:r>
              <a:rPr dirty="0"/>
              <a:t> </a:t>
            </a:r>
            <a:r>
              <a:rPr dirty="0" err="1"/>
              <a:t>akibat</a:t>
            </a:r>
            <a:r>
              <a:rPr dirty="0"/>
              <a:t> </a:t>
            </a:r>
            <a:r>
              <a:rPr dirty="0" err="1"/>
              <a:t>peningkatan</a:t>
            </a:r>
            <a:r>
              <a:rPr dirty="0"/>
              <a:t> </a:t>
            </a:r>
            <a:r>
              <a:rPr dirty="0" err="1"/>
              <a:t>hormon</a:t>
            </a:r>
            <a:r>
              <a:rPr dirty="0"/>
              <a:t> </a:t>
            </a:r>
            <a:r>
              <a:rPr dirty="0" err="1"/>
              <a:t>reproduksi</a:t>
            </a:r>
            <a:r>
              <a:rPr dirty="0"/>
              <a:t>.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Pada </a:t>
            </a:r>
            <a:r>
              <a:rPr dirty="0" err="1"/>
              <a:t>perempuan</a:t>
            </a:r>
            <a:r>
              <a:rPr dirty="0"/>
              <a:t>:</a:t>
            </a:r>
          </a:p>
          <a:p>
            <a:r>
              <a:rPr dirty="0"/>
              <a:t>• </a:t>
            </a:r>
            <a:r>
              <a:rPr dirty="0" err="1"/>
              <a:t>pertumbuhan</a:t>
            </a:r>
            <a:r>
              <a:rPr dirty="0"/>
              <a:t> </a:t>
            </a:r>
            <a:r>
              <a:rPr dirty="0" err="1"/>
              <a:t>payudara</a:t>
            </a:r>
            <a:endParaRPr dirty="0"/>
          </a:p>
          <a:p>
            <a:r>
              <a:rPr dirty="0"/>
              <a:t>• </a:t>
            </a:r>
            <a:r>
              <a:rPr dirty="0" err="1"/>
              <a:t>pertumbuhan</a:t>
            </a:r>
            <a:r>
              <a:rPr dirty="0"/>
              <a:t> </a:t>
            </a:r>
            <a:r>
              <a:rPr dirty="0" err="1"/>
              <a:t>rambut</a:t>
            </a:r>
            <a:r>
              <a:rPr dirty="0"/>
              <a:t> pubis</a:t>
            </a:r>
          </a:p>
          <a:p>
            <a:r>
              <a:rPr dirty="0"/>
              <a:t>• </a:t>
            </a:r>
            <a:r>
              <a:rPr dirty="0" err="1"/>
              <a:t>menstruasi</a:t>
            </a:r>
            <a:r>
              <a:rPr dirty="0"/>
              <a:t> </a:t>
            </a:r>
            <a:r>
              <a:rPr dirty="0" err="1"/>
              <a:t>pertama</a:t>
            </a:r>
            <a:r>
              <a:rPr dirty="0"/>
              <a:t> (menarche)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Pada </a:t>
            </a:r>
            <a:r>
              <a:rPr dirty="0" err="1"/>
              <a:t>laki-laki</a:t>
            </a:r>
            <a:r>
              <a:rPr dirty="0"/>
              <a:t>:</a:t>
            </a:r>
          </a:p>
          <a:p>
            <a:r>
              <a:rPr dirty="0"/>
              <a:t>• </a:t>
            </a:r>
            <a:r>
              <a:rPr dirty="0" err="1"/>
              <a:t>pembesaran</a:t>
            </a:r>
            <a:r>
              <a:rPr dirty="0"/>
              <a:t> testis dan penis</a:t>
            </a:r>
          </a:p>
          <a:p>
            <a:r>
              <a:rPr dirty="0"/>
              <a:t>• </a:t>
            </a:r>
            <a:r>
              <a:rPr dirty="0" err="1"/>
              <a:t>perubahan</a:t>
            </a:r>
            <a:r>
              <a:rPr dirty="0"/>
              <a:t> </a:t>
            </a:r>
            <a:r>
              <a:rPr dirty="0" err="1"/>
              <a:t>suara</a:t>
            </a:r>
            <a:endParaRPr dirty="0"/>
          </a:p>
          <a:p>
            <a:r>
              <a:rPr dirty="0"/>
              <a:t>• </a:t>
            </a:r>
            <a:r>
              <a:rPr dirty="0" err="1"/>
              <a:t>pertumbuhan</a:t>
            </a:r>
            <a:r>
              <a:rPr dirty="0"/>
              <a:t> </a:t>
            </a:r>
            <a:r>
              <a:rPr dirty="0" err="1"/>
              <a:t>rambut</a:t>
            </a:r>
            <a:r>
              <a:rPr dirty="0"/>
              <a:t> </a:t>
            </a:r>
            <a:r>
              <a:rPr dirty="0" err="1"/>
              <a:t>wajah</a:t>
            </a:r>
            <a:r>
              <a:rPr dirty="0"/>
              <a:t> dan </a:t>
            </a:r>
            <a:r>
              <a:rPr dirty="0" err="1"/>
              <a:t>tubuh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Risiko Kesehatan Reproduksi pada Remaja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82496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dirty="0" err="1"/>
              <a:t>Remaja</a:t>
            </a:r>
            <a:r>
              <a:rPr dirty="0"/>
              <a:t> </a:t>
            </a:r>
            <a:r>
              <a:rPr dirty="0" err="1"/>
              <a:t>menghadapi</a:t>
            </a:r>
            <a:r>
              <a:rPr dirty="0"/>
              <a:t> </a:t>
            </a:r>
            <a:r>
              <a:rPr dirty="0" err="1"/>
              <a:t>berbagai</a:t>
            </a:r>
            <a:r>
              <a:rPr dirty="0"/>
              <a:t> </a:t>
            </a:r>
            <a:r>
              <a:rPr dirty="0" err="1"/>
              <a:t>risiko</a:t>
            </a:r>
            <a:r>
              <a:rPr dirty="0"/>
              <a:t> </a:t>
            </a:r>
            <a:r>
              <a:rPr dirty="0" err="1"/>
              <a:t>kesehatan</a:t>
            </a:r>
            <a:r>
              <a:rPr dirty="0"/>
              <a:t> </a:t>
            </a:r>
            <a:r>
              <a:rPr dirty="0" err="1"/>
              <a:t>reproduksi</a:t>
            </a:r>
            <a:r>
              <a:rPr dirty="0"/>
              <a:t> </a:t>
            </a:r>
            <a:r>
              <a:rPr dirty="0" err="1"/>
              <a:t>akibat</a:t>
            </a:r>
            <a:r>
              <a:rPr dirty="0"/>
              <a:t> </a:t>
            </a:r>
            <a:r>
              <a:rPr dirty="0" err="1"/>
              <a:t>kurangnya</a:t>
            </a:r>
            <a:r>
              <a:rPr dirty="0"/>
              <a:t> </a:t>
            </a:r>
            <a:r>
              <a:rPr dirty="0" err="1"/>
              <a:t>pengetahuan</a:t>
            </a:r>
            <a:r>
              <a:rPr dirty="0"/>
              <a:t> dan </a:t>
            </a:r>
            <a:r>
              <a:rPr dirty="0" err="1"/>
              <a:t>perilaku</a:t>
            </a:r>
            <a:r>
              <a:rPr dirty="0"/>
              <a:t> </a:t>
            </a:r>
            <a:r>
              <a:rPr dirty="0" err="1"/>
              <a:t>berisiko</a:t>
            </a:r>
            <a:r>
              <a:rPr dirty="0"/>
              <a:t>.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 err="1"/>
              <a:t>Beberapa</a:t>
            </a:r>
            <a:r>
              <a:rPr dirty="0"/>
              <a:t> </a:t>
            </a:r>
            <a:r>
              <a:rPr dirty="0" err="1"/>
              <a:t>risiko</a:t>
            </a:r>
            <a:r>
              <a:rPr dirty="0"/>
              <a:t> </a:t>
            </a:r>
            <a:r>
              <a:rPr dirty="0" err="1"/>
              <a:t>utama</a:t>
            </a:r>
            <a:r>
              <a:rPr dirty="0"/>
              <a:t>: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kehamilan</a:t>
            </a:r>
            <a:r>
              <a:rPr dirty="0"/>
              <a:t> </a:t>
            </a:r>
            <a:r>
              <a:rPr dirty="0" err="1"/>
              <a:t>remaja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infeksi</a:t>
            </a:r>
            <a:r>
              <a:rPr dirty="0"/>
              <a:t> </a:t>
            </a:r>
            <a:r>
              <a:rPr dirty="0" err="1"/>
              <a:t>menular</a:t>
            </a:r>
            <a:r>
              <a:rPr dirty="0"/>
              <a:t> </a:t>
            </a:r>
            <a:r>
              <a:rPr dirty="0" err="1"/>
              <a:t>seksual</a:t>
            </a:r>
            <a:r>
              <a:rPr dirty="0"/>
              <a:t> (HIV, </a:t>
            </a:r>
            <a:r>
              <a:rPr dirty="0" err="1"/>
              <a:t>sifilis</a:t>
            </a:r>
            <a:r>
              <a:rPr dirty="0"/>
              <a:t>, </a:t>
            </a:r>
            <a:r>
              <a:rPr dirty="0" err="1"/>
              <a:t>gonore</a:t>
            </a:r>
            <a:r>
              <a:rPr dirty="0"/>
              <a:t>)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kekerasan</a:t>
            </a:r>
            <a:r>
              <a:rPr dirty="0"/>
              <a:t> </a:t>
            </a:r>
            <a:r>
              <a:rPr dirty="0" err="1"/>
              <a:t>seksual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perilaku</a:t>
            </a:r>
            <a:r>
              <a:rPr dirty="0"/>
              <a:t> </a:t>
            </a:r>
            <a:r>
              <a:rPr dirty="0" err="1"/>
              <a:t>seksual</a:t>
            </a:r>
            <a:r>
              <a:rPr dirty="0"/>
              <a:t> </a:t>
            </a:r>
            <a:r>
              <a:rPr dirty="0" err="1"/>
              <a:t>berisiko</a:t>
            </a:r>
            <a:endParaRPr dirty="0"/>
          </a:p>
          <a:p>
            <a:endParaRPr dirty="0"/>
          </a:p>
          <a:p>
            <a:pPr marL="0" indent="0">
              <a:buNone/>
            </a:pPr>
            <a:r>
              <a:rPr dirty="0" err="1"/>
              <a:t>Risiko</a:t>
            </a:r>
            <a:r>
              <a:rPr dirty="0"/>
              <a:t> </a:t>
            </a:r>
            <a:r>
              <a:rPr dirty="0" err="1"/>
              <a:t>tersebut</a:t>
            </a:r>
            <a:r>
              <a:rPr dirty="0"/>
              <a:t> </a:t>
            </a:r>
            <a:r>
              <a:rPr dirty="0" err="1"/>
              <a:t>dapat</a:t>
            </a:r>
            <a:r>
              <a:rPr dirty="0"/>
              <a:t> </a:t>
            </a:r>
            <a:r>
              <a:rPr dirty="0" err="1"/>
              <a:t>berdampak</a:t>
            </a:r>
            <a:r>
              <a:rPr dirty="0"/>
              <a:t> pada </a:t>
            </a:r>
            <a:r>
              <a:rPr dirty="0" err="1"/>
              <a:t>kesehatan</a:t>
            </a:r>
            <a:r>
              <a:rPr dirty="0"/>
              <a:t> </a:t>
            </a:r>
            <a:r>
              <a:rPr dirty="0" err="1"/>
              <a:t>fisik</a:t>
            </a:r>
            <a:r>
              <a:rPr dirty="0"/>
              <a:t>, mental, dan </a:t>
            </a:r>
            <a:r>
              <a:rPr dirty="0" err="1"/>
              <a:t>sosial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Upaya Promotif dan Preventif pada Remaja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Upaya </a:t>
            </a:r>
            <a:r>
              <a:rPr dirty="0" err="1"/>
              <a:t>peningkatan</a:t>
            </a:r>
            <a:r>
              <a:rPr dirty="0"/>
              <a:t> </a:t>
            </a:r>
            <a:r>
              <a:rPr dirty="0" err="1"/>
              <a:t>kesehatan</a:t>
            </a:r>
            <a:r>
              <a:rPr dirty="0"/>
              <a:t> </a:t>
            </a:r>
            <a:r>
              <a:rPr dirty="0" err="1"/>
              <a:t>reproduksi</a:t>
            </a:r>
            <a:r>
              <a:rPr dirty="0"/>
              <a:t> </a:t>
            </a:r>
            <a:r>
              <a:rPr dirty="0" err="1"/>
              <a:t>remaja</a:t>
            </a:r>
            <a:r>
              <a:rPr dirty="0"/>
              <a:t> </a:t>
            </a:r>
            <a:r>
              <a:rPr dirty="0" err="1"/>
              <a:t>meliputi</a:t>
            </a:r>
            <a:r>
              <a:rPr dirty="0"/>
              <a:t>:</a:t>
            </a:r>
          </a:p>
          <a:p>
            <a:pPr marL="514350" indent="-514350">
              <a:buFont typeface="+mj-lt"/>
              <a:buAutoNum type="arabicPeriod"/>
            </a:pPr>
            <a:r>
              <a:rPr dirty="0"/>
              <a:t>Pendidikan </a:t>
            </a:r>
            <a:r>
              <a:rPr dirty="0" err="1"/>
              <a:t>kesehatan</a:t>
            </a:r>
            <a:r>
              <a:rPr dirty="0"/>
              <a:t> </a:t>
            </a:r>
            <a:r>
              <a:rPr dirty="0" err="1"/>
              <a:t>reproduksi</a:t>
            </a:r>
            <a:r>
              <a:rPr dirty="0"/>
              <a:t> </a:t>
            </a:r>
            <a:r>
              <a:rPr dirty="0" err="1"/>
              <a:t>mengenai</a:t>
            </a:r>
            <a:r>
              <a:rPr dirty="0"/>
              <a:t> </a:t>
            </a:r>
            <a:r>
              <a:rPr dirty="0" err="1"/>
              <a:t>pubertas</a:t>
            </a:r>
            <a:r>
              <a:rPr dirty="0"/>
              <a:t>, </a:t>
            </a:r>
            <a:r>
              <a:rPr dirty="0" err="1"/>
              <a:t>menstruasi</a:t>
            </a:r>
            <a:r>
              <a:rPr dirty="0"/>
              <a:t>, </a:t>
            </a:r>
            <a:r>
              <a:rPr dirty="0" err="1"/>
              <a:t>kebersihan</a:t>
            </a:r>
            <a:r>
              <a:rPr dirty="0"/>
              <a:t> organ </a:t>
            </a:r>
            <a:r>
              <a:rPr dirty="0" err="1"/>
              <a:t>reproduksi</a:t>
            </a:r>
            <a:r>
              <a:rPr dirty="0"/>
              <a:t>, dan </a:t>
            </a:r>
            <a:r>
              <a:rPr dirty="0" err="1"/>
              <a:t>pencegahan</a:t>
            </a:r>
            <a:r>
              <a:rPr dirty="0"/>
              <a:t> IMS.</a:t>
            </a:r>
          </a:p>
          <a:p>
            <a:pPr marL="514350" indent="-514350">
              <a:buFont typeface="+mj-lt"/>
              <a:buAutoNum type="arabicPeriod"/>
            </a:pPr>
            <a:r>
              <a:rPr dirty="0" err="1"/>
              <a:t>Konseling</a:t>
            </a:r>
            <a:r>
              <a:rPr dirty="0"/>
              <a:t> </a:t>
            </a:r>
            <a:r>
              <a:rPr dirty="0" err="1"/>
              <a:t>kesehatan</a:t>
            </a:r>
            <a:r>
              <a:rPr dirty="0"/>
              <a:t> </a:t>
            </a:r>
            <a:r>
              <a:rPr dirty="0" err="1"/>
              <a:t>remaja</a:t>
            </a:r>
            <a:r>
              <a:rPr dirty="0"/>
              <a:t> </a:t>
            </a:r>
            <a:r>
              <a:rPr dirty="0" err="1"/>
              <a:t>untuk</a:t>
            </a:r>
            <a:r>
              <a:rPr dirty="0"/>
              <a:t> </a:t>
            </a:r>
            <a:r>
              <a:rPr dirty="0" err="1"/>
              <a:t>membantu</a:t>
            </a:r>
            <a:r>
              <a:rPr dirty="0"/>
              <a:t> </a:t>
            </a:r>
            <a:r>
              <a:rPr dirty="0" err="1"/>
              <a:t>remaja</a:t>
            </a:r>
            <a:r>
              <a:rPr dirty="0"/>
              <a:t> </a:t>
            </a:r>
            <a:r>
              <a:rPr dirty="0" err="1"/>
              <a:t>memahami</a:t>
            </a:r>
            <a:r>
              <a:rPr dirty="0"/>
              <a:t> </a:t>
            </a:r>
            <a:r>
              <a:rPr dirty="0" err="1"/>
              <a:t>perubahan</a:t>
            </a:r>
            <a:r>
              <a:rPr dirty="0"/>
              <a:t> </a:t>
            </a:r>
            <a:r>
              <a:rPr dirty="0" err="1"/>
              <a:t>tubuh</a:t>
            </a:r>
            <a:r>
              <a:rPr dirty="0"/>
              <a:t> dan </a:t>
            </a:r>
            <a:r>
              <a:rPr dirty="0" err="1"/>
              <a:t>pengambilan</a:t>
            </a:r>
            <a:r>
              <a:rPr dirty="0"/>
              <a:t> </a:t>
            </a:r>
            <a:r>
              <a:rPr dirty="0" err="1"/>
              <a:t>keputusan</a:t>
            </a:r>
            <a:r>
              <a:rPr dirty="0"/>
              <a:t> </a:t>
            </a:r>
            <a:r>
              <a:rPr dirty="0" err="1"/>
              <a:t>sehat</a:t>
            </a:r>
            <a:r>
              <a:rPr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dirty="0" err="1"/>
              <a:t>Pelayanan</a:t>
            </a:r>
            <a:r>
              <a:rPr dirty="0"/>
              <a:t> </a:t>
            </a:r>
            <a:r>
              <a:rPr dirty="0" err="1"/>
              <a:t>kesehatan</a:t>
            </a:r>
            <a:r>
              <a:rPr dirty="0"/>
              <a:t> </a:t>
            </a:r>
            <a:r>
              <a:rPr dirty="0" err="1"/>
              <a:t>ramah</a:t>
            </a:r>
            <a:r>
              <a:rPr dirty="0"/>
              <a:t> </a:t>
            </a:r>
            <a:r>
              <a:rPr dirty="0" err="1"/>
              <a:t>remaja</a:t>
            </a:r>
            <a:r>
              <a:rPr dirty="0"/>
              <a:t> </a:t>
            </a:r>
            <a:r>
              <a:rPr dirty="0" err="1"/>
              <a:t>seperti</a:t>
            </a:r>
            <a:r>
              <a:rPr dirty="0"/>
              <a:t> program PKPR (</a:t>
            </a:r>
            <a:r>
              <a:rPr dirty="0" err="1"/>
              <a:t>Pelayanan</a:t>
            </a:r>
            <a:r>
              <a:rPr dirty="0"/>
              <a:t> Kesehatan </a:t>
            </a:r>
            <a:r>
              <a:rPr dirty="0" err="1"/>
              <a:t>Peduli</a:t>
            </a:r>
            <a:r>
              <a:rPr dirty="0"/>
              <a:t> </a:t>
            </a:r>
            <a:r>
              <a:rPr dirty="0" err="1"/>
              <a:t>Remaja</a:t>
            </a:r>
            <a:r>
              <a:rPr dirty="0"/>
              <a:t>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Konsep Kesehatan Reproduksi pada Lansia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5648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dirty="0" err="1"/>
              <a:t>Lansia</a:t>
            </a:r>
            <a:r>
              <a:rPr dirty="0"/>
              <a:t> </a:t>
            </a:r>
            <a:r>
              <a:rPr dirty="0" err="1"/>
              <a:t>adalah</a:t>
            </a:r>
            <a:r>
              <a:rPr dirty="0"/>
              <a:t> </a:t>
            </a:r>
            <a:r>
              <a:rPr dirty="0" err="1"/>
              <a:t>individu</a:t>
            </a:r>
            <a:r>
              <a:rPr dirty="0"/>
              <a:t> </a:t>
            </a:r>
            <a:r>
              <a:rPr dirty="0" err="1"/>
              <a:t>berusia</a:t>
            </a:r>
            <a:r>
              <a:rPr dirty="0"/>
              <a:t> 60 </a:t>
            </a:r>
            <a:r>
              <a:rPr dirty="0" err="1"/>
              <a:t>tahun</a:t>
            </a:r>
            <a:r>
              <a:rPr dirty="0"/>
              <a:t> </a:t>
            </a:r>
            <a:r>
              <a:rPr dirty="0" err="1"/>
              <a:t>atau</a:t>
            </a:r>
            <a:r>
              <a:rPr dirty="0"/>
              <a:t> </a:t>
            </a:r>
            <a:r>
              <a:rPr dirty="0" err="1"/>
              <a:t>lebih</a:t>
            </a:r>
            <a:r>
              <a:rPr dirty="0"/>
              <a:t> yang </a:t>
            </a:r>
            <a:r>
              <a:rPr dirty="0" err="1"/>
              <a:t>mengalami</a:t>
            </a:r>
            <a:r>
              <a:rPr dirty="0"/>
              <a:t> </a:t>
            </a:r>
            <a:r>
              <a:rPr dirty="0" err="1"/>
              <a:t>penurunan</a:t>
            </a:r>
            <a:r>
              <a:rPr dirty="0"/>
              <a:t> </a:t>
            </a:r>
            <a:r>
              <a:rPr dirty="0" err="1"/>
              <a:t>fungsi</a:t>
            </a:r>
            <a:r>
              <a:rPr dirty="0"/>
              <a:t> </a:t>
            </a:r>
            <a:r>
              <a:rPr dirty="0" err="1"/>
              <a:t>fisiologis</a:t>
            </a:r>
            <a:r>
              <a:rPr dirty="0"/>
              <a:t> </a:t>
            </a:r>
            <a:r>
              <a:rPr dirty="0" err="1"/>
              <a:t>tubuh</a:t>
            </a:r>
            <a:r>
              <a:rPr dirty="0"/>
              <a:t>.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Kesehatan </a:t>
            </a:r>
            <a:r>
              <a:rPr dirty="0" err="1"/>
              <a:t>reproduksi</a:t>
            </a:r>
            <a:r>
              <a:rPr dirty="0"/>
              <a:t> </a:t>
            </a:r>
            <a:r>
              <a:rPr dirty="0" err="1"/>
              <a:t>lansia</a:t>
            </a:r>
            <a:r>
              <a:rPr dirty="0"/>
              <a:t> </a:t>
            </a:r>
            <a:r>
              <a:rPr dirty="0" err="1"/>
              <a:t>bertujuan</a:t>
            </a:r>
            <a:r>
              <a:rPr dirty="0"/>
              <a:t> </a:t>
            </a:r>
            <a:r>
              <a:rPr dirty="0" err="1"/>
              <a:t>untuk</a:t>
            </a:r>
            <a:r>
              <a:rPr dirty="0"/>
              <a:t>: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mempertahankan</a:t>
            </a:r>
            <a:r>
              <a:rPr dirty="0"/>
              <a:t> </a:t>
            </a:r>
            <a:r>
              <a:rPr dirty="0" err="1"/>
              <a:t>kualitas</a:t>
            </a:r>
            <a:r>
              <a:rPr dirty="0"/>
              <a:t> </a:t>
            </a:r>
            <a:r>
              <a:rPr dirty="0" err="1"/>
              <a:t>hidup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mencegah</a:t>
            </a:r>
            <a:r>
              <a:rPr dirty="0"/>
              <a:t> </a:t>
            </a:r>
            <a:r>
              <a:rPr dirty="0" err="1"/>
              <a:t>penyakit</a:t>
            </a:r>
            <a:r>
              <a:rPr dirty="0"/>
              <a:t> </a:t>
            </a:r>
            <a:r>
              <a:rPr dirty="0" err="1"/>
              <a:t>reproduksi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menjaga</a:t>
            </a:r>
            <a:r>
              <a:rPr dirty="0"/>
              <a:t> </a:t>
            </a:r>
            <a:r>
              <a:rPr dirty="0" err="1"/>
              <a:t>fungsi</a:t>
            </a:r>
            <a:r>
              <a:rPr dirty="0"/>
              <a:t> </a:t>
            </a:r>
            <a:r>
              <a:rPr dirty="0" err="1"/>
              <a:t>seksual</a:t>
            </a:r>
            <a:r>
              <a:rPr dirty="0"/>
              <a:t> yang </a:t>
            </a:r>
            <a:r>
              <a:rPr dirty="0" err="1"/>
              <a:t>sehat</a:t>
            </a:r>
            <a:endParaRPr dirty="0"/>
          </a:p>
          <a:p>
            <a:endParaRPr dirty="0"/>
          </a:p>
          <a:p>
            <a:pPr marL="0" indent="0">
              <a:buNone/>
            </a:pPr>
            <a:r>
              <a:rPr dirty="0" err="1"/>
              <a:t>Perubahan</a:t>
            </a:r>
            <a:r>
              <a:rPr dirty="0"/>
              <a:t> </a:t>
            </a:r>
            <a:r>
              <a:rPr dirty="0" err="1"/>
              <a:t>sistem</a:t>
            </a:r>
            <a:r>
              <a:rPr dirty="0"/>
              <a:t> </a:t>
            </a:r>
            <a:r>
              <a:rPr dirty="0" err="1"/>
              <a:t>reproduksi</a:t>
            </a:r>
            <a:r>
              <a:rPr dirty="0"/>
              <a:t> </a:t>
            </a:r>
            <a:r>
              <a:rPr dirty="0" err="1"/>
              <a:t>merupakan</a:t>
            </a:r>
            <a:r>
              <a:rPr dirty="0"/>
              <a:t> </a:t>
            </a:r>
            <a:r>
              <a:rPr dirty="0" err="1"/>
              <a:t>bagian</a:t>
            </a:r>
            <a:r>
              <a:rPr dirty="0"/>
              <a:t> normal </a:t>
            </a:r>
            <a:r>
              <a:rPr dirty="0" err="1"/>
              <a:t>dari</a:t>
            </a:r>
            <a:r>
              <a:rPr dirty="0"/>
              <a:t> proses </a:t>
            </a:r>
            <a:r>
              <a:rPr dirty="0" err="1"/>
              <a:t>penuaan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Proses Penuaan Sistem Reproduksi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dirty="0" err="1"/>
              <a:t>Penuaan</a:t>
            </a:r>
            <a:r>
              <a:rPr dirty="0"/>
              <a:t> </a:t>
            </a:r>
            <a:r>
              <a:rPr dirty="0" err="1"/>
              <a:t>sistem</a:t>
            </a:r>
            <a:r>
              <a:rPr dirty="0"/>
              <a:t> </a:t>
            </a:r>
            <a:r>
              <a:rPr dirty="0" err="1"/>
              <a:t>reproduksi</a:t>
            </a:r>
            <a:r>
              <a:rPr dirty="0"/>
              <a:t> </a:t>
            </a:r>
            <a:r>
              <a:rPr dirty="0" err="1"/>
              <a:t>terjadi</a:t>
            </a:r>
            <a:r>
              <a:rPr dirty="0"/>
              <a:t> </a:t>
            </a:r>
            <a:r>
              <a:rPr dirty="0" err="1"/>
              <a:t>secara</a:t>
            </a:r>
            <a:r>
              <a:rPr dirty="0"/>
              <a:t> </a:t>
            </a:r>
            <a:r>
              <a:rPr dirty="0" err="1"/>
              <a:t>bertahap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Tahapan</a:t>
            </a:r>
            <a:r>
              <a:rPr dirty="0"/>
              <a:t> </a:t>
            </a:r>
            <a:r>
              <a:rPr dirty="0" err="1"/>
              <a:t>utama</a:t>
            </a:r>
            <a:r>
              <a:rPr dirty="0"/>
              <a:t> </a:t>
            </a:r>
            <a:r>
              <a:rPr dirty="0" err="1"/>
              <a:t>meliputi</a:t>
            </a:r>
            <a:r>
              <a:rPr dirty="0"/>
              <a:t>:</a:t>
            </a:r>
          </a:p>
          <a:p>
            <a:pPr marL="514350" indent="-514350">
              <a:buFont typeface="+mj-lt"/>
              <a:buAutoNum type="arabicPeriod"/>
            </a:pPr>
            <a:r>
              <a:rPr dirty="0" err="1"/>
              <a:t>Penurunan</a:t>
            </a:r>
            <a:r>
              <a:rPr dirty="0"/>
              <a:t> </a:t>
            </a:r>
            <a:r>
              <a:rPr dirty="0" err="1"/>
              <a:t>produksi</a:t>
            </a:r>
            <a:r>
              <a:rPr dirty="0"/>
              <a:t> </a:t>
            </a:r>
            <a:r>
              <a:rPr dirty="0" err="1"/>
              <a:t>hormon</a:t>
            </a:r>
            <a:r>
              <a:rPr dirty="0"/>
              <a:t> </a:t>
            </a:r>
            <a:r>
              <a:rPr dirty="0" err="1"/>
              <a:t>reproduksi</a:t>
            </a:r>
            <a:r>
              <a:rPr dirty="0"/>
              <a:t> (estrogen pada </a:t>
            </a:r>
            <a:r>
              <a:rPr dirty="0" err="1"/>
              <a:t>perempuan</a:t>
            </a:r>
            <a:r>
              <a:rPr dirty="0"/>
              <a:t>, </a:t>
            </a:r>
            <a:r>
              <a:rPr dirty="0" err="1"/>
              <a:t>testosteron</a:t>
            </a:r>
            <a:r>
              <a:rPr dirty="0"/>
              <a:t> pada </a:t>
            </a:r>
            <a:r>
              <a:rPr dirty="0" err="1"/>
              <a:t>laki-laki</a:t>
            </a:r>
            <a:r>
              <a:rPr dirty="0"/>
              <a:t>).</a:t>
            </a:r>
          </a:p>
          <a:p>
            <a:pPr marL="514350" indent="-514350">
              <a:buFont typeface="+mj-lt"/>
              <a:buAutoNum type="arabicPeriod"/>
            </a:pPr>
            <a:r>
              <a:rPr dirty="0" err="1"/>
              <a:t>Penurunan</a:t>
            </a:r>
            <a:r>
              <a:rPr dirty="0"/>
              <a:t> </a:t>
            </a:r>
            <a:r>
              <a:rPr dirty="0" err="1"/>
              <a:t>fungsi</a:t>
            </a:r>
            <a:r>
              <a:rPr dirty="0"/>
              <a:t> gonad.</a:t>
            </a:r>
          </a:p>
          <a:p>
            <a:pPr marL="514350" indent="-514350">
              <a:buFont typeface="+mj-lt"/>
              <a:buAutoNum type="arabicPeriod"/>
            </a:pPr>
            <a:r>
              <a:rPr dirty="0" err="1"/>
              <a:t>Perubahan</a:t>
            </a:r>
            <a:r>
              <a:rPr dirty="0"/>
              <a:t> </a:t>
            </a:r>
            <a:r>
              <a:rPr dirty="0" err="1"/>
              <a:t>struktur</a:t>
            </a:r>
            <a:r>
              <a:rPr dirty="0"/>
              <a:t> </a:t>
            </a:r>
            <a:r>
              <a:rPr dirty="0" err="1"/>
              <a:t>jaringan</a:t>
            </a:r>
            <a:r>
              <a:rPr dirty="0"/>
              <a:t> </a:t>
            </a:r>
            <a:r>
              <a:rPr dirty="0" err="1"/>
              <a:t>reproduksi</a:t>
            </a:r>
            <a:r>
              <a:rPr dirty="0"/>
              <a:t> </a:t>
            </a:r>
            <a:r>
              <a:rPr dirty="0" err="1"/>
              <a:t>seperti</a:t>
            </a:r>
            <a:r>
              <a:rPr dirty="0"/>
              <a:t> </a:t>
            </a:r>
            <a:r>
              <a:rPr dirty="0" err="1"/>
              <a:t>penurunan</a:t>
            </a:r>
            <a:r>
              <a:rPr dirty="0"/>
              <a:t> </a:t>
            </a:r>
            <a:r>
              <a:rPr dirty="0" err="1"/>
              <a:t>elastisitas</a:t>
            </a:r>
            <a:r>
              <a:rPr dirty="0"/>
              <a:t> dan </a:t>
            </a:r>
            <a:r>
              <a:rPr dirty="0" err="1"/>
              <a:t>atrofi</a:t>
            </a:r>
            <a:r>
              <a:rPr dirty="0"/>
              <a:t> organ </a:t>
            </a:r>
            <a:r>
              <a:rPr dirty="0" err="1"/>
              <a:t>reproduksi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Menopause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dirty="0"/>
              <a:t>Menopause </a:t>
            </a:r>
            <a:r>
              <a:rPr dirty="0" err="1"/>
              <a:t>adalah</a:t>
            </a:r>
            <a:r>
              <a:rPr dirty="0"/>
              <a:t> </a:t>
            </a:r>
            <a:r>
              <a:rPr dirty="0" err="1"/>
              <a:t>berhentinya</a:t>
            </a:r>
            <a:r>
              <a:rPr dirty="0"/>
              <a:t> </a:t>
            </a:r>
            <a:r>
              <a:rPr dirty="0" err="1"/>
              <a:t>menstruasi</a:t>
            </a:r>
            <a:r>
              <a:rPr dirty="0"/>
              <a:t> </a:t>
            </a:r>
            <a:r>
              <a:rPr dirty="0" err="1"/>
              <a:t>secara</a:t>
            </a:r>
            <a:r>
              <a:rPr dirty="0"/>
              <a:t> </a:t>
            </a:r>
            <a:r>
              <a:rPr dirty="0" err="1"/>
              <a:t>permanen</a:t>
            </a:r>
            <a:r>
              <a:rPr dirty="0"/>
              <a:t> </a:t>
            </a:r>
            <a:r>
              <a:rPr dirty="0" err="1"/>
              <a:t>akibat</a:t>
            </a:r>
            <a:r>
              <a:rPr dirty="0"/>
              <a:t> </a:t>
            </a:r>
            <a:r>
              <a:rPr dirty="0" err="1"/>
              <a:t>penurunan</a:t>
            </a:r>
            <a:r>
              <a:rPr dirty="0"/>
              <a:t> </a:t>
            </a:r>
            <a:r>
              <a:rPr dirty="0" err="1"/>
              <a:t>fungsi</a:t>
            </a:r>
            <a:r>
              <a:rPr dirty="0"/>
              <a:t> ovarium.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Proses menopause </a:t>
            </a:r>
            <a:r>
              <a:rPr dirty="0" err="1"/>
              <a:t>meliputi</a:t>
            </a:r>
            <a:r>
              <a:rPr dirty="0"/>
              <a:t>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P</a:t>
            </a:r>
            <a:r>
              <a:rPr dirty="0" err="1"/>
              <a:t>enurunan</a:t>
            </a:r>
            <a:r>
              <a:rPr dirty="0"/>
              <a:t> </a:t>
            </a:r>
            <a:r>
              <a:rPr dirty="0" err="1"/>
              <a:t>jumlah</a:t>
            </a:r>
            <a:r>
              <a:rPr dirty="0"/>
              <a:t> </a:t>
            </a:r>
            <a:r>
              <a:rPr dirty="0" err="1"/>
              <a:t>folikel</a:t>
            </a:r>
            <a:r>
              <a:rPr dirty="0"/>
              <a:t> ovarium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P</a:t>
            </a:r>
            <a:r>
              <a:rPr dirty="0" err="1"/>
              <a:t>enurunan</a:t>
            </a:r>
            <a:r>
              <a:rPr dirty="0"/>
              <a:t> </a:t>
            </a:r>
            <a:r>
              <a:rPr dirty="0" err="1"/>
              <a:t>produksi</a:t>
            </a:r>
            <a:r>
              <a:rPr dirty="0"/>
              <a:t> estrogen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G</a:t>
            </a:r>
            <a:r>
              <a:rPr dirty="0" err="1"/>
              <a:t>angguan</a:t>
            </a:r>
            <a:r>
              <a:rPr dirty="0"/>
              <a:t> </a:t>
            </a:r>
            <a:r>
              <a:rPr dirty="0" err="1"/>
              <a:t>siklus</a:t>
            </a:r>
            <a:r>
              <a:rPr dirty="0"/>
              <a:t> </a:t>
            </a:r>
            <a:r>
              <a:rPr dirty="0" err="1"/>
              <a:t>menstruasi</a:t>
            </a:r>
            <a:endParaRPr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B</a:t>
            </a:r>
            <a:r>
              <a:rPr dirty="0" err="1"/>
              <a:t>erhentinya</a:t>
            </a:r>
            <a:r>
              <a:rPr dirty="0"/>
              <a:t> </a:t>
            </a:r>
            <a:r>
              <a:rPr dirty="0" err="1"/>
              <a:t>menstruasi</a:t>
            </a:r>
            <a:r>
              <a:rPr dirty="0"/>
              <a:t> </a:t>
            </a:r>
            <a:r>
              <a:rPr dirty="0" err="1"/>
              <a:t>secara</a:t>
            </a:r>
            <a:r>
              <a:rPr dirty="0"/>
              <a:t> </a:t>
            </a:r>
            <a:r>
              <a:rPr dirty="0" err="1"/>
              <a:t>permanen</a:t>
            </a:r>
            <a:endParaRPr dirty="0"/>
          </a:p>
          <a:p>
            <a:endParaRPr dirty="0"/>
          </a:p>
          <a:p>
            <a:pPr marL="0" indent="0">
              <a:buNone/>
            </a:pPr>
            <a:r>
              <a:rPr dirty="0" err="1"/>
              <a:t>Gejala</a:t>
            </a:r>
            <a:r>
              <a:rPr dirty="0"/>
              <a:t> yang </a:t>
            </a:r>
            <a:r>
              <a:rPr dirty="0" err="1"/>
              <a:t>sering</a:t>
            </a:r>
            <a:r>
              <a:rPr dirty="0"/>
              <a:t> </a:t>
            </a:r>
            <a:r>
              <a:rPr dirty="0" err="1"/>
              <a:t>muncul</a:t>
            </a:r>
            <a:r>
              <a:rPr dirty="0"/>
              <a:t> </a:t>
            </a:r>
            <a:r>
              <a:rPr dirty="0" err="1"/>
              <a:t>meliputi</a:t>
            </a:r>
            <a:r>
              <a:rPr dirty="0"/>
              <a:t> hot flashes, </a:t>
            </a:r>
            <a:r>
              <a:rPr dirty="0" err="1"/>
              <a:t>gangguan</a:t>
            </a:r>
            <a:r>
              <a:rPr dirty="0"/>
              <a:t> </a:t>
            </a:r>
            <a:r>
              <a:rPr dirty="0" err="1"/>
              <a:t>tidur</a:t>
            </a:r>
            <a:r>
              <a:rPr dirty="0"/>
              <a:t>, </a:t>
            </a:r>
            <a:r>
              <a:rPr dirty="0" err="1"/>
              <a:t>perubahan</a:t>
            </a:r>
            <a:r>
              <a:rPr dirty="0"/>
              <a:t> mood, dan osteoporosis.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Andropause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dirty="0"/>
              <a:t>Andropause </a:t>
            </a:r>
            <a:r>
              <a:rPr dirty="0" err="1"/>
              <a:t>merupakan</a:t>
            </a:r>
            <a:r>
              <a:rPr dirty="0"/>
              <a:t> </a:t>
            </a:r>
            <a:r>
              <a:rPr dirty="0" err="1"/>
              <a:t>kondisi</a:t>
            </a:r>
            <a:r>
              <a:rPr dirty="0"/>
              <a:t> </a:t>
            </a:r>
            <a:r>
              <a:rPr dirty="0" err="1"/>
              <a:t>penurunan</a:t>
            </a:r>
            <a:r>
              <a:rPr dirty="0"/>
              <a:t> </a:t>
            </a:r>
            <a:r>
              <a:rPr dirty="0" err="1"/>
              <a:t>hormon</a:t>
            </a:r>
            <a:r>
              <a:rPr dirty="0"/>
              <a:t> </a:t>
            </a:r>
            <a:r>
              <a:rPr dirty="0" err="1"/>
              <a:t>testosteron</a:t>
            </a:r>
            <a:r>
              <a:rPr dirty="0"/>
              <a:t> pada </a:t>
            </a:r>
            <a:r>
              <a:rPr dirty="0" err="1"/>
              <a:t>laki-laki</a:t>
            </a:r>
            <a:r>
              <a:rPr dirty="0"/>
              <a:t> </a:t>
            </a:r>
            <a:r>
              <a:rPr dirty="0" err="1"/>
              <a:t>usia</a:t>
            </a:r>
            <a:r>
              <a:rPr dirty="0"/>
              <a:t> </a:t>
            </a:r>
            <a:r>
              <a:rPr dirty="0" err="1"/>
              <a:t>lanjut</a:t>
            </a:r>
            <a:r>
              <a:rPr dirty="0"/>
              <a:t>.</a:t>
            </a:r>
          </a:p>
          <a:p>
            <a:endParaRPr dirty="0"/>
          </a:p>
          <a:p>
            <a:pPr marL="0" indent="0">
              <a:buNone/>
            </a:pPr>
            <a:r>
              <a:rPr dirty="0" err="1"/>
              <a:t>Gejala</a:t>
            </a:r>
            <a:r>
              <a:rPr dirty="0"/>
              <a:t> yang </a:t>
            </a:r>
            <a:r>
              <a:rPr dirty="0" err="1"/>
              <a:t>sering</a:t>
            </a:r>
            <a:r>
              <a:rPr dirty="0"/>
              <a:t> </a:t>
            </a:r>
            <a:r>
              <a:rPr dirty="0" err="1"/>
              <a:t>muncul</a:t>
            </a:r>
            <a:r>
              <a:rPr dirty="0"/>
              <a:t>: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lang="en-US" dirty="0" err="1"/>
              <a:t>P</a:t>
            </a:r>
            <a:r>
              <a:rPr dirty="0" err="1"/>
              <a:t>enurunan</a:t>
            </a:r>
            <a:r>
              <a:rPr dirty="0"/>
              <a:t> libido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lang="en-US" dirty="0" err="1"/>
              <a:t>D</a:t>
            </a:r>
            <a:r>
              <a:rPr dirty="0" err="1"/>
              <a:t>isfungsi</a:t>
            </a:r>
            <a:r>
              <a:rPr dirty="0"/>
              <a:t> </a:t>
            </a:r>
            <a:r>
              <a:rPr dirty="0" err="1"/>
              <a:t>ereksi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lang="en-US" dirty="0" err="1"/>
              <a:t>P</a:t>
            </a:r>
            <a:r>
              <a:rPr dirty="0" err="1"/>
              <a:t>enurunan</a:t>
            </a:r>
            <a:r>
              <a:rPr dirty="0"/>
              <a:t> </a:t>
            </a:r>
            <a:r>
              <a:rPr dirty="0" err="1"/>
              <a:t>energi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lang="en-US" dirty="0" err="1"/>
              <a:t>P</a:t>
            </a:r>
            <a:r>
              <a:rPr dirty="0" err="1"/>
              <a:t>enurunan</a:t>
            </a:r>
            <a:r>
              <a:rPr dirty="0"/>
              <a:t> </a:t>
            </a:r>
            <a:r>
              <a:rPr dirty="0" err="1"/>
              <a:t>massa</a:t>
            </a:r>
            <a:r>
              <a:rPr dirty="0"/>
              <a:t> </a:t>
            </a:r>
            <a:r>
              <a:rPr dirty="0" err="1"/>
              <a:t>otot</a:t>
            </a:r>
            <a:endParaRPr dirty="0"/>
          </a:p>
          <a:p>
            <a:endParaRPr dirty="0"/>
          </a:p>
          <a:p>
            <a:pPr marL="0" indent="0">
              <a:buNone/>
            </a:pPr>
            <a:r>
              <a:rPr dirty="0" err="1"/>
              <a:t>Perubahan</a:t>
            </a:r>
            <a:r>
              <a:rPr dirty="0"/>
              <a:t> </a:t>
            </a:r>
            <a:r>
              <a:rPr dirty="0" err="1"/>
              <a:t>ini</a:t>
            </a:r>
            <a:r>
              <a:rPr dirty="0"/>
              <a:t> </a:t>
            </a:r>
            <a:r>
              <a:rPr dirty="0" err="1"/>
              <a:t>terjadi</a:t>
            </a:r>
            <a:r>
              <a:rPr dirty="0"/>
              <a:t> </a:t>
            </a:r>
            <a:r>
              <a:rPr dirty="0" err="1"/>
              <a:t>secara</a:t>
            </a:r>
            <a:r>
              <a:rPr dirty="0"/>
              <a:t> </a:t>
            </a:r>
            <a:r>
              <a:rPr dirty="0" err="1"/>
              <a:t>bertahap</a:t>
            </a:r>
            <a:r>
              <a:rPr dirty="0"/>
              <a:t> </a:t>
            </a:r>
            <a:r>
              <a:rPr dirty="0" err="1"/>
              <a:t>seiring</a:t>
            </a:r>
            <a:r>
              <a:rPr dirty="0"/>
              <a:t> proses </a:t>
            </a:r>
            <a:r>
              <a:rPr dirty="0" err="1"/>
              <a:t>penuaan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Permasalahan Kesehatan Reproduksi pada Lansia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5648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dirty="0" err="1"/>
              <a:t>Beberapa</a:t>
            </a:r>
            <a:r>
              <a:rPr dirty="0"/>
              <a:t> </a:t>
            </a:r>
            <a:r>
              <a:rPr dirty="0" err="1"/>
              <a:t>masalah</a:t>
            </a:r>
            <a:r>
              <a:rPr dirty="0"/>
              <a:t> </a:t>
            </a:r>
            <a:r>
              <a:rPr dirty="0" err="1"/>
              <a:t>kesehatan</a:t>
            </a:r>
            <a:r>
              <a:rPr dirty="0"/>
              <a:t> </a:t>
            </a:r>
            <a:r>
              <a:rPr dirty="0" err="1"/>
              <a:t>reproduksi</a:t>
            </a:r>
            <a:r>
              <a:rPr dirty="0"/>
              <a:t> pada </a:t>
            </a:r>
            <a:r>
              <a:rPr dirty="0" err="1"/>
              <a:t>lansia</a:t>
            </a:r>
            <a:r>
              <a:rPr dirty="0"/>
              <a:t> </a:t>
            </a:r>
            <a:r>
              <a:rPr dirty="0" err="1"/>
              <a:t>antara</a:t>
            </a:r>
            <a:r>
              <a:rPr dirty="0"/>
              <a:t> lain:</a:t>
            </a:r>
          </a:p>
          <a:p>
            <a:endParaRPr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K</a:t>
            </a:r>
            <a:r>
              <a:rPr dirty="0" err="1"/>
              <a:t>anker</a:t>
            </a:r>
            <a:r>
              <a:rPr dirty="0"/>
              <a:t> </a:t>
            </a:r>
            <a:r>
              <a:rPr dirty="0" err="1"/>
              <a:t>prostat</a:t>
            </a:r>
            <a:endParaRPr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K</a:t>
            </a:r>
            <a:r>
              <a:rPr dirty="0" err="1"/>
              <a:t>anker</a:t>
            </a:r>
            <a:r>
              <a:rPr dirty="0"/>
              <a:t> </a:t>
            </a:r>
            <a:r>
              <a:rPr dirty="0" err="1"/>
              <a:t>serviks</a:t>
            </a:r>
            <a:endParaRPr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D</a:t>
            </a:r>
            <a:r>
              <a:rPr dirty="0" err="1"/>
              <a:t>isfungsi</a:t>
            </a:r>
            <a:r>
              <a:rPr dirty="0"/>
              <a:t> </a:t>
            </a:r>
            <a:r>
              <a:rPr dirty="0" err="1"/>
              <a:t>seksual</a:t>
            </a:r>
            <a:endParaRPr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I</a:t>
            </a:r>
            <a:r>
              <a:rPr dirty="0" err="1"/>
              <a:t>nkontinensia</a:t>
            </a:r>
            <a:r>
              <a:rPr dirty="0"/>
              <a:t> </a:t>
            </a:r>
            <a:r>
              <a:rPr dirty="0" err="1"/>
              <a:t>urin</a:t>
            </a:r>
            <a:endParaRPr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I</a:t>
            </a:r>
            <a:r>
              <a:rPr dirty="0" err="1"/>
              <a:t>nfeksi</a:t>
            </a:r>
            <a:r>
              <a:rPr dirty="0"/>
              <a:t> </a:t>
            </a:r>
            <a:r>
              <a:rPr dirty="0" err="1"/>
              <a:t>saluran</a:t>
            </a:r>
            <a:r>
              <a:rPr dirty="0"/>
              <a:t> </a:t>
            </a:r>
            <a:r>
              <a:rPr dirty="0" err="1"/>
              <a:t>kemih</a:t>
            </a:r>
            <a:endParaRPr dirty="0"/>
          </a:p>
          <a:p>
            <a:endParaRPr dirty="0"/>
          </a:p>
          <a:p>
            <a:pPr marL="0" indent="0">
              <a:buNone/>
            </a:pPr>
            <a:r>
              <a:rPr dirty="0"/>
              <a:t>Masalah </a:t>
            </a:r>
            <a:r>
              <a:rPr dirty="0" err="1"/>
              <a:t>tersebut</a:t>
            </a:r>
            <a:r>
              <a:rPr dirty="0"/>
              <a:t> </a:t>
            </a:r>
            <a:r>
              <a:rPr dirty="0" err="1"/>
              <a:t>dapat</a:t>
            </a:r>
            <a:r>
              <a:rPr dirty="0"/>
              <a:t> </a:t>
            </a:r>
            <a:r>
              <a:rPr dirty="0" err="1"/>
              <a:t>mempengaruhi</a:t>
            </a:r>
            <a:r>
              <a:rPr dirty="0"/>
              <a:t> </a:t>
            </a:r>
            <a:r>
              <a:rPr dirty="0" err="1"/>
              <a:t>kualitas</a:t>
            </a:r>
            <a:r>
              <a:rPr dirty="0"/>
              <a:t> </a:t>
            </a:r>
            <a:r>
              <a:rPr dirty="0" err="1"/>
              <a:t>hidup</a:t>
            </a:r>
            <a:r>
              <a:rPr dirty="0"/>
              <a:t> dan </a:t>
            </a:r>
            <a:r>
              <a:rPr dirty="0" err="1"/>
              <a:t>kesejahteraan</a:t>
            </a:r>
            <a:r>
              <a:rPr dirty="0"/>
              <a:t> </a:t>
            </a:r>
            <a:r>
              <a:rPr dirty="0" err="1"/>
              <a:t>lansia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dirty="0"/>
              <a:t>Upaya </a:t>
            </a:r>
            <a:r>
              <a:rPr sz="3200" dirty="0" err="1"/>
              <a:t>Menjaga</a:t>
            </a:r>
            <a:r>
              <a:rPr sz="3200" dirty="0"/>
              <a:t> Kesehatan </a:t>
            </a:r>
            <a:r>
              <a:rPr sz="3200" dirty="0" err="1"/>
              <a:t>Reproduksi</a:t>
            </a:r>
            <a:r>
              <a:rPr sz="3200" dirty="0"/>
              <a:t> </a:t>
            </a:r>
            <a:r>
              <a:rPr sz="3200" dirty="0" err="1"/>
              <a:t>Lansia</a:t>
            </a:r>
            <a:endParaRPr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23210"/>
            <a:ext cx="8229600" cy="35841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Upaya </a:t>
            </a:r>
            <a:r>
              <a:rPr dirty="0" err="1"/>
              <a:t>menjaga</a:t>
            </a:r>
            <a:r>
              <a:rPr dirty="0"/>
              <a:t> </a:t>
            </a:r>
            <a:r>
              <a:rPr dirty="0" err="1"/>
              <a:t>kesehatan</a:t>
            </a:r>
            <a:r>
              <a:rPr dirty="0"/>
              <a:t> </a:t>
            </a:r>
            <a:r>
              <a:rPr dirty="0" err="1"/>
              <a:t>reproduksi</a:t>
            </a:r>
            <a:r>
              <a:rPr dirty="0"/>
              <a:t> </a:t>
            </a:r>
            <a:r>
              <a:rPr dirty="0" err="1"/>
              <a:t>lansia</a:t>
            </a:r>
            <a:r>
              <a:rPr dirty="0"/>
              <a:t> </a:t>
            </a:r>
            <a:r>
              <a:rPr dirty="0" err="1"/>
              <a:t>meliputi</a:t>
            </a:r>
            <a:r>
              <a:rPr dirty="0"/>
              <a:t>:</a:t>
            </a:r>
          </a:p>
          <a:p>
            <a:endParaRPr dirty="0"/>
          </a:p>
          <a:p>
            <a:pPr marL="514350" indent="-514350">
              <a:buFont typeface="+mj-lt"/>
              <a:buAutoNum type="arabicPeriod"/>
            </a:pPr>
            <a:r>
              <a:rPr dirty="0" err="1"/>
              <a:t>Pemeriksaan</a:t>
            </a:r>
            <a:r>
              <a:rPr dirty="0"/>
              <a:t> </a:t>
            </a:r>
            <a:r>
              <a:rPr dirty="0" err="1"/>
              <a:t>kesehatan</a:t>
            </a:r>
            <a:r>
              <a:rPr dirty="0"/>
              <a:t> rutin </a:t>
            </a:r>
            <a:r>
              <a:rPr dirty="0" err="1"/>
              <a:t>seperti</a:t>
            </a:r>
            <a:r>
              <a:rPr dirty="0"/>
              <a:t> </a:t>
            </a:r>
            <a:r>
              <a:rPr dirty="0" err="1"/>
              <a:t>skrining</a:t>
            </a:r>
            <a:r>
              <a:rPr dirty="0"/>
              <a:t> </a:t>
            </a:r>
            <a:r>
              <a:rPr dirty="0" err="1"/>
              <a:t>kanker</a:t>
            </a:r>
            <a:r>
              <a:rPr dirty="0"/>
              <a:t> </a:t>
            </a:r>
            <a:r>
              <a:rPr dirty="0" err="1"/>
              <a:t>serviks</a:t>
            </a:r>
            <a:r>
              <a:rPr dirty="0"/>
              <a:t> dan </a:t>
            </a:r>
            <a:r>
              <a:rPr dirty="0" err="1"/>
              <a:t>pemeriksaan</a:t>
            </a:r>
            <a:r>
              <a:rPr dirty="0"/>
              <a:t> </a:t>
            </a:r>
            <a:r>
              <a:rPr dirty="0" err="1"/>
              <a:t>prostat</a:t>
            </a:r>
            <a:r>
              <a:rPr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dirty="0"/>
              <a:t>Pola </a:t>
            </a:r>
            <a:r>
              <a:rPr dirty="0" err="1"/>
              <a:t>hidup</a:t>
            </a:r>
            <a:r>
              <a:rPr dirty="0"/>
              <a:t> </a:t>
            </a:r>
            <a:r>
              <a:rPr dirty="0" err="1"/>
              <a:t>sehat</a:t>
            </a:r>
            <a:r>
              <a:rPr dirty="0"/>
              <a:t> yang </a:t>
            </a:r>
            <a:r>
              <a:rPr dirty="0" err="1"/>
              <a:t>meliputi</a:t>
            </a:r>
            <a:r>
              <a:rPr dirty="0"/>
              <a:t> </a:t>
            </a:r>
            <a:r>
              <a:rPr dirty="0" err="1"/>
              <a:t>aktivitas</a:t>
            </a:r>
            <a:r>
              <a:rPr dirty="0"/>
              <a:t> </a:t>
            </a:r>
            <a:r>
              <a:rPr dirty="0" err="1"/>
              <a:t>fisik</a:t>
            </a:r>
            <a:r>
              <a:rPr dirty="0"/>
              <a:t> </a:t>
            </a:r>
            <a:r>
              <a:rPr dirty="0" err="1"/>
              <a:t>teratur</a:t>
            </a:r>
            <a:r>
              <a:rPr dirty="0"/>
              <a:t> dan </a:t>
            </a:r>
            <a:r>
              <a:rPr dirty="0" err="1"/>
              <a:t>nutrisi</a:t>
            </a:r>
            <a:r>
              <a:rPr dirty="0"/>
              <a:t> </a:t>
            </a:r>
            <a:r>
              <a:rPr dirty="0" err="1"/>
              <a:t>seimbang</a:t>
            </a:r>
            <a:r>
              <a:rPr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dirty="0" err="1"/>
              <a:t>Konseling</a:t>
            </a:r>
            <a:r>
              <a:rPr dirty="0"/>
              <a:t> </a:t>
            </a:r>
            <a:r>
              <a:rPr dirty="0" err="1"/>
              <a:t>kesehatan</a:t>
            </a:r>
            <a:r>
              <a:rPr dirty="0"/>
              <a:t> </a:t>
            </a:r>
            <a:r>
              <a:rPr dirty="0" err="1"/>
              <a:t>seksual</a:t>
            </a:r>
            <a:r>
              <a:rPr dirty="0"/>
              <a:t> </a:t>
            </a:r>
            <a:r>
              <a:rPr dirty="0" err="1"/>
              <a:t>untuk</a:t>
            </a:r>
            <a:r>
              <a:rPr dirty="0"/>
              <a:t> </a:t>
            </a:r>
            <a:r>
              <a:rPr dirty="0" err="1"/>
              <a:t>membantu</a:t>
            </a:r>
            <a:r>
              <a:rPr dirty="0"/>
              <a:t> </a:t>
            </a:r>
            <a:r>
              <a:rPr dirty="0" err="1"/>
              <a:t>lansia</a:t>
            </a:r>
            <a:r>
              <a:rPr dirty="0"/>
              <a:t> </a:t>
            </a:r>
            <a:r>
              <a:rPr dirty="0" err="1"/>
              <a:t>memahami</a:t>
            </a:r>
            <a:r>
              <a:rPr dirty="0"/>
              <a:t> </a:t>
            </a:r>
            <a:r>
              <a:rPr dirty="0" err="1"/>
              <a:t>perubahan</a:t>
            </a:r>
            <a:r>
              <a:rPr dirty="0"/>
              <a:t> yang </a:t>
            </a:r>
            <a:r>
              <a:rPr dirty="0" err="1"/>
              <a:t>terjadi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Kesimpulan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dirty="0"/>
              <a:t>Kesehatan </a:t>
            </a:r>
            <a:r>
              <a:rPr dirty="0" err="1"/>
              <a:t>reproduksi</a:t>
            </a:r>
            <a:r>
              <a:rPr dirty="0"/>
              <a:t> </a:t>
            </a:r>
            <a:r>
              <a:rPr dirty="0" err="1"/>
              <a:t>merupakan</a:t>
            </a:r>
            <a:r>
              <a:rPr dirty="0"/>
              <a:t> </a:t>
            </a:r>
            <a:r>
              <a:rPr dirty="0" err="1"/>
              <a:t>bagian</a:t>
            </a:r>
            <a:r>
              <a:rPr dirty="0"/>
              <a:t> </a:t>
            </a:r>
            <a:r>
              <a:rPr dirty="0" err="1"/>
              <a:t>penting</a:t>
            </a:r>
            <a:r>
              <a:rPr dirty="0"/>
              <a:t> </a:t>
            </a:r>
            <a:r>
              <a:rPr dirty="0" err="1"/>
              <a:t>dari</a:t>
            </a:r>
            <a:r>
              <a:rPr dirty="0"/>
              <a:t> </a:t>
            </a:r>
            <a:r>
              <a:rPr dirty="0" err="1"/>
              <a:t>kesehatan</a:t>
            </a:r>
            <a:r>
              <a:rPr dirty="0"/>
              <a:t> </a:t>
            </a:r>
            <a:r>
              <a:rPr dirty="0" err="1"/>
              <a:t>sepanjang</a:t>
            </a:r>
            <a:r>
              <a:rPr dirty="0"/>
              <a:t> </a:t>
            </a:r>
            <a:r>
              <a:rPr dirty="0" err="1"/>
              <a:t>siklus</a:t>
            </a:r>
            <a:r>
              <a:rPr dirty="0"/>
              <a:t> </a:t>
            </a:r>
            <a:r>
              <a:rPr dirty="0" err="1"/>
              <a:t>kehidupan</a:t>
            </a:r>
            <a:r>
              <a:rPr dirty="0"/>
              <a:t>.</a:t>
            </a:r>
          </a:p>
          <a:p>
            <a:pPr algn="just"/>
            <a:endParaRPr dirty="0"/>
          </a:p>
          <a:p>
            <a:pPr algn="just"/>
            <a:r>
              <a:rPr dirty="0" err="1"/>
              <a:t>Remaja</a:t>
            </a:r>
            <a:r>
              <a:rPr dirty="0"/>
              <a:t> </a:t>
            </a:r>
            <a:r>
              <a:rPr dirty="0" err="1"/>
              <a:t>mengalami</a:t>
            </a:r>
            <a:r>
              <a:rPr dirty="0"/>
              <a:t> </a:t>
            </a:r>
            <a:r>
              <a:rPr dirty="0" err="1"/>
              <a:t>perubahan</a:t>
            </a:r>
            <a:r>
              <a:rPr dirty="0"/>
              <a:t> </a:t>
            </a:r>
            <a:r>
              <a:rPr dirty="0" err="1"/>
              <a:t>reproduksi</a:t>
            </a:r>
            <a:r>
              <a:rPr dirty="0"/>
              <a:t> </a:t>
            </a:r>
            <a:r>
              <a:rPr dirty="0" err="1"/>
              <a:t>akibat</a:t>
            </a:r>
            <a:r>
              <a:rPr dirty="0"/>
              <a:t> </a:t>
            </a:r>
            <a:r>
              <a:rPr dirty="0" err="1"/>
              <a:t>pubertas</a:t>
            </a:r>
            <a:r>
              <a:rPr dirty="0"/>
              <a:t> dan </a:t>
            </a:r>
            <a:r>
              <a:rPr dirty="0" err="1"/>
              <a:t>memerlukan</a:t>
            </a:r>
            <a:r>
              <a:rPr dirty="0"/>
              <a:t> </a:t>
            </a:r>
            <a:r>
              <a:rPr dirty="0" err="1"/>
              <a:t>edukasi</a:t>
            </a:r>
            <a:r>
              <a:rPr dirty="0"/>
              <a:t> </a:t>
            </a:r>
            <a:r>
              <a:rPr dirty="0" err="1"/>
              <a:t>serta</a:t>
            </a:r>
            <a:r>
              <a:rPr dirty="0"/>
              <a:t> </a:t>
            </a:r>
            <a:r>
              <a:rPr dirty="0" err="1"/>
              <a:t>pelayanan</a:t>
            </a:r>
            <a:r>
              <a:rPr dirty="0"/>
              <a:t> </a:t>
            </a:r>
            <a:r>
              <a:rPr dirty="0" err="1"/>
              <a:t>kesehatan</a:t>
            </a:r>
            <a:r>
              <a:rPr dirty="0"/>
              <a:t> yang </a:t>
            </a:r>
            <a:r>
              <a:rPr dirty="0" err="1"/>
              <a:t>tepat</a:t>
            </a:r>
            <a:r>
              <a:rPr dirty="0"/>
              <a:t>. </a:t>
            </a:r>
            <a:r>
              <a:rPr dirty="0" err="1"/>
              <a:t>Lansia</a:t>
            </a:r>
            <a:r>
              <a:rPr dirty="0"/>
              <a:t> </a:t>
            </a:r>
            <a:r>
              <a:rPr dirty="0" err="1"/>
              <a:t>mengalami</a:t>
            </a:r>
            <a:r>
              <a:rPr dirty="0"/>
              <a:t> </a:t>
            </a:r>
            <a:r>
              <a:rPr dirty="0" err="1"/>
              <a:t>penurunan</a:t>
            </a:r>
            <a:r>
              <a:rPr dirty="0"/>
              <a:t> </a:t>
            </a:r>
            <a:r>
              <a:rPr dirty="0" err="1"/>
              <a:t>fungsi</a:t>
            </a:r>
            <a:r>
              <a:rPr dirty="0"/>
              <a:t> </a:t>
            </a:r>
            <a:r>
              <a:rPr dirty="0" err="1"/>
              <a:t>reproduksi</a:t>
            </a:r>
            <a:r>
              <a:rPr dirty="0"/>
              <a:t> </a:t>
            </a:r>
            <a:r>
              <a:rPr dirty="0" err="1"/>
              <a:t>akibat</a:t>
            </a:r>
            <a:r>
              <a:rPr dirty="0"/>
              <a:t> proses </a:t>
            </a:r>
            <a:r>
              <a:rPr dirty="0" err="1"/>
              <a:t>penuaan</a:t>
            </a:r>
            <a:r>
              <a:rPr dirty="0"/>
              <a:t> </a:t>
            </a:r>
            <a:r>
              <a:rPr dirty="0" err="1"/>
              <a:t>sehingga</a:t>
            </a:r>
            <a:r>
              <a:rPr dirty="0"/>
              <a:t> </a:t>
            </a:r>
            <a:r>
              <a:rPr dirty="0" err="1"/>
              <a:t>memerlukan</a:t>
            </a:r>
            <a:r>
              <a:rPr dirty="0"/>
              <a:t> </a:t>
            </a:r>
            <a:r>
              <a:rPr dirty="0" err="1"/>
              <a:t>upaya</a:t>
            </a:r>
            <a:r>
              <a:rPr dirty="0"/>
              <a:t> </a:t>
            </a:r>
            <a:r>
              <a:rPr dirty="0" err="1"/>
              <a:t>pemeliharaan</a:t>
            </a:r>
            <a:r>
              <a:rPr dirty="0"/>
              <a:t> </a:t>
            </a:r>
            <a:r>
              <a:rPr dirty="0" err="1"/>
              <a:t>kesehatan</a:t>
            </a:r>
            <a:r>
              <a:rPr dirty="0"/>
              <a:t> dan </a:t>
            </a:r>
            <a:r>
              <a:rPr dirty="0" err="1"/>
              <a:t>pemeriksaan</a:t>
            </a:r>
            <a:r>
              <a:rPr dirty="0"/>
              <a:t> rutin.</a:t>
            </a:r>
          </a:p>
          <a:p>
            <a:pPr algn="just"/>
            <a:endParaRPr dirty="0"/>
          </a:p>
          <a:p>
            <a:pPr algn="just"/>
            <a:r>
              <a:rPr dirty="0" err="1"/>
              <a:t>Pendekatan</a:t>
            </a:r>
            <a:r>
              <a:rPr dirty="0"/>
              <a:t> </a:t>
            </a:r>
            <a:r>
              <a:rPr dirty="0" err="1"/>
              <a:t>promotif</a:t>
            </a:r>
            <a:r>
              <a:rPr dirty="0"/>
              <a:t>, </a:t>
            </a:r>
            <a:r>
              <a:rPr dirty="0" err="1"/>
              <a:t>preventif</a:t>
            </a:r>
            <a:r>
              <a:rPr dirty="0"/>
              <a:t>, dan </a:t>
            </a:r>
            <a:r>
              <a:rPr dirty="0" err="1"/>
              <a:t>pelayanan</a:t>
            </a:r>
            <a:r>
              <a:rPr dirty="0"/>
              <a:t> </a:t>
            </a:r>
            <a:r>
              <a:rPr dirty="0" err="1"/>
              <a:t>kesehatan</a:t>
            </a:r>
            <a:r>
              <a:rPr dirty="0"/>
              <a:t> yang </a:t>
            </a:r>
            <a:r>
              <a:rPr dirty="0" err="1"/>
              <a:t>komprehensif</a:t>
            </a:r>
            <a:r>
              <a:rPr dirty="0"/>
              <a:t> </a:t>
            </a:r>
            <a:r>
              <a:rPr dirty="0" err="1"/>
              <a:t>diperlukan</a:t>
            </a:r>
            <a:r>
              <a:rPr dirty="0"/>
              <a:t> </a:t>
            </a:r>
            <a:r>
              <a:rPr dirty="0" err="1"/>
              <a:t>untuk</a:t>
            </a:r>
            <a:r>
              <a:rPr dirty="0"/>
              <a:t> </a:t>
            </a:r>
            <a:r>
              <a:rPr dirty="0" err="1"/>
              <a:t>meningkatkan</a:t>
            </a:r>
            <a:r>
              <a:rPr dirty="0"/>
              <a:t> </a:t>
            </a:r>
            <a:r>
              <a:rPr dirty="0" err="1"/>
              <a:t>kualitas</a:t>
            </a:r>
            <a:r>
              <a:rPr dirty="0"/>
              <a:t> </a:t>
            </a:r>
            <a:r>
              <a:rPr dirty="0" err="1"/>
              <a:t>hidup</a:t>
            </a:r>
            <a:r>
              <a:rPr dirty="0"/>
              <a:t> pada </a:t>
            </a:r>
            <a:r>
              <a:rPr dirty="0" err="1"/>
              <a:t>kedua</a:t>
            </a:r>
            <a:r>
              <a:rPr dirty="0"/>
              <a:t> </a:t>
            </a:r>
            <a:r>
              <a:rPr dirty="0" err="1"/>
              <a:t>kelompok</a:t>
            </a:r>
            <a:r>
              <a:rPr dirty="0"/>
              <a:t> </a:t>
            </a:r>
            <a:r>
              <a:rPr dirty="0" err="1"/>
              <a:t>usia</a:t>
            </a:r>
            <a:r>
              <a:rPr dirty="0"/>
              <a:t> </a:t>
            </a:r>
            <a:r>
              <a:rPr dirty="0" err="1"/>
              <a:t>tersebut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3BCD3-AEDC-2594-6294-35D50D7A6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TERIMA KASIH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927F20-B957-C752-3FCD-FAFF85F353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52865650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EC76B5"/>
      </a:hlink>
      <a:folHlink>
        <a:srgbClr val="E8ACCD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A207AED3-9ABC-4A18-9978-A59B65688B1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71</TotalTime>
  <Words>764</Words>
  <Application>Microsoft Office PowerPoint</Application>
  <PresentationFormat>On-screen Show (4:3)</PresentationFormat>
  <Paragraphs>124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Century Gothic</vt:lpstr>
      <vt:lpstr>Wingdings 3</vt:lpstr>
      <vt:lpstr>Ion</vt:lpstr>
      <vt:lpstr>Kesehatan Reproduksi Remaja dan Lansia</vt:lpstr>
      <vt:lpstr>Pengertian Kesehatan Reproduksi</vt:lpstr>
      <vt:lpstr>Prinsip Kesehatan Reproduksi Sepanjang Siklus Kehidupan</vt:lpstr>
      <vt:lpstr>Konsep Kesehatan Reproduksi pada Remaja</vt:lpstr>
      <vt:lpstr>Proses Biologis Pubertas</vt:lpstr>
      <vt:lpstr>Perubahan Fisik pada Masa Pubertas</vt:lpstr>
      <vt:lpstr>Risiko Kesehatan Reproduksi pada Remaja</vt:lpstr>
      <vt:lpstr>Upaya Promotif dan Preventif pada Remaja</vt:lpstr>
      <vt:lpstr>Konsep Kesehatan Reproduksi pada Lansia</vt:lpstr>
      <vt:lpstr>Proses Penuaan Sistem Reproduksi</vt:lpstr>
      <vt:lpstr>Menopause</vt:lpstr>
      <vt:lpstr>Andropause</vt:lpstr>
      <vt:lpstr>Permasalahan Kesehatan Reproduksi pada Lansia</vt:lpstr>
      <vt:lpstr>Upaya Menjaga Kesehatan Reproduksi Lansia</vt:lpstr>
      <vt:lpstr>Kesimpulan</vt:lpstr>
      <vt:lpstr>TERIMA KASIH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Dr. Mubarak</cp:lastModifiedBy>
  <cp:revision>6</cp:revision>
  <dcterms:created xsi:type="dcterms:W3CDTF">2013-01-27T09:14:16Z</dcterms:created>
  <dcterms:modified xsi:type="dcterms:W3CDTF">2026-03-14T00:49:59Z</dcterms:modified>
  <cp:category/>
</cp:coreProperties>
</file>