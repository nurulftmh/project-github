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6"/>
  </p:notesMasterIdLst>
  <p:sldIdLst>
    <p:sldId id="293" r:id="rId2"/>
    <p:sldId id="257" r:id="rId3"/>
    <p:sldId id="258" r:id="rId4"/>
    <p:sldId id="259" r:id="rId5"/>
    <p:sldId id="260" r:id="rId6"/>
    <p:sldId id="288" r:id="rId7"/>
    <p:sldId id="261" r:id="rId8"/>
    <p:sldId id="262" r:id="rId9"/>
    <p:sldId id="263" r:id="rId10"/>
    <p:sldId id="264" r:id="rId11"/>
    <p:sldId id="289" r:id="rId12"/>
    <p:sldId id="286" r:id="rId13"/>
    <p:sldId id="265" r:id="rId14"/>
    <p:sldId id="266" r:id="rId15"/>
    <p:sldId id="267" r:id="rId16"/>
    <p:sldId id="268" r:id="rId17"/>
    <p:sldId id="269" r:id="rId18"/>
    <p:sldId id="270" r:id="rId19"/>
    <p:sldId id="272" r:id="rId20"/>
    <p:sldId id="273" r:id="rId21"/>
    <p:sldId id="274" r:id="rId22"/>
    <p:sldId id="275" r:id="rId23"/>
    <p:sldId id="276" r:id="rId24"/>
    <p:sldId id="277" r:id="rId25"/>
    <p:sldId id="278" r:id="rId26"/>
    <p:sldId id="279" r:id="rId27"/>
    <p:sldId id="280" r:id="rId28"/>
    <p:sldId id="281" r:id="rId29"/>
    <p:sldId id="282" r:id="rId30"/>
    <p:sldId id="284" r:id="rId31"/>
    <p:sldId id="285" r:id="rId32"/>
    <p:sldId id="283" r:id="rId33"/>
    <p:sldId id="292" r:id="rId34"/>
    <p:sldId id="287"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180"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08E01F-77A9-47DB-AC04-254076ABEB3D}" type="datetimeFigureOut">
              <a:rPr lang="en-ID" smtClean="0"/>
              <a:t>10/04/2026</a:t>
            </a:fld>
            <a:endParaRPr lang="en-ID"/>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9B4508-D1C6-440D-9839-31661A15846D}" type="slidenum">
              <a:rPr lang="en-ID" smtClean="0"/>
              <a:t>‹#›</a:t>
            </a:fld>
            <a:endParaRPr lang="en-ID"/>
          </a:p>
        </p:txBody>
      </p:sp>
    </p:spTree>
    <p:extLst>
      <p:ext uri="{BB962C8B-B14F-4D97-AF65-F5344CB8AC3E}">
        <p14:creationId xmlns:p14="http://schemas.microsoft.com/office/powerpoint/2010/main" val="2178297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0D9B4508-D1C6-440D-9839-31661A15846D}" type="slidenum">
              <a:rPr lang="en-ID" smtClean="0"/>
              <a:t>2</a:t>
            </a:fld>
            <a:endParaRPr lang="en-ID"/>
          </a:p>
        </p:txBody>
      </p:sp>
    </p:spTree>
    <p:extLst>
      <p:ext uri="{BB962C8B-B14F-4D97-AF65-F5344CB8AC3E}">
        <p14:creationId xmlns:p14="http://schemas.microsoft.com/office/powerpoint/2010/main" val="2087903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1649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5501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1084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1197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715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022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0834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84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8402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4386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59970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488168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27935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776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94487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4315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5760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4/10/2026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8058616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67DE562-B62D-827F-A3B2-0F453A7A28D1}"/>
              </a:ext>
            </a:extLst>
          </p:cNvPr>
          <p:cNvSpPr>
            <a:spLocks noGrp="1"/>
          </p:cNvSpPr>
          <p:nvPr>
            <p:ph type="body" idx="1"/>
          </p:nvPr>
        </p:nvSpPr>
        <p:spPr/>
        <p:txBody>
          <a:bodyPr/>
          <a:lstStyle/>
          <a:p>
            <a:pPr algn="r"/>
            <a:r>
              <a:rPr lang="en-US" dirty="0"/>
              <a:t>DR. Mubarak</a:t>
            </a:r>
            <a:endParaRPr lang="en-ID" dirty="0"/>
          </a:p>
        </p:txBody>
      </p:sp>
      <p:sp>
        <p:nvSpPr>
          <p:cNvPr id="4" name="Title 1">
            <a:extLst>
              <a:ext uri="{FF2B5EF4-FFF2-40B4-BE49-F238E27FC236}">
                <a16:creationId xmlns:a16="http://schemas.microsoft.com/office/drawing/2014/main" id="{90D7BB2C-C22C-09E5-4914-2D52427F58D4}"/>
              </a:ext>
            </a:extLst>
          </p:cNvPr>
          <p:cNvSpPr>
            <a:spLocks noGrp="1"/>
          </p:cNvSpPr>
          <p:nvPr>
            <p:ph type="title"/>
          </p:nvPr>
        </p:nvSpPr>
        <p:spPr>
          <a:xfrm>
            <a:off x="949071" y="1316927"/>
            <a:ext cx="6619875" cy="1914525"/>
          </a:xfrm>
        </p:spPr>
        <p:txBody>
          <a:bodyPr>
            <a:normAutofit/>
          </a:bodyPr>
          <a:lstStyle/>
          <a:p>
            <a:r>
              <a:rPr lang="en-ID" b="1" dirty="0" err="1"/>
              <a:t>Kehamilan</a:t>
            </a:r>
            <a:r>
              <a:rPr lang="en-ID" b="1" dirty="0"/>
              <a:t> yang Tidak </a:t>
            </a:r>
            <a:r>
              <a:rPr lang="en-ID" b="1" dirty="0" err="1"/>
              <a:t>Diinginkan</a:t>
            </a:r>
            <a:r>
              <a:rPr lang="en-ID" b="1" dirty="0"/>
              <a:t> dan </a:t>
            </a:r>
            <a:r>
              <a:rPr lang="en-ID" b="1" dirty="0" err="1"/>
              <a:t>Aborsi</a:t>
            </a:r>
            <a:endParaRPr b="1" dirty="0"/>
          </a:p>
        </p:txBody>
      </p:sp>
    </p:spTree>
    <p:extLst>
      <p:ext uri="{BB962C8B-B14F-4D97-AF65-F5344CB8AC3E}">
        <p14:creationId xmlns:p14="http://schemas.microsoft.com/office/powerpoint/2010/main" val="249224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Latar </a:t>
            </a:r>
            <a:r>
              <a:rPr b="1" dirty="0" err="1"/>
              <a:t>Belakang</a:t>
            </a:r>
            <a:endParaRPr b="1" dirty="0"/>
          </a:p>
        </p:txBody>
      </p:sp>
      <p:sp>
        <p:nvSpPr>
          <p:cNvPr id="3" name="Content Placeholder 2"/>
          <p:cNvSpPr>
            <a:spLocks noGrp="1"/>
          </p:cNvSpPr>
          <p:nvPr>
            <p:ph idx="1"/>
          </p:nvPr>
        </p:nvSpPr>
        <p:spPr>
          <a:xfrm>
            <a:off x="0" y="1943742"/>
            <a:ext cx="8996515" cy="5463822"/>
          </a:xfrm>
        </p:spPr>
        <p:txBody>
          <a:bodyPr>
            <a:noAutofit/>
          </a:bodyPr>
          <a:lstStyle/>
          <a:p>
            <a:r>
              <a:rPr lang="en-ID" sz="1600" b="1" dirty="0" err="1"/>
              <a:t>Tingginya</a:t>
            </a:r>
            <a:r>
              <a:rPr lang="en-ID" sz="1600" b="1" dirty="0"/>
              <a:t> </a:t>
            </a:r>
            <a:r>
              <a:rPr lang="en-ID" sz="1600" b="1" dirty="0" err="1"/>
              <a:t>angka</a:t>
            </a:r>
            <a:r>
              <a:rPr lang="en-ID" sz="1600" b="1" dirty="0"/>
              <a:t> </a:t>
            </a:r>
            <a:r>
              <a:rPr lang="en-ID" sz="1600" b="1" dirty="0" err="1"/>
              <a:t>kejadian</a:t>
            </a:r>
            <a:br>
              <a:rPr lang="en-ID" sz="1600" dirty="0"/>
            </a:br>
            <a:r>
              <a:rPr lang="en-ID" sz="1600" dirty="0" err="1"/>
              <a:t>Kehamilan</a:t>
            </a:r>
            <a:r>
              <a:rPr lang="en-ID" sz="1600" dirty="0"/>
              <a:t> yang </a:t>
            </a:r>
            <a:r>
              <a:rPr lang="en-ID" sz="1600" dirty="0" err="1"/>
              <a:t>tidak</a:t>
            </a:r>
            <a:r>
              <a:rPr lang="en-ID" sz="1600" dirty="0"/>
              <a:t> </a:t>
            </a:r>
            <a:r>
              <a:rPr lang="en-ID" sz="1600" dirty="0" err="1"/>
              <a:t>diinginkan</a:t>
            </a:r>
            <a:r>
              <a:rPr lang="en-ID" sz="1600" dirty="0"/>
              <a:t> </a:t>
            </a:r>
            <a:r>
              <a:rPr lang="en-ID" sz="1600" dirty="0" err="1"/>
              <a:t>masih</a:t>
            </a:r>
            <a:r>
              <a:rPr lang="en-ID" sz="1600" dirty="0"/>
              <a:t> </a:t>
            </a:r>
            <a:r>
              <a:rPr lang="en-ID" sz="1600" dirty="0" err="1"/>
              <a:t>terjadi</a:t>
            </a:r>
            <a:r>
              <a:rPr lang="en-ID" sz="1600" dirty="0"/>
              <a:t> </a:t>
            </a:r>
            <a:r>
              <a:rPr lang="en-ID" sz="1600" dirty="0" err="1"/>
              <a:t>dalam</a:t>
            </a:r>
            <a:r>
              <a:rPr lang="en-ID" sz="1600" dirty="0"/>
              <a:t> </a:t>
            </a:r>
            <a:r>
              <a:rPr lang="en-ID" sz="1600" dirty="0" err="1"/>
              <a:t>jumlah</a:t>
            </a:r>
            <a:r>
              <a:rPr lang="en-ID" sz="1600" dirty="0"/>
              <a:t> </a:t>
            </a:r>
            <a:r>
              <a:rPr lang="en-ID" sz="1600" dirty="0" err="1"/>
              <a:t>besar</a:t>
            </a:r>
            <a:r>
              <a:rPr lang="en-ID" sz="1600" dirty="0"/>
              <a:t> </a:t>
            </a:r>
            <a:r>
              <a:rPr lang="en-ID" sz="1600" dirty="0" err="1"/>
              <a:t>secara</a:t>
            </a:r>
            <a:r>
              <a:rPr lang="en-ID" sz="1600" dirty="0"/>
              <a:t> global, </a:t>
            </a:r>
            <a:r>
              <a:rPr lang="en-ID" sz="1600" dirty="0" err="1"/>
              <a:t>terutama</a:t>
            </a:r>
            <a:r>
              <a:rPr lang="en-ID" sz="1600" dirty="0"/>
              <a:t> pada </a:t>
            </a:r>
            <a:r>
              <a:rPr lang="en-ID" sz="1600" dirty="0" err="1"/>
              <a:t>kelompok</a:t>
            </a:r>
            <a:r>
              <a:rPr lang="en-ID" sz="1600" dirty="0"/>
              <a:t> </a:t>
            </a:r>
            <a:r>
              <a:rPr lang="en-ID" sz="1600" dirty="0" err="1"/>
              <a:t>remaja</a:t>
            </a:r>
            <a:r>
              <a:rPr lang="en-ID" sz="1600" dirty="0"/>
              <a:t> dan </a:t>
            </a:r>
            <a:r>
              <a:rPr lang="en-ID" sz="1600" dirty="0" err="1"/>
              <a:t>perempuan</a:t>
            </a:r>
            <a:r>
              <a:rPr lang="en-ID" sz="1600" dirty="0"/>
              <a:t> </a:t>
            </a:r>
            <a:r>
              <a:rPr lang="en-ID" sz="1600" dirty="0" err="1"/>
              <a:t>usia</a:t>
            </a:r>
            <a:r>
              <a:rPr lang="en-ID" sz="1600" dirty="0"/>
              <a:t> </a:t>
            </a:r>
            <a:r>
              <a:rPr lang="en-ID" sz="1600" dirty="0" err="1"/>
              <a:t>reproduksi</a:t>
            </a:r>
            <a:r>
              <a:rPr lang="en-ID" sz="1600" dirty="0"/>
              <a:t> </a:t>
            </a:r>
            <a:r>
              <a:rPr lang="en-ID" sz="1600" dirty="0" err="1"/>
              <a:t>dengan</a:t>
            </a:r>
            <a:r>
              <a:rPr lang="en-ID" sz="1600" dirty="0"/>
              <a:t> </a:t>
            </a:r>
            <a:r>
              <a:rPr lang="en-ID" sz="1600" dirty="0" err="1"/>
              <a:t>akses</a:t>
            </a:r>
            <a:r>
              <a:rPr lang="en-ID" sz="1600" dirty="0"/>
              <a:t> </a:t>
            </a:r>
            <a:r>
              <a:rPr lang="en-ID" sz="1600" dirty="0" err="1"/>
              <a:t>terbatas</a:t>
            </a:r>
            <a:r>
              <a:rPr lang="en-ID" sz="1600" dirty="0"/>
              <a:t> </a:t>
            </a:r>
            <a:r>
              <a:rPr lang="en-ID" sz="1600" dirty="0" err="1"/>
              <a:t>terhadap</a:t>
            </a:r>
            <a:r>
              <a:rPr lang="en-ID" sz="1600" dirty="0"/>
              <a:t> </a:t>
            </a:r>
            <a:r>
              <a:rPr lang="en-ID" sz="1600" dirty="0" err="1"/>
              <a:t>edukasi</a:t>
            </a:r>
            <a:r>
              <a:rPr lang="en-ID" sz="1600" dirty="0"/>
              <a:t> dan </a:t>
            </a:r>
            <a:r>
              <a:rPr lang="en-ID" sz="1600" dirty="0" err="1"/>
              <a:t>kontrasepsi</a:t>
            </a:r>
            <a:r>
              <a:rPr lang="en-ID" sz="1600" dirty="0"/>
              <a:t>.</a:t>
            </a:r>
          </a:p>
          <a:p>
            <a:r>
              <a:rPr lang="en-ID" sz="1600" b="1" dirty="0" err="1"/>
              <a:t>Tingginya</a:t>
            </a:r>
            <a:r>
              <a:rPr lang="en-ID" sz="1600" b="1" dirty="0"/>
              <a:t> </a:t>
            </a:r>
            <a:r>
              <a:rPr lang="en-ID" sz="1600" b="1" dirty="0" err="1"/>
              <a:t>angka</a:t>
            </a:r>
            <a:r>
              <a:rPr lang="en-ID" sz="1600" b="1" dirty="0"/>
              <a:t> </a:t>
            </a:r>
            <a:r>
              <a:rPr lang="en-ID" sz="1600" b="1" dirty="0" err="1"/>
              <a:t>kejadian</a:t>
            </a:r>
            <a:br>
              <a:rPr lang="en-ID" sz="1600" dirty="0"/>
            </a:br>
            <a:r>
              <a:rPr lang="en-ID" sz="1600" dirty="0" err="1"/>
              <a:t>Kehamilan</a:t>
            </a:r>
            <a:r>
              <a:rPr lang="en-ID" sz="1600" dirty="0"/>
              <a:t> yang </a:t>
            </a:r>
            <a:r>
              <a:rPr lang="en-ID" sz="1600" dirty="0" err="1"/>
              <a:t>tidak</a:t>
            </a:r>
            <a:r>
              <a:rPr lang="en-ID" sz="1600" dirty="0"/>
              <a:t> </a:t>
            </a:r>
            <a:r>
              <a:rPr lang="en-ID" sz="1600" dirty="0" err="1"/>
              <a:t>diinginkan</a:t>
            </a:r>
            <a:r>
              <a:rPr lang="en-ID" sz="1600" dirty="0"/>
              <a:t> </a:t>
            </a:r>
            <a:r>
              <a:rPr lang="en-ID" sz="1600" dirty="0" err="1"/>
              <a:t>masih</a:t>
            </a:r>
            <a:r>
              <a:rPr lang="en-ID" sz="1600" dirty="0"/>
              <a:t> </a:t>
            </a:r>
            <a:r>
              <a:rPr lang="en-ID" sz="1600" dirty="0" err="1"/>
              <a:t>terjadi</a:t>
            </a:r>
            <a:r>
              <a:rPr lang="en-ID" sz="1600" dirty="0"/>
              <a:t> </a:t>
            </a:r>
            <a:r>
              <a:rPr lang="en-ID" sz="1600" dirty="0" err="1"/>
              <a:t>dalam</a:t>
            </a:r>
            <a:r>
              <a:rPr lang="en-ID" sz="1600" dirty="0"/>
              <a:t> </a:t>
            </a:r>
            <a:r>
              <a:rPr lang="en-ID" sz="1600" dirty="0" err="1"/>
              <a:t>jumlah</a:t>
            </a:r>
            <a:r>
              <a:rPr lang="en-ID" sz="1600" dirty="0"/>
              <a:t> </a:t>
            </a:r>
            <a:r>
              <a:rPr lang="en-ID" sz="1600" dirty="0" err="1"/>
              <a:t>besar</a:t>
            </a:r>
            <a:r>
              <a:rPr lang="en-ID" sz="1600" dirty="0"/>
              <a:t> </a:t>
            </a:r>
            <a:r>
              <a:rPr lang="en-ID" sz="1600" dirty="0" err="1"/>
              <a:t>secara</a:t>
            </a:r>
            <a:r>
              <a:rPr lang="en-ID" sz="1600" dirty="0"/>
              <a:t> global, </a:t>
            </a:r>
            <a:r>
              <a:rPr lang="en-ID" sz="1600" dirty="0" err="1"/>
              <a:t>terutama</a:t>
            </a:r>
            <a:r>
              <a:rPr lang="en-ID" sz="1600" dirty="0"/>
              <a:t> pada </a:t>
            </a:r>
            <a:r>
              <a:rPr lang="en-ID" sz="1600" dirty="0" err="1"/>
              <a:t>kelompok</a:t>
            </a:r>
            <a:r>
              <a:rPr lang="en-ID" sz="1600" dirty="0"/>
              <a:t> </a:t>
            </a:r>
            <a:r>
              <a:rPr lang="en-ID" sz="1600" dirty="0" err="1"/>
              <a:t>remaja</a:t>
            </a:r>
            <a:r>
              <a:rPr lang="en-ID" sz="1600" dirty="0"/>
              <a:t> dan </a:t>
            </a:r>
            <a:r>
              <a:rPr lang="en-ID" sz="1600" dirty="0" err="1"/>
              <a:t>perempuan</a:t>
            </a:r>
            <a:r>
              <a:rPr lang="en-ID" sz="1600" dirty="0"/>
              <a:t> </a:t>
            </a:r>
            <a:r>
              <a:rPr lang="en-ID" sz="1600" dirty="0" err="1"/>
              <a:t>usia</a:t>
            </a:r>
            <a:r>
              <a:rPr lang="en-ID" sz="1600" dirty="0"/>
              <a:t> </a:t>
            </a:r>
            <a:r>
              <a:rPr lang="en-ID" sz="1600" dirty="0" err="1"/>
              <a:t>reproduksi</a:t>
            </a:r>
            <a:r>
              <a:rPr lang="en-ID" sz="1600" dirty="0"/>
              <a:t> </a:t>
            </a:r>
            <a:r>
              <a:rPr lang="en-ID" sz="1600" dirty="0" err="1"/>
              <a:t>dengan</a:t>
            </a:r>
            <a:r>
              <a:rPr lang="en-ID" sz="1600" dirty="0"/>
              <a:t> </a:t>
            </a:r>
            <a:r>
              <a:rPr lang="en-ID" sz="1600" dirty="0" err="1"/>
              <a:t>akses</a:t>
            </a:r>
            <a:r>
              <a:rPr lang="en-ID" sz="1600" dirty="0"/>
              <a:t> </a:t>
            </a:r>
            <a:r>
              <a:rPr lang="en-ID" sz="1600" dirty="0" err="1"/>
              <a:t>terbatas</a:t>
            </a:r>
            <a:r>
              <a:rPr lang="en-ID" sz="1600" dirty="0"/>
              <a:t> </a:t>
            </a:r>
            <a:r>
              <a:rPr lang="en-ID" sz="1600" dirty="0" err="1"/>
              <a:t>terhadap</a:t>
            </a:r>
            <a:r>
              <a:rPr lang="en-ID" sz="1600" dirty="0"/>
              <a:t> </a:t>
            </a:r>
            <a:r>
              <a:rPr lang="en-ID" sz="1600" dirty="0" err="1"/>
              <a:t>edukasi</a:t>
            </a:r>
            <a:r>
              <a:rPr lang="en-ID" sz="1600" dirty="0"/>
              <a:t> dan </a:t>
            </a:r>
            <a:r>
              <a:rPr lang="en-ID" sz="1600" dirty="0" err="1"/>
              <a:t>kontrasepsi</a:t>
            </a:r>
            <a:r>
              <a:rPr lang="en-ID" sz="1600" dirty="0"/>
              <a:t>.</a:t>
            </a:r>
          </a:p>
          <a:p>
            <a:r>
              <a:rPr lang="en-ID" sz="1600" b="1" dirty="0" err="1"/>
              <a:t>Masalah</a:t>
            </a:r>
            <a:r>
              <a:rPr lang="en-ID" sz="1600" b="1" dirty="0"/>
              <a:t> </a:t>
            </a:r>
            <a:r>
              <a:rPr lang="en-ID" sz="1600" b="1" dirty="0" err="1"/>
              <a:t>sosial</a:t>
            </a:r>
            <a:br>
              <a:rPr lang="en-ID" sz="1600" dirty="0"/>
            </a:br>
            <a:r>
              <a:rPr lang="en-ID" sz="1600" dirty="0" err="1"/>
              <a:t>Kehamilan</a:t>
            </a:r>
            <a:r>
              <a:rPr lang="en-ID" sz="1600" dirty="0"/>
              <a:t> yang </a:t>
            </a:r>
            <a:r>
              <a:rPr lang="en-ID" sz="1600" dirty="0" err="1"/>
              <a:t>tidak</a:t>
            </a:r>
            <a:r>
              <a:rPr lang="en-ID" sz="1600" dirty="0"/>
              <a:t> </a:t>
            </a:r>
            <a:r>
              <a:rPr lang="en-ID" sz="1600" dirty="0" err="1"/>
              <a:t>diinginkan</a:t>
            </a:r>
            <a:r>
              <a:rPr lang="en-ID" sz="1600" dirty="0"/>
              <a:t> </a:t>
            </a:r>
            <a:r>
              <a:rPr lang="en-ID" sz="1600" dirty="0" err="1"/>
              <a:t>sering</a:t>
            </a:r>
            <a:r>
              <a:rPr lang="en-ID" sz="1600" dirty="0"/>
              <a:t> kali </a:t>
            </a:r>
            <a:r>
              <a:rPr lang="en-ID" sz="1600" dirty="0" err="1"/>
              <a:t>menimbulkan</a:t>
            </a:r>
            <a:r>
              <a:rPr lang="en-ID" sz="1600" dirty="0"/>
              <a:t> stigma </a:t>
            </a:r>
            <a:r>
              <a:rPr lang="en-ID" sz="1600" dirty="0" err="1"/>
              <a:t>sosial</a:t>
            </a:r>
            <a:r>
              <a:rPr lang="en-ID" sz="1600" dirty="0"/>
              <a:t>, </a:t>
            </a:r>
            <a:r>
              <a:rPr lang="en-ID" sz="1600" dirty="0" err="1"/>
              <a:t>terutama</a:t>
            </a:r>
            <a:r>
              <a:rPr lang="en-ID" sz="1600" dirty="0"/>
              <a:t> pada </a:t>
            </a:r>
            <a:r>
              <a:rPr lang="en-ID" sz="1600" dirty="0" err="1"/>
              <a:t>remaja</a:t>
            </a:r>
            <a:r>
              <a:rPr lang="en-ID" sz="1600" dirty="0"/>
              <a:t> </a:t>
            </a:r>
            <a:r>
              <a:rPr lang="en-ID" sz="1600" dirty="0" err="1"/>
              <a:t>atau</a:t>
            </a:r>
            <a:r>
              <a:rPr lang="en-ID" sz="1600" dirty="0"/>
              <a:t> </a:t>
            </a:r>
            <a:r>
              <a:rPr lang="en-ID" sz="1600" dirty="0" err="1"/>
              <a:t>perempuan</a:t>
            </a:r>
            <a:r>
              <a:rPr lang="en-ID" sz="1600" dirty="0"/>
              <a:t> yang </a:t>
            </a:r>
            <a:r>
              <a:rPr lang="en-ID" sz="1600" dirty="0" err="1"/>
              <a:t>belum</a:t>
            </a:r>
            <a:r>
              <a:rPr lang="en-ID" sz="1600" dirty="0"/>
              <a:t> </a:t>
            </a:r>
            <a:r>
              <a:rPr lang="en-ID" sz="1600" dirty="0" err="1"/>
              <a:t>menikah</a:t>
            </a:r>
            <a:r>
              <a:rPr lang="en-ID" sz="1600" dirty="0"/>
              <a:t>.</a:t>
            </a:r>
          </a:p>
          <a:p>
            <a:r>
              <a:rPr lang="en-ID" sz="1600" b="1" dirty="0" err="1"/>
              <a:t>Masalah</a:t>
            </a:r>
            <a:r>
              <a:rPr lang="en-ID" sz="1600" b="1" dirty="0"/>
              <a:t> </a:t>
            </a:r>
            <a:r>
              <a:rPr lang="en-ID" sz="1600" b="1" dirty="0" err="1"/>
              <a:t>sosial</a:t>
            </a:r>
            <a:br>
              <a:rPr lang="en-ID" sz="1600" dirty="0"/>
            </a:br>
            <a:r>
              <a:rPr lang="en-ID" sz="1600" dirty="0" err="1"/>
              <a:t>Kehamilan</a:t>
            </a:r>
            <a:r>
              <a:rPr lang="en-ID" sz="1600" dirty="0"/>
              <a:t> yang </a:t>
            </a:r>
            <a:r>
              <a:rPr lang="en-ID" sz="1600" dirty="0" err="1"/>
              <a:t>tidak</a:t>
            </a:r>
            <a:r>
              <a:rPr lang="en-ID" sz="1600" dirty="0"/>
              <a:t> </a:t>
            </a:r>
            <a:r>
              <a:rPr lang="en-ID" sz="1600" dirty="0" err="1"/>
              <a:t>diinginkan</a:t>
            </a:r>
            <a:r>
              <a:rPr lang="en-ID" sz="1600" dirty="0"/>
              <a:t> </a:t>
            </a:r>
            <a:r>
              <a:rPr lang="en-ID" sz="1600" dirty="0" err="1"/>
              <a:t>sering</a:t>
            </a:r>
            <a:r>
              <a:rPr lang="en-ID" sz="1600" dirty="0"/>
              <a:t> kali </a:t>
            </a:r>
            <a:r>
              <a:rPr lang="en-ID" sz="1600" dirty="0" err="1"/>
              <a:t>menimbulkan</a:t>
            </a:r>
            <a:r>
              <a:rPr lang="en-ID" sz="1600" dirty="0"/>
              <a:t> stigma </a:t>
            </a:r>
            <a:r>
              <a:rPr lang="en-ID" sz="1600" dirty="0" err="1"/>
              <a:t>sosial</a:t>
            </a:r>
            <a:r>
              <a:rPr lang="en-ID" sz="1600" dirty="0"/>
              <a:t>, </a:t>
            </a:r>
            <a:r>
              <a:rPr lang="en-ID" sz="1600" dirty="0" err="1"/>
              <a:t>terutama</a:t>
            </a:r>
            <a:r>
              <a:rPr lang="en-ID" sz="1600" dirty="0"/>
              <a:t> pada </a:t>
            </a:r>
            <a:r>
              <a:rPr lang="en-ID" sz="1600" dirty="0" err="1"/>
              <a:t>remaja</a:t>
            </a:r>
            <a:r>
              <a:rPr lang="en-ID" sz="1600" dirty="0"/>
              <a:t> </a:t>
            </a:r>
            <a:r>
              <a:rPr lang="en-ID" sz="1600" dirty="0" err="1"/>
              <a:t>atau</a:t>
            </a:r>
            <a:r>
              <a:rPr lang="en-ID" sz="1600" dirty="0"/>
              <a:t> </a:t>
            </a:r>
            <a:r>
              <a:rPr lang="en-ID" sz="1600" dirty="0" err="1"/>
              <a:t>perempuan</a:t>
            </a:r>
            <a:r>
              <a:rPr lang="en-ID" sz="1600" dirty="0"/>
              <a:t> yang </a:t>
            </a:r>
            <a:r>
              <a:rPr lang="en-ID" sz="1600" dirty="0" err="1"/>
              <a:t>belum</a:t>
            </a:r>
            <a:r>
              <a:rPr lang="en-ID" sz="1600" dirty="0"/>
              <a:t> </a:t>
            </a:r>
            <a:r>
              <a:rPr lang="en-ID" sz="1600" dirty="0" err="1"/>
              <a:t>menikah</a:t>
            </a:r>
            <a:r>
              <a:rPr lang="en-ID" sz="16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56" y="274638"/>
            <a:ext cx="8903110" cy="1143000"/>
          </a:xfrm>
        </p:spPr>
        <p:txBody>
          <a:bodyPr>
            <a:normAutofit fontScale="90000"/>
          </a:bodyPr>
          <a:lstStyle/>
          <a:p>
            <a:r>
              <a:rPr lang="nn-NO" b="1" dirty="0"/>
              <a:t>Definisi Kehamilan yang Tidak Diinginkan</a:t>
            </a:r>
            <a:endParaRPr b="1" dirty="0"/>
          </a:p>
        </p:txBody>
      </p:sp>
      <p:sp>
        <p:nvSpPr>
          <p:cNvPr id="3" name="Content Placeholder 2"/>
          <p:cNvSpPr>
            <a:spLocks noGrp="1"/>
          </p:cNvSpPr>
          <p:nvPr>
            <p:ph idx="1"/>
          </p:nvPr>
        </p:nvSpPr>
        <p:spPr>
          <a:xfrm>
            <a:off x="78656" y="1772167"/>
            <a:ext cx="8986688" cy="4884666"/>
          </a:xfrm>
        </p:spPr>
        <p:txBody>
          <a:bodyPr>
            <a:noAutofit/>
          </a:bodyPr>
          <a:lstStyle/>
          <a:p>
            <a:r>
              <a:rPr lang="en-ID" sz="1800" b="1" dirty="0" err="1"/>
              <a:t>Kehamilan</a:t>
            </a:r>
            <a:r>
              <a:rPr lang="en-ID" sz="1800" b="1" dirty="0"/>
              <a:t> </a:t>
            </a:r>
            <a:r>
              <a:rPr lang="en-ID" sz="1800" b="1" dirty="0" err="1"/>
              <a:t>tanpa</a:t>
            </a:r>
            <a:r>
              <a:rPr lang="en-ID" sz="1800" b="1" dirty="0"/>
              <a:t> </a:t>
            </a:r>
            <a:r>
              <a:rPr lang="en-ID" sz="1800" b="1" dirty="0" err="1"/>
              <a:t>perencanaan</a:t>
            </a:r>
            <a:r>
              <a:rPr lang="en-ID" sz="1800" b="1" dirty="0"/>
              <a:t>. </a:t>
            </a:r>
            <a:r>
              <a:rPr lang="en-ID" sz="1800" dirty="0" err="1"/>
              <a:t>Kehamilan</a:t>
            </a:r>
            <a:r>
              <a:rPr lang="en-ID" sz="1800" dirty="0"/>
              <a:t> yang </a:t>
            </a:r>
            <a:r>
              <a:rPr lang="en-ID" sz="1800" dirty="0" err="1"/>
              <a:t>tidak</a:t>
            </a:r>
            <a:r>
              <a:rPr lang="en-ID" sz="1800" dirty="0"/>
              <a:t> </a:t>
            </a:r>
            <a:r>
              <a:rPr lang="en-ID" sz="1800" dirty="0" err="1"/>
              <a:t>direncanakan</a:t>
            </a:r>
            <a:r>
              <a:rPr lang="en-ID" sz="1800" dirty="0"/>
              <a:t> </a:t>
            </a:r>
            <a:r>
              <a:rPr lang="en-ID" sz="1800" dirty="0" err="1"/>
              <a:t>terjadi</a:t>
            </a:r>
            <a:r>
              <a:rPr lang="en-ID" sz="1800" dirty="0"/>
              <a:t> </a:t>
            </a:r>
            <a:r>
              <a:rPr lang="en-ID" sz="1800" dirty="0" err="1"/>
              <a:t>ketika</a:t>
            </a:r>
            <a:r>
              <a:rPr lang="en-ID" sz="1800" dirty="0"/>
              <a:t> </a:t>
            </a:r>
            <a:r>
              <a:rPr lang="en-ID" sz="1800" dirty="0" err="1"/>
              <a:t>tidak</a:t>
            </a:r>
            <a:r>
              <a:rPr lang="en-ID" sz="1800" dirty="0"/>
              <a:t> </a:t>
            </a:r>
            <a:r>
              <a:rPr lang="en-ID" sz="1800" dirty="0" err="1"/>
              <a:t>ada</a:t>
            </a:r>
            <a:r>
              <a:rPr lang="en-ID" sz="1800" dirty="0"/>
              <a:t> </a:t>
            </a:r>
            <a:r>
              <a:rPr lang="en-ID" sz="1800" dirty="0" err="1"/>
              <a:t>niat</a:t>
            </a:r>
            <a:r>
              <a:rPr lang="en-ID" sz="1800" dirty="0"/>
              <a:t> </a:t>
            </a:r>
            <a:r>
              <a:rPr lang="en-ID" sz="1800" dirty="0" err="1"/>
              <a:t>atau</a:t>
            </a:r>
            <a:r>
              <a:rPr lang="en-ID" sz="1800" dirty="0"/>
              <a:t> </a:t>
            </a:r>
            <a:r>
              <a:rPr lang="en-ID" sz="1800" dirty="0" err="1"/>
              <a:t>kesiapan</a:t>
            </a:r>
            <a:r>
              <a:rPr lang="en-ID" sz="1800" dirty="0"/>
              <a:t> </a:t>
            </a:r>
            <a:r>
              <a:rPr lang="en-ID" sz="1800" dirty="0" err="1"/>
              <a:t>sebelumnya</a:t>
            </a:r>
            <a:r>
              <a:rPr lang="en-ID" sz="1800" dirty="0"/>
              <a:t> </a:t>
            </a:r>
            <a:r>
              <a:rPr lang="en-ID" sz="1800" dirty="0" err="1"/>
              <a:t>untuk</a:t>
            </a:r>
            <a:r>
              <a:rPr lang="en-ID" sz="1800" dirty="0"/>
              <a:t> </a:t>
            </a:r>
            <a:r>
              <a:rPr lang="en-ID" sz="1800" dirty="0" err="1"/>
              <a:t>memiliki</a:t>
            </a:r>
            <a:r>
              <a:rPr lang="en-ID" sz="1800" dirty="0"/>
              <a:t> </a:t>
            </a:r>
            <a:r>
              <a:rPr lang="en-ID" sz="1800" dirty="0" err="1"/>
              <a:t>anak</a:t>
            </a:r>
            <a:r>
              <a:rPr lang="en-ID" sz="1800" dirty="0"/>
              <a:t>. Hal </a:t>
            </a:r>
            <a:r>
              <a:rPr lang="en-ID" sz="1800" dirty="0" err="1"/>
              <a:t>ini</a:t>
            </a:r>
            <a:r>
              <a:rPr lang="en-ID" sz="1800" dirty="0"/>
              <a:t> </a:t>
            </a:r>
            <a:r>
              <a:rPr lang="en-ID" sz="1800" dirty="0" err="1"/>
              <a:t>sering</a:t>
            </a:r>
            <a:r>
              <a:rPr lang="en-ID" sz="1800" dirty="0"/>
              <a:t> kali </a:t>
            </a:r>
            <a:r>
              <a:rPr lang="en-ID" sz="1800" dirty="0" err="1"/>
              <a:t>disebabkan</a:t>
            </a:r>
            <a:r>
              <a:rPr lang="en-ID" sz="1800" dirty="0"/>
              <a:t> oleh </a:t>
            </a:r>
            <a:r>
              <a:rPr lang="en-ID" sz="1800" dirty="0" err="1"/>
              <a:t>kegagalan</a:t>
            </a:r>
            <a:r>
              <a:rPr lang="en-ID" sz="1800" dirty="0"/>
              <a:t> </a:t>
            </a:r>
            <a:r>
              <a:rPr lang="en-ID" sz="1800" dirty="0" err="1"/>
              <a:t>penggunaan</a:t>
            </a:r>
            <a:r>
              <a:rPr lang="en-ID" sz="1800" dirty="0"/>
              <a:t> </a:t>
            </a:r>
            <a:r>
              <a:rPr lang="en-ID" sz="1800" dirty="0" err="1"/>
              <a:t>kontrasepsi</a:t>
            </a:r>
            <a:r>
              <a:rPr lang="en-ID" sz="1800" dirty="0"/>
              <a:t> </a:t>
            </a:r>
            <a:r>
              <a:rPr lang="en-ID" sz="1800" dirty="0" err="1"/>
              <a:t>atau</a:t>
            </a:r>
            <a:r>
              <a:rPr lang="en-ID" sz="1800" dirty="0"/>
              <a:t> </a:t>
            </a:r>
            <a:r>
              <a:rPr lang="en-ID" sz="1800" dirty="0" err="1"/>
              <a:t>tidak</a:t>
            </a:r>
            <a:r>
              <a:rPr lang="en-ID" sz="1800" dirty="0"/>
              <a:t> </a:t>
            </a:r>
            <a:r>
              <a:rPr lang="en-ID" sz="1800" dirty="0" err="1"/>
              <a:t>adanya</a:t>
            </a:r>
            <a:r>
              <a:rPr lang="en-ID" sz="1800" dirty="0"/>
              <a:t> </a:t>
            </a:r>
            <a:r>
              <a:rPr lang="en-ID" sz="1800" dirty="0" err="1"/>
              <a:t>penggunaan</a:t>
            </a:r>
            <a:r>
              <a:rPr lang="en-ID" sz="1800" dirty="0"/>
              <a:t> </a:t>
            </a:r>
            <a:r>
              <a:rPr lang="en-ID" sz="1800" dirty="0" err="1"/>
              <a:t>kontrasepsi</a:t>
            </a:r>
            <a:r>
              <a:rPr lang="en-ID" sz="1800" dirty="0"/>
              <a:t> </a:t>
            </a:r>
            <a:r>
              <a:rPr lang="en-ID" sz="1800" dirty="0" err="1"/>
              <a:t>sama</a:t>
            </a:r>
            <a:r>
              <a:rPr lang="en-ID" sz="1800" dirty="0"/>
              <a:t> </a:t>
            </a:r>
            <a:r>
              <a:rPr lang="en-ID" sz="1800" dirty="0" err="1"/>
              <a:t>sekali</a:t>
            </a:r>
            <a:r>
              <a:rPr lang="en-ID" sz="1800" dirty="0"/>
              <a:t>. </a:t>
            </a:r>
          </a:p>
          <a:p>
            <a:r>
              <a:rPr lang="en-ID" sz="1800" b="1" dirty="0" err="1"/>
              <a:t>Ketidaksiapan</a:t>
            </a:r>
            <a:r>
              <a:rPr lang="en-ID" sz="1800" b="1" dirty="0"/>
              <a:t> </a:t>
            </a:r>
            <a:r>
              <a:rPr lang="en-ID" sz="1800" b="1" dirty="0" err="1"/>
              <a:t>individu</a:t>
            </a:r>
            <a:r>
              <a:rPr lang="en-ID" sz="1800" b="1" dirty="0"/>
              <a:t>. </a:t>
            </a:r>
            <a:r>
              <a:rPr lang="en-ID" sz="1800" dirty="0" err="1"/>
              <a:t>Ketidaksiapan</a:t>
            </a:r>
            <a:r>
              <a:rPr lang="en-ID" sz="1800" dirty="0"/>
              <a:t> </a:t>
            </a:r>
            <a:r>
              <a:rPr lang="en-ID" sz="1800" dirty="0" err="1"/>
              <a:t>dapat</a:t>
            </a:r>
            <a:r>
              <a:rPr lang="en-ID" sz="1800" dirty="0"/>
              <a:t> </a:t>
            </a:r>
            <a:r>
              <a:rPr lang="en-ID" sz="1800" dirty="0" err="1"/>
              <a:t>bersifat</a:t>
            </a:r>
            <a:r>
              <a:rPr lang="en-ID" sz="1800" dirty="0"/>
              <a:t> </a:t>
            </a:r>
            <a:r>
              <a:rPr lang="en-ID" sz="1800" dirty="0" err="1"/>
              <a:t>fisik</a:t>
            </a:r>
            <a:r>
              <a:rPr lang="en-ID" sz="1800" dirty="0"/>
              <a:t>, </a:t>
            </a:r>
            <a:r>
              <a:rPr lang="en-ID" sz="1800" dirty="0" err="1"/>
              <a:t>psikologis</a:t>
            </a:r>
            <a:r>
              <a:rPr lang="en-ID" sz="1800" dirty="0"/>
              <a:t>, </a:t>
            </a:r>
            <a:r>
              <a:rPr lang="en-ID" sz="1800" dirty="0" err="1"/>
              <a:t>maupun</a:t>
            </a:r>
            <a:r>
              <a:rPr lang="en-ID" sz="1800" dirty="0"/>
              <a:t> </a:t>
            </a:r>
            <a:r>
              <a:rPr lang="en-ID" sz="1800" dirty="0" err="1"/>
              <a:t>sosial</a:t>
            </a:r>
            <a:r>
              <a:rPr lang="en-ID" sz="1800" dirty="0"/>
              <a:t>. </a:t>
            </a:r>
            <a:r>
              <a:rPr lang="en-ID" sz="1800" dirty="0" err="1"/>
              <a:t>Individu</a:t>
            </a:r>
            <a:r>
              <a:rPr lang="en-ID" sz="1800" dirty="0"/>
              <a:t> yang </a:t>
            </a:r>
            <a:r>
              <a:rPr lang="en-ID" sz="1800" dirty="0" err="1"/>
              <a:t>belum</a:t>
            </a:r>
            <a:r>
              <a:rPr lang="en-ID" sz="1800" dirty="0"/>
              <a:t> </a:t>
            </a:r>
            <a:r>
              <a:rPr lang="en-ID" sz="1800" dirty="0" err="1"/>
              <a:t>siap</a:t>
            </a:r>
            <a:r>
              <a:rPr lang="en-ID" sz="1800" dirty="0"/>
              <a:t> </a:t>
            </a:r>
            <a:r>
              <a:rPr lang="en-ID" sz="1800" dirty="0" err="1"/>
              <a:t>cenderung</a:t>
            </a:r>
            <a:r>
              <a:rPr lang="en-ID" sz="1800" dirty="0"/>
              <a:t> </a:t>
            </a:r>
            <a:r>
              <a:rPr lang="en-ID" sz="1800" dirty="0" err="1"/>
              <a:t>mengalami</a:t>
            </a:r>
            <a:r>
              <a:rPr lang="en-ID" sz="1800" dirty="0"/>
              <a:t> </a:t>
            </a:r>
            <a:r>
              <a:rPr lang="en-ID" sz="1800" dirty="0" err="1"/>
              <a:t>tekanan</a:t>
            </a:r>
            <a:r>
              <a:rPr lang="en-ID" sz="1800" dirty="0"/>
              <a:t> </a:t>
            </a:r>
            <a:r>
              <a:rPr lang="en-ID" sz="1800" dirty="0" err="1"/>
              <a:t>emosional</a:t>
            </a:r>
            <a:r>
              <a:rPr lang="en-ID" sz="1800" dirty="0"/>
              <a:t> dan </a:t>
            </a:r>
            <a:r>
              <a:rPr lang="en-ID" sz="1800" dirty="0" err="1"/>
              <a:t>kesulitan</a:t>
            </a:r>
            <a:r>
              <a:rPr lang="en-ID" sz="1800" dirty="0"/>
              <a:t> </a:t>
            </a:r>
            <a:r>
              <a:rPr lang="en-ID" sz="1800" dirty="0" err="1"/>
              <a:t>dalam</a:t>
            </a:r>
            <a:r>
              <a:rPr lang="en-ID" sz="1800" dirty="0"/>
              <a:t> </a:t>
            </a:r>
            <a:r>
              <a:rPr lang="en-ID" sz="1800" dirty="0" err="1"/>
              <a:t>mengambil</a:t>
            </a:r>
            <a:r>
              <a:rPr lang="en-ID" sz="1800" dirty="0"/>
              <a:t> </a:t>
            </a:r>
            <a:r>
              <a:rPr lang="en-ID" sz="1800" dirty="0" err="1"/>
              <a:t>keputusan</a:t>
            </a:r>
            <a:r>
              <a:rPr lang="en-ID" sz="1800" dirty="0"/>
              <a:t>. </a:t>
            </a:r>
          </a:p>
          <a:p>
            <a:r>
              <a:rPr lang="en-ID" sz="1800" b="1" dirty="0"/>
              <a:t>Faktor </a:t>
            </a:r>
            <a:r>
              <a:rPr lang="en-ID" sz="1800" b="1" dirty="0" err="1"/>
              <a:t>risiko</a:t>
            </a:r>
            <a:br>
              <a:rPr lang="en-ID" sz="1800" dirty="0"/>
            </a:br>
            <a:r>
              <a:rPr lang="en-ID" sz="1800" dirty="0"/>
              <a:t>Faktor </a:t>
            </a:r>
            <a:r>
              <a:rPr lang="en-ID" sz="1800" dirty="0" err="1"/>
              <a:t>risiko</a:t>
            </a:r>
            <a:r>
              <a:rPr lang="en-ID" sz="1800" dirty="0"/>
              <a:t> </a:t>
            </a:r>
            <a:r>
              <a:rPr lang="en-ID" sz="1800" dirty="0" err="1"/>
              <a:t>meliputi</a:t>
            </a:r>
            <a:r>
              <a:rPr lang="en-ID" sz="1800" dirty="0"/>
              <a:t> </a:t>
            </a:r>
            <a:r>
              <a:rPr lang="en-ID" sz="1800" dirty="0" err="1"/>
              <a:t>usia</a:t>
            </a:r>
            <a:r>
              <a:rPr lang="en-ID" sz="1800" dirty="0"/>
              <a:t> </a:t>
            </a:r>
            <a:r>
              <a:rPr lang="en-ID" sz="1800" dirty="0" err="1"/>
              <a:t>muda</a:t>
            </a:r>
            <a:r>
              <a:rPr lang="en-ID" sz="1800" dirty="0"/>
              <a:t>, </a:t>
            </a:r>
            <a:r>
              <a:rPr lang="en-ID" sz="1800" dirty="0" err="1"/>
              <a:t>rendahnya</a:t>
            </a:r>
            <a:r>
              <a:rPr lang="en-ID" sz="1800" dirty="0"/>
              <a:t> </a:t>
            </a:r>
            <a:r>
              <a:rPr lang="en-ID" sz="1800" dirty="0" err="1"/>
              <a:t>pendidikan</a:t>
            </a:r>
            <a:r>
              <a:rPr lang="en-ID" sz="1800" dirty="0"/>
              <a:t>, dan </a:t>
            </a:r>
            <a:r>
              <a:rPr lang="en-ID" sz="1800" dirty="0" err="1"/>
              <a:t>keterbatasan</a:t>
            </a:r>
            <a:r>
              <a:rPr lang="en-ID" sz="1800" dirty="0"/>
              <a:t> </a:t>
            </a:r>
            <a:r>
              <a:rPr lang="en-ID" sz="1800" dirty="0" err="1"/>
              <a:t>akses</a:t>
            </a:r>
            <a:r>
              <a:rPr lang="en-ID" sz="1800" dirty="0"/>
              <a:t> </a:t>
            </a:r>
            <a:r>
              <a:rPr lang="en-ID" sz="1800" dirty="0" err="1"/>
              <a:t>informasi</a:t>
            </a:r>
            <a:r>
              <a:rPr lang="en-ID" sz="1800" dirty="0"/>
              <a:t>. </a:t>
            </a:r>
            <a:r>
              <a:rPr lang="en-ID" sz="1800" dirty="0" err="1"/>
              <a:t>Kondisi</a:t>
            </a:r>
            <a:r>
              <a:rPr lang="en-ID" sz="1800" dirty="0"/>
              <a:t> </a:t>
            </a:r>
            <a:r>
              <a:rPr lang="en-ID" sz="1800" dirty="0" err="1"/>
              <a:t>ini</a:t>
            </a:r>
            <a:r>
              <a:rPr lang="en-ID" sz="1800" dirty="0"/>
              <a:t> </a:t>
            </a:r>
            <a:r>
              <a:rPr lang="en-ID" sz="1800" dirty="0" err="1"/>
              <a:t>meningkatkan</a:t>
            </a:r>
            <a:r>
              <a:rPr lang="en-ID" sz="1800" dirty="0"/>
              <a:t> </a:t>
            </a:r>
            <a:r>
              <a:rPr lang="en-ID" sz="1800" dirty="0" err="1"/>
              <a:t>kemungkinan</a:t>
            </a:r>
            <a:r>
              <a:rPr lang="en-ID" sz="1800" dirty="0"/>
              <a:t> </a:t>
            </a:r>
            <a:r>
              <a:rPr lang="en-ID" sz="1800" dirty="0" err="1"/>
              <a:t>terjadinya</a:t>
            </a:r>
            <a:r>
              <a:rPr lang="en-ID" sz="1800" dirty="0"/>
              <a:t> </a:t>
            </a:r>
            <a:r>
              <a:rPr lang="en-ID" sz="1800" dirty="0" err="1"/>
              <a:t>kehamilan</a:t>
            </a:r>
            <a:r>
              <a:rPr lang="en-ID" sz="1800" dirty="0"/>
              <a:t> yang </a:t>
            </a:r>
            <a:r>
              <a:rPr lang="en-ID" sz="1800" dirty="0" err="1"/>
              <a:t>tidak</a:t>
            </a:r>
            <a:r>
              <a:rPr lang="en-ID" sz="1800" dirty="0"/>
              <a:t> </a:t>
            </a:r>
            <a:r>
              <a:rPr lang="en-ID" sz="1800" dirty="0" err="1"/>
              <a:t>diinginkan</a:t>
            </a:r>
            <a:r>
              <a:rPr lang="en-ID" sz="1800" dirty="0"/>
              <a:t>. </a:t>
            </a:r>
          </a:p>
          <a:p>
            <a:r>
              <a:rPr lang="en-ID" sz="1800" b="1" dirty="0" err="1"/>
              <a:t>Dampak</a:t>
            </a:r>
            <a:r>
              <a:rPr lang="en-ID" sz="1800" b="1" dirty="0"/>
              <a:t> </a:t>
            </a:r>
            <a:r>
              <a:rPr lang="en-ID" sz="1800" b="1" dirty="0" err="1"/>
              <a:t>kesehatan</a:t>
            </a:r>
            <a:br>
              <a:rPr lang="en-ID" sz="1800" dirty="0"/>
            </a:br>
            <a:r>
              <a:rPr lang="en-ID" sz="1800" dirty="0" err="1"/>
              <a:t>Kehamilan</a:t>
            </a:r>
            <a:r>
              <a:rPr lang="en-ID" sz="1800" dirty="0"/>
              <a:t> yang </a:t>
            </a:r>
            <a:r>
              <a:rPr lang="en-ID" sz="1800" dirty="0" err="1"/>
              <a:t>tidak</a:t>
            </a:r>
            <a:r>
              <a:rPr lang="en-ID" sz="1800" dirty="0"/>
              <a:t> </a:t>
            </a:r>
            <a:r>
              <a:rPr lang="en-ID" sz="1800" dirty="0" err="1"/>
              <a:t>diinginkan</a:t>
            </a:r>
            <a:r>
              <a:rPr lang="en-ID" sz="1800" dirty="0"/>
              <a:t> </a:t>
            </a:r>
            <a:r>
              <a:rPr lang="en-ID" sz="1800" dirty="0" err="1"/>
              <a:t>dapat</a:t>
            </a:r>
            <a:r>
              <a:rPr lang="en-ID" sz="1800" dirty="0"/>
              <a:t> </a:t>
            </a:r>
            <a:r>
              <a:rPr lang="en-ID" sz="1800" dirty="0" err="1"/>
              <a:t>menyebabkan</a:t>
            </a:r>
            <a:r>
              <a:rPr lang="en-ID" sz="1800" dirty="0"/>
              <a:t> </a:t>
            </a:r>
            <a:r>
              <a:rPr lang="en-ID" sz="1800" dirty="0" err="1"/>
              <a:t>keterlambatan</a:t>
            </a:r>
            <a:r>
              <a:rPr lang="en-ID" sz="1800" dirty="0"/>
              <a:t> </a:t>
            </a:r>
            <a:r>
              <a:rPr lang="en-ID" sz="1800" dirty="0" err="1"/>
              <a:t>dalam</a:t>
            </a:r>
            <a:r>
              <a:rPr lang="en-ID" sz="1800" dirty="0"/>
              <a:t> </a:t>
            </a:r>
            <a:r>
              <a:rPr lang="en-ID" sz="1800" dirty="0" err="1"/>
              <a:t>mendapatkan</a:t>
            </a:r>
            <a:r>
              <a:rPr lang="en-ID" sz="1800" dirty="0"/>
              <a:t> </a:t>
            </a:r>
            <a:r>
              <a:rPr lang="en-ID" sz="1800" dirty="0" err="1"/>
              <a:t>pelayanan</a:t>
            </a:r>
            <a:r>
              <a:rPr lang="en-ID" sz="1800" dirty="0"/>
              <a:t> </a:t>
            </a:r>
            <a:r>
              <a:rPr lang="en-ID" sz="1800" dirty="0" err="1"/>
              <a:t>kesehatan</a:t>
            </a:r>
            <a:r>
              <a:rPr lang="en-ID" sz="1800" dirty="0"/>
              <a:t>. Hal </a:t>
            </a:r>
            <a:r>
              <a:rPr lang="en-ID" sz="1800" dirty="0" err="1"/>
              <a:t>ini</a:t>
            </a:r>
            <a:r>
              <a:rPr lang="en-ID" sz="1800" dirty="0"/>
              <a:t> </a:t>
            </a:r>
            <a:r>
              <a:rPr lang="en-ID" sz="1800" dirty="0" err="1"/>
              <a:t>meningkatkan</a:t>
            </a:r>
            <a:r>
              <a:rPr lang="en-ID" sz="1800" dirty="0"/>
              <a:t> </a:t>
            </a:r>
            <a:r>
              <a:rPr lang="en-ID" sz="1800" dirty="0" err="1"/>
              <a:t>risiko</a:t>
            </a:r>
            <a:r>
              <a:rPr lang="en-ID" sz="1800" dirty="0"/>
              <a:t> </a:t>
            </a:r>
            <a:r>
              <a:rPr lang="en-ID" sz="1800" dirty="0" err="1"/>
              <a:t>komplikasi</a:t>
            </a:r>
            <a:r>
              <a:rPr lang="en-ID" sz="1800" dirty="0"/>
              <a:t> </a:t>
            </a:r>
            <a:r>
              <a:rPr lang="en-ID" sz="1800" dirty="0" err="1"/>
              <a:t>selama</a:t>
            </a:r>
            <a:r>
              <a:rPr lang="en-ID" sz="1800" dirty="0"/>
              <a:t> </a:t>
            </a:r>
            <a:r>
              <a:rPr lang="en-ID" sz="1800" dirty="0" err="1"/>
              <a:t>kehamilan</a:t>
            </a:r>
            <a:r>
              <a:rPr lang="en-ID" sz="1800" dirty="0"/>
              <a:t> dan </a:t>
            </a:r>
            <a:r>
              <a:rPr lang="en-ID" sz="1800" dirty="0" err="1"/>
              <a:t>persalinan</a:t>
            </a:r>
            <a:r>
              <a:rPr lang="en-ID" sz="18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47" y="274638"/>
            <a:ext cx="9375057" cy="1143000"/>
          </a:xfrm>
        </p:spPr>
        <p:txBody>
          <a:bodyPr>
            <a:noAutofit/>
          </a:bodyPr>
          <a:lstStyle/>
          <a:p>
            <a:r>
              <a:rPr lang="en-ID" sz="3600" b="1" dirty="0" err="1"/>
              <a:t>Definisi</a:t>
            </a:r>
            <a:r>
              <a:rPr lang="en-ID" sz="3600" b="1" dirty="0"/>
              <a:t> </a:t>
            </a:r>
            <a:r>
              <a:rPr lang="en-ID" sz="3600" b="1" dirty="0" err="1"/>
              <a:t>Aborsi</a:t>
            </a:r>
            <a:endParaRPr sz="3600" b="1" dirty="0"/>
          </a:p>
        </p:txBody>
      </p:sp>
      <p:sp>
        <p:nvSpPr>
          <p:cNvPr id="3" name="Content Placeholder 2"/>
          <p:cNvSpPr>
            <a:spLocks noGrp="1"/>
          </p:cNvSpPr>
          <p:nvPr>
            <p:ph idx="1"/>
          </p:nvPr>
        </p:nvSpPr>
        <p:spPr>
          <a:xfrm>
            <a:off x="140011" y="1539240"/>
            <a:ext cx="8927691" cy="4525963"/>
          </a:xfrm>
        </p:spPr>
        <p:txBody>
          <a:bodyPr>
            <a:normAutofit fontScale="77500" lnSpcReduction="20000"/>
          </a:bodyPr>
          <a:lstStyle/>
          <a:p>
            <a:pPr algn="just"/>
            <a:r>
              <a:rPr lang="en-ID" dirty="0" err="1"/>
              <a:t>Aborsi</a:t>
            </a:r>
            <a:r>
              <a:rPr lang="en-ID" dirty="0"/>
              <a:t> </a:t>
            </a:r>
            <a:r>
              <a:rPr lang="en-ID" dirty="0" err="1"/>
              <a:t>merupakan</a:t>
            </a:r>
            <a:r>
              <a:rPr lang="en-ID" dirty="0"/>
              <a:t> </a:t>
            </a:r>
            <a:r>
              <a:rPr lang="en-ID" dirty="0" err="1"/>
              <a:t>terminasi</a:t>
            </a:r>
            <a:r>
              <a:rPr lang="en-ID" dirty="0"/>
              <a:t> </a:t>
            </a:r>
            <a:r>
              <a:rPr lang="en-ID" dirty="0" err="1"/>
              <a:t>kehamilan</a:t>
            </a:r>
            <a:r>
              <a:rPr lang="en-ID" dirty="0"/>
              <a:t> </a:t>
            </a:r>
            <a:r>
              <a:rPr lang="en-ID" dirty="0" err="1"/>
              <a:t>sebelum</a:t>
            </a:r>
            <a:r>
              <a:rPr lang="en-ID" dirty="0"/>
              <a:t> </a:t>
            </a:r>
            <a:r>
              <a:rPr lang="en-ID" dirty="0" err="1"/>
              <a:t>janin</a:t>
            </a:r>
            <a:r>
              <a:rPr lang="en-ID" dirty="0"/>
              <a:t> </a:t>
            </a:r>
            <a:r>
              <a:rPr lang="en-ID" dirty="0" err="1"/>
              <a:t>mencapai</a:t>
            </a:r>
            <a:r>
              <a:rPr lang="en-ID" dirty="0"/>
              <a:t> </a:t>
            </a:r>
            <a:r>
              <a:rPr lang="en-ID" dirty="0" err="1"/>
              <a:t>usia</a:t>
            </a:r>
            <a:r>
              <a:rPr lang="en-ID" dirty="0"/>
              <a:t> </a:t>
            </a:r>
            <a:r>
              <a:rPr lang="en-ID" dirty="0" err="1"/>
              <a:t>viabilitas</a:t>
            </a:r>
            <a:r>
              <a:rPr lang="en-ID" dirty="0"/>
              <a:t>, </a:t>
            </a:r>
            <a:r>
              <a:rPr lang="en-ID" dirty="0" err="1"/>
              <a:t>baik</a:t>
            </a:r>
            <a:r>
              <a:rPr lang="en-ID" dirty="0"/>
              <a:t> </a:t>
            </a:r>
            <a:r>
              <a:rPr lang="en-ID" dirty="0" err="1"/>
              <a:t>secara</a:t>
            </a:r>
            <a:r>
              <a:rPr lang="en-ID" dirty="0"/>
              <a:t> </a:t>
            </a:r>
            <a:r>
              <a:rPr lang="en-ID" dirty="0" err="1"/>
              <a:t>spontan</a:t>
            </a:r>
            <a:r>
              <a:rPr lang="en-ID" dirty="0"/>
              <a:t> </a:t>
            </a:r>
            <a:r>
              <a:rPr lang="en-ID" dirty="0" err="1"/>
              <a:t>maupun</a:t>
            </a:r>
            <a:r>
              <a:rPr lang="en-ID" dirty="0"/>
              <a:t> </a:t>
            </a:r>
            <a:r>
              <a:rPr lang="en-ID" dirty="0" err="1"/>
              <a:t>disengaja</a:t>
            </a:r>
            <a:r>
              <a:rPr lang="en-ID" dirty="0"/>
              <a:t>. </a:t>
            </a:r>
            <a:r>
              <a:rPr lang="en-ID" dirty="0" err="1"/>
              <a:t>Dalam</a:t>
            </a:r>
            <a:r>
              <a:rPr lang="en-ID" dirty="0"/>
              <a:t> </a:t>
            </a:r>
            <a:r>
              <a:rPr lang="en-ID" dirty="0" err="1"/>
              <a:t>konteks</a:t>
            </a:r>
            <a:r>
              <a:rPr lang="en-ID" dirty="0"/>
              <a:t> </a:t>
            </a:r>
            <a:r>
              <a:rPr lang="en-ID" dirty="0" err="1"/>
              <a:t>kesehatan</a:t>
            </a:r>
            <a:r>
              <a:rPr lang="en-ID" dirty="0"/>
              <a:t>, </a:t>
            </a:r>
            <a:r>
              <a:rPr lang="en-ID" dirty="0" err="1"/>
              <a:t>aborsi</a:t>
            </a:r>
            <a:r>
              <a:rPr lang="en-ID" dirty="0"/>
              <a:t> </a:t>
            </a:r>
            <a:r>
              <a:rPr lang="en-ID" dirty="0" err="1"/>
              <a:t>dipahami</a:t>
            </a:r>
            <a:r>
              <a:rPr lang="en-ID" dirty="0"/>
              <a:t> </a:t>
            </a:r>
            <a:r>
              <a:rPr lang="en-ID" dirty="0" err="1"/>
              <a:t>sebagai</a:t>
            </a:r>
            <a:r>
              <a:rPr lang="en-ID" dirty="0"/>
              <a:t> </a:t>
            </a:r>
            <a:r>
              <a:rPr lang="en-ID" dirty="0" err="1"/>
              <a:t>fenomena</a:t>
            </a:r>
            <a:r>
              <a:rPr lang="en-ID" dirty="0"/>
              <a:t> </a:t>
            </a:r>
            <a:r>
              <a:rPr lang="en-ID" dirty="0" err="1"/>
              <a:t>medis</a:t>
            </a:r>
            <a:r>
              <a:rPr lang="en-ID" dirty="0"/>
              <a:t> yang </a:t>
            </a:r>
            <a:r>
              <a:rPr lang="en-ID" dirty="0" err="1"/>
              <a:t>memiliki</a:t>
            </a:r>
            <a:r>
              <a:rPr lang="en-ID" dirty="0"/>
              <a:t> </a:t>
            </a:r>
            <a:r>
              <a:rPr lang="en-ID" dirty="0" err="1"/>
              <a:t>implikasi</a:t>
            </a:r>
            <a:r>
              <a:rPr lang="en-ID" dirty="0"/>
              <a:t> </a:t>
            </a:r>
            <a:r>
              <a:rPr lang="en-ID" dirty="0" err="1"/>
              <a:t>luas</a:t>
            </a:r>
            <a:r>
              <a:rPr lang="en-ID" dirty="0"/>
              <a:t> </a:t>
            </a:r>
            <a:r>
              <a:rPr lang="en-ID" dirty="0" err="1"/>
              <a:t>terhadap</a:t>
            </a:r>
            <a:r>
              <a:rPr lang="en-ID" dirty="0"/>
              <a:t> </a:t>
            </a:r>
            <a:r>
              <a:rPr lang="en-ID" dirty="0" err="1"/>
              <a:t>kesehatan</a:t>
            </a:r>
            <a:r>
              <a:rPr lang="en-ID" dirty="0"/>
              <a:t> </a:t>
            </a:r>
            <a:r>
              <a:rPr lang="en-ID" dirty="0" err="1"/>
              <a:t>fisik</a:t>
            </a:r>
            <a:r>
              <a:rPr lang="en-ID" dirty="0"/>
              <a:t> dan mental </a:t>
            </a:r>
            <a:r>
              <a:rPr lang="en-ID" dirty="0" err="1"/>
              <a:t>perempuan</a:t>
            </a:r>
            <a:r>
              <a:rPr lang="en-ID" dirty="0"/>
              <a:t>. </a:t>
            </a:r>
            <a:r>
              <a:rPr lang="en-ID" dirty="0" err="1"/>
              <a:t>Definisi</a:t>
            </a:r>
            <a:r>
              <a:rPr lang="en-ID" dirty="0"/>
              <a:t> </a:t>
            </a:r>
            <a:r>
              <a:rPr lang="en-ID" dirty="0" err="1"/>
              <a:t>aborsi</a:t>
            </a:r>
            <a:r>
              <a:rPr lang="en-ID" dirty="0"/>
              <a:t> </a:t>
            </a:r>
            <a:r>
              <a:rPr lang="en-ID" dirty="0" err="1"/>
              <a:t>dapat</a:t>
            </a:r>
            <a:r>
              <a:rPr lang="en-ID" dirty="0"/>
              <a:t> </a:t>
            </a:r>
            <a:r>
              <a:rPr lang="en-ID" dirty="0" err="1"/>
              <a:t>dilihat</a:t>
            </a:r>
            <a:r>
              <a:rPr lang="en-ID" dirty="0"/>
              <a:t> </a:t>
            </a:r>
            <a:r>
              <a:rPr lang="en-ID" dirty="0" err="1"/>
              <a:t>dari</a:t>
            </a:r>
            <a:r>
              <a:rPr lang="en-ID" dirty="0"/>
              <a:t> </a:t>
            </a:r>
            <a:r>
              <a:rPr lang="en-ID" dirty="0" err="1"/>
              <a:t>beberapa</a:t>
            </a:r>
            <a:r>
              <a:rPr lang="en-ID" dirty="0"/>
              <a:t> </a:t>
            </a:r>
            <a:r>
              <a:rPr lang="en-ID" dirty="0" err="1"/>
              <a:t>perspektif</a:t>
            </a:r>
            <a:r>
              <a:rPr lang="en-ID" dirty="0"/>
              <a:t> </a:t>
            </a:r>
            <a:r>
              <a:rPr lang="en-ID" dirty="0" err="1"/>
              <a:t>berikut</a:t>
            </a:r>
            <a:r>
              <a:rPr lang="en-ID" dirty="0"/>
              <a:t>:</a:t>
            </a:r>
          </a:p>
          <a:p>
            <a:r>
              <a:rPr lang="en-ID" b="1" dirty="0" err="1"/>
              <a:t>Terminasi</a:t>
            </a:r>
            <a:r>
              <a:rPr lang="en-ID" b="1" dirty="0"/>
              <a:t> </a:t>
            </a:r>
            <a:r>
              <a:rPr lang="en-ID" b="1" dirty="0" err="1"/>
              <a:t>kehamilan</a:t>
            </a:r>
            <a:br>
              <a:rPr lang="en-ID" dirty="0"/>
            </a:br>
            <a:r>
              <a:rPr lang="en-ID" dirty="0" err="1"/>
              <a:t>Aborsi</a:t>
            </a:r>
            <a:r>
              <a:rPr lang="en-ID" dirty="0"/>
              <a:t> </a:t>
            </a:r>
            <a:r>
              <a:rPr lang="en-ID" dirty="0" err="1"/>
              <a:t>adalah</a:t>
            </a:r>
            <a:r>
              <a:rPr lang="en-ID" dirty="0"/>
              <a:t> proses </a:t>
            </a:r>
            <a:r>
              <a:rPr lang="en-ID" dirty="0" err="1"/>
              <a:t>penghentian</a:t>
            </a:r>
            <a:r>
              <a:rPr lang="en-ID" dirty="0"/>
              <a:t> </a:t>
            </a:r>
            <a:r>
              <a:rPr lang="en-ID" dirty="0" err="1"/>
              <a:t>kehamilan</a:t>
            </a:r>
            <a:r>
              <a:rPr lang="en-ID" dirty="0"/>
              <a:t> </a:t>
            </a:r>
            <a:r>
              <a:rPr lang="en-ID" dirty="0" err="1"/>
              <a:t>sebelum</a:t>
            </a:r>
            <a:r>
              <a:rPr lang="en-ID" dirty="0"/>
              <a:t> </a:t>
            </a:r>
            <a:r>
              <a:rPr lang="en-ID" dirty="0" err="1"/>
              <a:t>janin</a:t>
            </a:r>
            <a:r>
              <a:rPr lang="en-ID" dirty="0"/>
              <a:t> </a:t>
            </a:r>
            <a:r>
              <a:rPr lang="en-ID" dirty="0" err="1"/>
              <a:t>dapat</a:t>
            </a:r>
            <a:r>
              <a:rPr lang="en-ID" dirty="0"/>
              <a:t> </a:t>
            </a:r>
            <a:r>
              <a:rPr lang="en-ID" dirty="0" err="1"/>
              <a:t>hidup</a:t>
            </a:r>
            <a:r>
              <a:rPr lang="en-ID" dirty="0"/>
              <a:t> di </a:t>
            </a:r>
            <a:r>
              <a:rPr lang="en-ID" dirty="0" err="1"/>
              <a:t>luar</a:t>
            </a:r>
            <a:r>
              <a:rPr lang="en-ID" dirty="0"/>
              <a:t> </a:t>
            </a:r>
            <a:r>
              <a:rPr lang="en-ID" dirty="0" err="1"/>
              <a:t>rahim</a:t>
            </a:r>
            <a:r>
              <a:rPr lang="en-ID" dirty="0"/>
              <a:t>. Proses </a:t>
            </a:r>
            <a:r>
              <a:rPr lang="en-ID" dirty="0" err="1"/>
              <a:t>ini</a:t>
            </a:r>
            <a:r>
              <a:rPr lang="en-ID" dirty="0"/>
              <a:t> </a:t>
            </a:r>
            <a:r>
              <a:rPr lang="en-ID" dirty="0" err="1"/>
              <a:t>dapat</a:t>
            </a:r>
            <a:r>
              <a:rPr lang="en-ID" dirty="0"/>
              <a:t> </a:t>
            </a:r>
            <a:r>
              <a:rPr lang="en-ID" dirty="0" err="1"/>
              <a:t>terjadi</a:t>
            </a:r>
            <a:r>
              <a:rPr lang="en-ID" dirty="0"/>
              <a:t> </a:t>
            </a:r>
            <a:r>
              <a:rPr lang="en-ID" dirty="0" err="1"/>
              <a:t>secara</a:t>
            </a:r>
            <a:r>
              <a:rPr lang="en-ID" dirty="0"/>
              <a:t> </a:t>
            </a:r>
            <a:r>
              <a:rPr lang="en-ID" dirty="0" err="1"/>
              <a:t>alami</a:t>
            </a:r>
            <a:r>
              <a:rPr lang="en-ID" dirty="0"/>
              <a:t> </a:t>
            </a:r>
            <a:r>
              <a:rPr lang="en-ID" dirty="0" err="1"/>
              <a:t>atau</a:t>
            </a:r>
            <a:r>
              <a:rPr lang="en-ID" dirty="0"/>
              <a:t> </a:t>
            </a:r>
            <a:r>
              <a:rPr lang="en-ID" dirty="0" err="1"/>
              <a:t>melalui</a:t>
            </a:r>
            <a:r>
              <a:rPr lang="en-ID" dirty="0"/>
              <a:t> </a:t>
            </a:r>
            <a:r>
              <a:rPr lang="en-ID" dirty="0" err="1"/>
              <a:t>intervensi</a:t>
            </a:r>
            <a:r>
              <a:rPr lang="en-ID" dirty="0"/>
              <a:t>. </a:t>
            </a:r>
            <a:r>
              <a:rPr lang="en-ID" dirty="0" err="1"/>
              <a:t>Pemahaman</a:t>
            </a:r>
            <a:r>
              <a:rPr lang="en-ID" dirty="0"/>
              <a:t> </a:t>
            </a:r>
            <a:r>
              <a:rPr lang="en-ID" dirty="0" err="1"/>
              <a:t>ini</a:t>
            </a:r>
            <a:r>
              <a:rPr lang="en-ID" dirty="0"/>
              <a:t> </a:t>
            </a:r>
            <a:r>
              <a:rPr lang="en-ID" dirty="0" err="1"/>
              <a:t>penting</a:t>
            </a:r>
            <a:r>
              <a:rPr lang="en-ID" dirty="0"/>
              <a:t> </a:t>
            </a:r>
            <a:r>
              <a:rPr lang="en-ID" dirty="0" err="1"/>
              <a:t>dalam</a:t>
            </a:r>
            <a:r>
              <a:rPr lang="en-ID" dirty="0"/>
              <a:t> </a:t>
            </a:r>
            <a:r>
              <a:rPr lang="en-ID" dirty="0" err="1"/>
              <a:t>konteks</a:t>
            </a:r>
            <a:r>
              <a:rPr lang="en-ID" dirty="0"/>
              <a:t> </a:t>
            </a:r>
            <a:r>
              <a:rPr lang="en-ID" dirty="0" err="1"/>
              <a:t>klinis</a:t>
            </a:r>
            <a:r>
              <a:rPr lang="en-ID" dirty="0"/>
              <a:t>. </a:t>
            </a:r>
          </a:p>
          <a:p>
            <a:r>
              <a:rPr lang="en-ID" b="1" dirty="0" err="1"/>
              <a:t>Usia</a:t>
            </a:r>
            <a:r>
              <a:rPr lang="en-ID" b="1" dirty="0"/>
              <a:t> </a:t>
            </a:r>
            <a:r>
              <a:rPr lang="en-ID" b="1" dirty="0" err="1"/>
              <a:t>kehamilan</a:t>
            </a:r>
            <a:br>
              <a:rPr lang="en-ID" dirty="0"/>
            </a:br>
            <a:r>
              <a:rPr lang="en-ID" dirty="0"/>
              <a:t>Batas </a:t>
            </a:r>
            <a:r>
              <a:rPr lang="en-ID" dirty="0" err="1"/>
              <a:t>usia</a:t>
            </a:r>
            <a:r>
              <a:rPr lang="en-ID" dirty="0"/>
              <a:t> </a:t>
            </a:r>
            <a:r>
              <a:rPr lang="en-ID" dirty="0" err="1"/>
              <a:t>kehamilan</a:t>
            </a:r>
            <a:r>
              <a:rPr lang="en-ID" dirty="0"/>
              <a:t> </a:t>
            </a:r>
            <a:r>
              <a:rPr lang="en-ID" dirty="0" err="1"/>
              <a:t>menjadi</a:t>
            </a:r>
            <a:r>
              <a:rPr lang="en-ID" dirty="0"/>
              <a:t> </a:t>
            </a:r>
            <a:r>
              <a:rPr lang="en-ID" dirty="0" err="1"/>
              <a:t>faktor</a:t>
            </a:r>
            <a:r>
              <a:rPr lang="en-ID" dirty="0"/>
              <a:t> </a:t>
            </a:r>
            <a:r>
              <a:rPr lang="en-ID" dirty="0" err="1"/>
              <a:t>penting</a:t>
            </a:r>
            <a:r>
              <a:rPr lang="en-ID" dirty="0"/>
              <a:t> </a:t>
            </a:r>
            <a:r>
              <a:rPr lang="en-ID" dirty="0" err="1"/>
              <a:t>dalam</a:t>
            </a:r>
            <a:r>
              <a:rPr lang="en-ID" dirty="0"/>
              <a:t> </a:t>
            </a:r>
            <a:r>
              <a:rPr lang="en-ID" dirty="0" err="1"/>
              <a:t>definisi</a:t>
            </a:r>
            <a:r>
              <a:rPr lang="en-ID" dirty="0"/>
              <a:t> </a:t>
            </a:r>
            <a:r>
              <a:rPr lang="en-ID" dirty="0" err="1"/>
              <a:t>aborsi</a:t>
            </a:r>
            <a:r>
              <a:rPr lang="en-ID" dirty="0"/>
              <a:t>. </a:t>
            </a:r>
            <a:r>
              <a:rPr lang="en-ID" dirty="0" err="1"/>
              <a:t>Umumnya</a:t>
            </a:r>
            <a:r>
              <a:rPr lang="en-ID" dirty="0"/>
              <a:t>, </a:t>
            </a:r>
            <a:r>
              <a:rPr lang="en-ID" dirty="0" err="1"/>
              <a:t>aborsi</a:t>
            </a:r>
            <a:r>
              <a:rPr lang="en-ID" dirty="0"/>
              <a:t> </a:t>
            </a:r>
            <a:r>
              <a:rPr lang="en-ID" dirty="0" err="1"/>
              <a:t>terjadi</a:t>
            </a:r>
            <a:r>
              <a:rPr lang="en-ID" dirty="0"/>
              <a:t> </a:t>
            </a:r>
            <a:r>
              <a:rPr lang="en-ID" dirty="0" err="1"/>
              <a:t>sebelum</a:t>
            </a:r>
            <a:r>
              <a:rPr lang="en-ID" dirty="0"/>
              <a:t> </a:t>
            </a:r>
            <a:r>
              <a:rPr lang="en-ID" dirty="0" err="1"/>
              <a:t>usia</a:t>
            </a:r>
            <a:r>
              <a:rPr lang="en-ID" dirty="0"/>
              <a:t> </a:t>
            </a:r>
            <a:r>
              <a:rPr lang="en-ID" dirty="0" err="1"/>
              <a:t>kehamilan</a:t>
            </a:r>
            <a:r>
              <a:rPr lang="en-ID" dirty="0"/>
              <a:t> 20 </a:t>
            </a:r>
            <a:r>
              <a:rPr lang="en-ID" dirty="0" err="1"/>
              <a:t>minggu</a:t>
            </a:r>
            <a:r>
              <a:rPr lang="en-ID" dirty="0"/>
              <a:t>. Hal </a:t>
            </a:r>
            <a:r>
              <a:rPr lang="en-ID" dirty="0" err="1"/>
              <a:t>ini</a:t>
            </a:r>
            <a:r>
              <a:rPr lang="en-ID" dirty="0"/>
              <a:t> </a:t>
            </a:r>
            <a:r>
              <a:rPr lang="en-ID" dirty="0" err="1"/>
              <a:t>berkaitan</a:t>
            </a:r>
            <a:r>
              <a:rPr lang="en-ID" dirty="0"/>
              <a:t> </a:t>
            </a:r>
            <a:r>
              <a:rPr lang="en-ID" dirty="0" err="1"/>
              <a:t>dengan</a:t>
            </a:r>
            <a:r>
              <a:rPr lang="en-ID" dirty="0"/>
              <a:t> </a:t>
            </a:r>
            <a:r>
              <a:rPr lang="en-ID" dirty="0" err="1"/>
              <a:t>viabilitas</a:t>
            </a:r>
            <a:r>
              <a:rPr lang="en-ID" dirty="0"/>
              <a:t> </a:t>
            </a:r>
            <a:r>
              <a:rPr lang="en-ID" dirty="0" err="1"/>
              <a:t>janin</a:t>
            </a:r>
            <a:r>
              <a:rPr lang="en-ID" dirty="0"/>
              <a:t>. </a:t>
            </a:r>
          </a:p>
          <a:p>
            <a:r>
              <a:rPr lang="en-ID" b="1" dirty="0" err="1"/>
              <a:t>Perspektif</a:t>
            </a:r>
            <a:r>
              <a:rPr lang="en-ID" b="1" dirty="0"/>
              <a:t> </a:t>
            </a:r>
            <a:r>
              <a:rPr lang="en-ID" b="1" dirty="0" err="1"/>
              <a:t>medis</a:t>
            </a:r>
            <a:br>
              <a:rPr lang="en-ID" dirty="0"/>
            </a:br>
            <a:r>
              <a:rPr lang="en-ID" dirty="0" err="1"/>
              <a:t>Dalam</a:t>
            </a:r>
            <a:r>
              <a:rPr lang="en-ID" dirty="0"/>
              <a:t> </a:t>
            </a:r>
            <a:r>
              <a:rPr lang="en-ID" dirty="0" err="1"/>
              <a:t>perspektif</a:t>
            </a:r>
            <a:r>
              <a:rPr lang="en-ID" dirty="0"/>
              <a:t> </a:t>
            </a:r>
            <a:r>
              <a:rPr lang="en-ID" dirty="0" err="1"/>
              <a:t>medis</a:t>
            </a:r>
            <a:r>
              <a:rPr lang="en-ID" dirty="0"/>
              <a:t>, </a:t>
            </a:r>
            <a:r>
              <a:rPr lang="en-ID" dirty="0" err="1"/>
              <a:t>aborsi</a:t>
            </a:r>
            <a:r>
              <a:rPr lang="en-ID" dirty="0"/>
              <a:t> </a:t>
            </a:r>
            <a:r>
              <a:rPr lang="en-ID" dirty="0" err="1"/>
              <a:t>dapat</a:t>
            </a:r>
            <a:r>
              <a:rPr lang="en-ID" dirty="0"/>
              <a:t> </a:t>
            </a:r>
            <a:r>
              <a:rPr lang="en-ID" dirty="0" err="1"/>
              <a:t>diklasifikasikan</a:t>
            </a:r>
            <a:r>
              <a:rPr lang="en-ID" dirty="0"/>
              <a:t> </a:t>
            </a:r>
            <a:r>
              <a:rPr lang="en-ID" dirty="0" err="1"/>
              <a:t>berdasarkan</a:t>
            </a:r>
            <a:r>
              <a:rPr lang="en-ID" dirty="0"/>
              <a:t> </a:t>
            </a:r>
            <a:r>
              <a:rPr lang="en-ID" dirty="0" err="1"/>
              <a:t>indikasi</a:t>
            </a:r>
            <a:r>
              <a:rPr lang="en-ID" dirty="0"/>
              <a:t> dan </a:t>
            </a:r>
            <a:r>
              <a:rPr lang="en-ID" dirty="0" err="1"/>
              <a:t>metode</a:t>
            </a:r>
            <a:r>
              <a:rPr lang="en-ID" dirty="0"/>
              <a:t>. </a:t>
            </a:r>
            <a:r>
              <a:rPr lang="en-ID" dirty="0" err="1"/>
              <a:t>Pendekatan</a:t>
            </a:r>
            <a:r>
              <a:rPr lang="en-ID" dirty="0"/>
              <a:t> </a:t>
            </a:r>
            <a:r>
              <a:rPr lang="en-ID" dirty="0" err="1"/>
              <a:t>ini</a:t>
            </a:r>
            <a:r>
              <a:rPr lang="en-ID" dirty="0"/>
              <a:t> </a:t>
            </a:r>
            <a:r>
              <a:rPr lang="en-ID" dirty="0" err="1"/>
              <a:t>menekankan</a:t>
            </a:r>
            <a:r>
              <a:rPr lang="en-ID" dirty="0"/>
              <a:t> pada </a:t>
            </a:r>
            <a:r>
              <a:rPr lang="en-ID" dirty="0" err="1"/>
              <a:t>aspek</a:t>
            </a:r>
            <a:r>
              <a:rPr lang="en-ID" dirty="0"/>
              <a:t> </a:t>
            </a:r>
            <a:r>
              <a:rPr lang="en-ID" dirty="0" err="1"/>
              <a:t>keselamatan</a:t>
            </a:r>
            <a:r>
              <a:rPr lang="en-ID" dirty="0"/>
              <a:t> dan </a:t>
            </a:r>
            <a:r>
              <a:rPr lang="en-ID" dirty="0" err="1"/>
              <a:t>kesehatan</a:t>
            </a:r>
            <a:r>
              <a:rPr lang="en-ID" dirty="0"/>
              <a:t> </a:t>
            </a:r>
            <a:r>
              <a:rPr lang="en-ID" dirty="0" err="1"/>
              <a:t>pasien</a:t>
            </a:r>
            <a:r>
              <a:rPr lang="en-ID" dirty="0"/>
              <a:t>. </a:t>
            </a:r>
            <a:r>
              <a:rPr lang="en-ID" dirty="0" err="1"/>
              <a:t>Penanganan</a:t>
            </a:r>
            <a:r>
              <a:rPr lang="en-ID" dirty="0"/>
              <a:t> yang </a:t>
            </a:r>
            <a:r>
              <a:rPr lang="en-ID" dirty="0" err="1"/>
              <a:t>tepat</a:t>
            </a:r>
            <a:r>
              <a:rPr lang="en-ID" dirty="0"/>
              <a:t> </a:t>
            </a:r>
            <a:r>
              <a:rPr lang="en-ID" dirty="0" err="1"/>
              <a:t>dapat</a:t>
            </a:r>
            <a:r>
              <a:rPr lang="en-ID" dirty="0"/>
              <a:t> </a:t>
            </a:r>
            <a:r>
              <a:rPr lang="en-ID" dirty="0" err="1"/>
              <a:t>mengurangi</a:t>
            </a:r>
            <a:r>
              <a:rPr lang="en-ID" dirty="0"/>
              <a:t> </a:t>
            </a:r>
            <a:r>
              <a:rPr lang="en-ID" dirty="0" err="1"/>
              <a:t>komplikasi</a:t>
            </a:r>
            <a:r>
              <a:rPr lang="en-ID" dirty="0"/>
              <a:t>. </a:t>
            </a:r>
          </a:p>
          <a:p>
            <a:r>
              <a:rPr lang="en-ID" b="1" dirty="0" err="1"/>
              <a:t>Perspektif</a:t>
            </a:r>
            <a:r>
              <a:rPr lang="en-ID" b="1" dirty="0"/>
              <a:t> </a:t>
            </a:r>
            <a:r>
              <a:rPr lang="en-ID" b="1" dirty="0" err="1"/>
              <a:t>kesehatan</a:t>
            </a:r>
            <a:r>
              <a:rPr lang="en-ID" b="1" dirty="0"/>
              <a:t> </a:t>
            </a:r>
            <a:r>
              <a:rPr lang="en-ID" b="1" dirty="0" err="1"/>
              <a:t>masyarakat</a:t>
            </a:r>
            <a:br>
              <a:rPr lang="en-ID" dirty="0"/>
            </a:br>
            <a:r>
              <a:rPr lang="en-ID" dirty="0" err="1"/>
              <a:t>Aborsi</a:t>
            </a:r>
            <a:r>
              <a:rPr lang="en-ID" dirty="0"/>
              <a:t> juga </a:t>
            </a:r>
            <a:r>
              <a:rPr lang="en-ID" dirty="0" err="1"/>
              <a:t>dilihat</a:t>
            </a:r>
            <a:r>
              <a:rPr lang="en-ID" dirty="0"/>
              <a:t> </a:t>
            </a:r>
            <a:r>
              <a:rPr lang="en-ID" dirty="0" err="1"/>
              <a:t>sebagai</a:t>
            </a:r>
            <a:r>
              <a:rPr lang="en-ID" dirty="0"/>
              <a:t> </a:t>
            </a:r>
            <a:r>
              <a:rPr lang="en-ID" dirty="0" err="1"/>
              <a:t>isu</a:t>
            </a:r>
            <a:r>
              <a:rPr lang="en-ID" dirty="0"/>
              <a:t> </a:t>
            </a:r>
            <a:r>
              <a:rPr lang="en-ID" dirty="0" err="1"/>
              <a:t>kesehatan</a:t>
            </a:r>
            <a:r>
              <a:rPr lang="en-ID" dirty="0"/>
              <a:t> </a:t>
            </a:r>
            <a:r>
              <a:rPr lang="en-ID" dirty="0" err="1"/>
              <a:t>masyarakat</a:t>
            </a:r>
            <a:r>
              <a:rPr lang="en-ID" dirty="0"/>
              <a:t>, </a:t>
            </a:r>
            <a:r>
              <a:rPr lang="en-ID" dirty="0" err="1"/>
              <a:t>terutama</a:t>
            </a:r>
            <a:r>
              <a:rPr lang="en-ID" dirty="0"/>
              <a:t> </a:t>
            </a:r>
            <a:r>
              <a:rPr lang="en-ID" dirty="0" err="1"/>
              <a:t>terkait</a:t>
            </a:r>
            <a:r>
              <a:rPr lang="en-ID" dirty="0"/>
              <a:t> </a:t>
            </a:r>
            <a:r>
              <a:rPr lang="en-ID" dirty="0" err="1"/>
              <a:t>dengan</a:t>
            </a:r>
            <a:r>
              <a:rPr lang="en-ID" dirty="0"/>
              <a:t> </a:t>
            </a:r>
            <a:r>
              <a:rPr lang="en-ID" dirty="0" err="1"/>
              <a:t>praktik</a:t>
            </a:r>
            <a:r>
              <a:rPr lang="en-ID" dirty="0"/>
              <a:t> </a:t>
            </a:r>
            <a:r>
              <a:rPr lang="en-ID" dirty="0" err="1"/>
              <a:t>aborsi</a:t>
            </a:r>
            <a:r>
              <a:rPr lang="en-ID" dirty="0"/>
              <a:t> </a:t>
            </a:r>
            <a:r>
              <a:rPr lang="en-ID" dirty="0" err="1"/>
              <a:t>tidak</a:t>
            </a:r>
            <a:r>
              <a:rPr lang="en-ID" dirty="0"/>
              <a:t> </a:t>
            </a:r>
            <a:r>
              <a:rPr lang="en-ID" dirty="0" err="1"/>
              <a:t>aman</a:t>
            </a:r>
            <a:r>
              <a:rPr lang="en-ID" dirty="0"/>
              <a:t>. </a:t>
            </a:r>
            <a:r>
              <a:rPr lang="en-ID" dirty="0" err="1"/>
              <a:t>Tingginya</a:t>
            </a:r>
            <a:r>
              <a:rPr lang="en-ID" dirty="0"/>
              <a:t> </a:t>
            </a:r>
            <a:r>
              <a:rPr lang="en-ID" dirty="0" err="1"/>
              <a:t>angka</a:t>
            </a:r>
            <a:r>
              <a:rPr lang="en-ID" dirty="0"/>
              <a:t> </a:t>
            </a:r>
            <a:r>
              <a:rPr lang="en-ID" dirty="0" err="1"/>
              <a:t>aborsi</a:t>
            </a:r>
            <a:r>
              <a:rPr lang="en-ID" dirty="0"/>
              <a:t> </a:t>
            </a:r>
            <a:r>
              <a:rPr lang="en-ID" dirty="0" err="1"/>
              <a:t>tidak</a:t>
            </a:r>
            <a:r>
              <a:rPr lang="en-ID" dirty="0"/>
              <a:t> </a:t>
            </a:r>
            <a:r>
              <a:rPr lang="en-ID" dirty="0" err="1"/>
              <a:t>aman</a:t>
            </a:r>
            <a:r>
              <a:rPr lang="en-ID" dirty="0"/>
              <a:t> </a:t>
            </a:r>
            <a:r>
              <a:rPr lang="en-ID" dirty="0" err="1"/>
              <a:t>menjadi</a:t>
            </a:r>
            <a:r>
              <a:rPr lang="en-ID" dirty="0"/>
              <a:t> </a:t>
            </a:r>
            <a:r>
              <a:rPr lang="en-ID" dirty="0" err="1"/>
              <a:t>indikator</a:t>
            </a:r>
            <a:r>
              <a:rPr lang="en-ID" dirty="0"/>
              <a:t> </a:t>
            </a:r>
            <a:r>
              <a:rPr lang="en-ID" dirty="0" err="1"/>
              <a:t>kurangnya</a:t>
            </a:r>
            <a:r>
              <a:rPr lang="en-ID" dirty="0"/>
              <a:t> </a:t>
            </a:r>
            <a:r>
              <a:rPr lang="en-ID" dirty="0" err="1"/>
              <a:t>akses</a:t>
            </a:r>
            <a:r>
              <a:rPr lang="en-ID" dirty="0"/>
              <a:t> </a:t>
            </a:r>
            <a:r>
              <a:rPr lang="en-ID" dirty="0" err="1"/>
              <a:t>layanan</a:t>
            </a:r>
            <a:r>
              <a:rPr lang="en-ID" dirty="0"/>
              <a:t> </a:t>
            </a:r>
            <a:r>
              <a:rPr lang="en-ID" dirty="0" err="1"/>
              <a:t>kesehatan</a:t>
            </a:r>
            <a:r>
              <a:rPr lang="en-ID" dirty="0"/>
              <a:t>. Hal </a:t>
            </a:r>
            <a:r>
              <a:rPr lang="en-ID" dirty="0" err="1"/>
              <a:t>ini</a:t>
            </a:r>
            <a:r>
              <a:rPr lang="en-ID" dirty="0"/>
              <a:t> </a:t>
            </a:r>
            <a:r>
              <a:rPr lang="en-ID" dirty="0" err="1"/>
              <a:t>memerlukan</a:t>
            </a:r>
            <a:r>
              <a:rPr lang="en-ID" dirty="0"/>
              <a:t> </a:t>
            </a:r>
            <a:r>
              <a:rPr lang="en-ID" dirty="0" err="1"/>
              <a:t>intervensi</a:t>
            </a:r>
            <a:r>
              <a:rPr lang="en-ID" dirty="0"/>
              <a:t> </a:t>
            </a:r>
            <a:r>
              <a:rPr lang="en-ID" dirty="0" err="1"/>
              <a:t>sistemik</a:t>
            </a:r>
            <a:r>
              <a:rPr lang="en-ID"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5203" y="320676"/>
            <a:ext cx="10299290" cy="1143000"/>
          </a:xfrm>
        </p:spPr>
        <p:txBody>
          <a:bodyPr>
            <a:normAutofit/>
          </a:bodyPr>
          <a:lstStyle/>
          <a:p>
            <a:r>
              <a:rPr lang="en-ID" sz="3600" b="1" dirty="0" err="1"/>
              <a:t>Klasifikasi</a:t>
            </a:r>
            <a:r>
              <a:rPr lang="en-ID" sz="3600" b="1" dirty="0"/>
              <a:t> </a:t>
            </a:r>
            <a:r>
              <a:rPr lang="en-ID" sz="3600" b="1" dirty="0" err="1"/>
              <a:t>Aborsi</a:t>
            </a:r>
            <a:endParaRPr sz="3600" b="1" dirty="0"/>
          </a:p>
        </p:txBody>
      </p:sp>
      <p:sp>
        <p:nvSpPr>
          <p:cNvPr id="3" name="Content Placeholder 2"/>
          <p:cNvSpPr>
            <a:spLocks noGrp="1"/>
          </p:cNvSpPr>
          <p:nvPr>
            <p:ph idx="1"/>
          </p:nvPr>
        </p:nvSpPr>
        <p:spPr>
          <a:xfrm>
            <a:off x="341670" y="1315065"/>
            <a:ext cx="8802329" cy="5429865"/>
          </a:xfrm>
        </p:spPr>
        <p:txBody>
          <a:bodyPr>
            <a:noAutofit/>
          </a:bodyPr>
          <a:lstStyle/>
          <a:p>
            <a:r>
              <a:rPr lang="en-ID" sz="1800" b="1" dirty="0" err="1"/>
              <a:t>Aborsi</a:t>
            </a:r>
            <a:r>
              <a:rPr lang="en-ID" sz="1800" b="1" dirty="0"/>
              <a:t> </a:t>
            </a:r>
            <a:r>
              <a:rPr lang="en-ID" sz="1800" b="1" dirty="0" err="1"/>
              <a:t>spontan</a:t>
            </a:r>
            <a:br>
              <a:rPr lang="en-ID" sz="1800" dirty="0"/>
            </a:br>
            <a:r>
              <a:rPr lang="en-ID" sz="1800" dirty="0" err="1"/>
              <a:t>Aborsi</a:t>
            </a:r>
            <a:r>
              <a:rPr lang="en-ID" sz="1800" dirty="0"/>
              <a:t> </a:t>
            </a:r>
            <a:r>
              <a:rPr lang="en-ID" sz="1800" dirty="0" err="1"/>
              <a:t>spontan</a:t>
            </a:r>
            <a:r>
              <a:rPr lang="en-ID" sz="1800" dirty="0"/>
              <a:t> </a:t>
            </a:r>
            <a:r>
              <a:rPr lang="en-ID" sz="1800" dirty="0" err="1"/>
              <a:t>terjadi</a:t>
            </a:r>
            <a:r>
              <a:rPr lang="en-ID" sz="1800" dirty="0"/>
              <a:t> </a:t>
            </a:r>
            <a:r>
              <a:rPr lang="en-ID" sz="1800" dirty="0" err="1"/>
              <a:t>secara</a:t>
            </a:r>
            <a:r>
              <a:rPr lang="en-ID" sz="1800" dirty="0"/>
              <a:t> </a:t>
            </a:r>
            <a:r>
              <a:rPr lang="en-ID" sz="1800" dirty="0" err="1"/>
              <a:t>alami</a:t>
            </a:r>
            <a:r>
              <a:rPr lang="en-ID" sz="1800" dirty="0"/>
              <a:t> </a:t>
            </a:r>
            <a:r>
              <a:rPr lang="en-ID" sz="1800" dirty="0" err="1"/>
              <a:t>tanpa</a:t>
            </a:r>
            <a:r>
              <a:rPr lang="en-ID" sz="1800" dirty="0"/>
              <a:t> </a:t>
            </a:r>
            <a:r>
              <a:rPr lang="en-ID" sz="1800" dirty="0" err="1"/>
              <a:t>intervensi</a:t>
            </a:r>
            <a:r>
              <a:rPr lang="en-ID" sz="1800" dirty="0"/>
              <a:t>, </a:t>
            </a:r>
            <a:r>
              <a:rPr lang="en-ID" sz="1800" dirty="0" err="1"/>
              <a:t>biasanya</a:t>
            </a:r>
            <a:r>
              <a:rPr lang="en-ID" sz="1800" dirty="0"/>
              <a:t> </a:t>
            </a:r>
            <a:r>
              <a:rPr lang="en-ID" sz="1800" dirty="0" err="1"/>
              <a:t>akibat</a:t>
            </a:r>
            <a:r>
              <a:rPr lang="en-ID" sz="1800" dirty="0"/>
              <a:t> </a:t>
            </a:r>
            <a:r>
              <a:rPr lang="en-ID" sz="1800" dirty="0" err="1"/>
              <a:t>kelainan</a:t>
            </a:r>
            <a:r>
              <a:rPr lang="en-ID" sz="1800" dirty="0"/>
              <a:t> </a:t>
            </a:r>
            <a:r>
              <a:rPr lang="en-ID" sz="1800" dirty="0" err="1"/>
              <a:t>kromosom</a:t>
            </a:r>
            <a:r>
              <a:rPr lang="en-ID" sz="1800" dirty="0"/>
              <a:t> </a:t>
            </a:r>
            <a:r>
              <a:rPr lang="en-ID" sz="1800" dirty="0" err="1"/>
              <a:t>atau</a:t>
            </a:r>
            <a:r>
              <a:rPr lang="en-ID" sz="1800" dirty="0"/>
              <a:t> </a:t>
            </a:r>
            <a:r>
              <a:rPr lang="en-ID" sz="1800" dirty="0" err="1"/>
              <a:t>kondisi</a:t>
            </a:r>
            <a:r>
              <a:rPr lang="en-ID" sz="1800" dirty="0"/>
              <a:t> </a:t>
            </a:r>
            <a:r>
              <a:rPr lang="en-ID" sz="1800" dirty="0" err="1"/>
              <a:t>kesehatan</a:t>
            </a:r>
            <a:r>
              <a:rPr lang="en-ID" sz="1800" dirty="0"/>
              <a:t> </a:t>
            </a:r>
            <a:r>
              <a:rPr lang="en-ID" sz="1800" dirty="0" err="1"/>
              <a:t>ibu</a:t>
            </a:r>
            <a:r>
              <a:rPr lang="en-ID" sz="1800" dirty="0"/>
              <a:t>. </a:t>
            </a:r>
            <a:r>
              <a:rPr lang="en-ID" sz="1800" dirty="0" err="1"/>
              <a:t>Kondisi</a:t>
            </a:r>
            <a:r>
              <a:rPr lang="en-ID" sz="1800" dirty="0"/>
              <a:t> </a:t>
            </a:r>
            <a:r>
              <a:rPr lang="en-ID" sz="1800" dirty="0" err="1"/>
              <a:t>ini</a:t>
            </a:r>
            <a:r>
              <a:rPr lang="en-ID" sz="1800" dirty="0"/>
              <a:t> </a:t>
            </a:r>
            <a:r>
              <a:rPr lang="en-ID" sz="1800" dirty="0" err="1"/>
              <a:t>sering</a:t>
            </a:r>
            <a:r>
              <a:rPr lang="en-ID" sz="1800" dirty="0"/>
              <a:t> </a:t>
            </a:r>
            <a:r>
              <a:rPr lang="en-ID" sz="1800" dirty="0" err="1"/>
              <a:t>terjadi</a:t>
            </a:r>
            <a:r>
              <a:rPr lang="en-ID" sz="1800" dirty="0"/>
              <a:t> pada trimester </a:t>
            </a:r>
            <a:r>
              <a:rPr lang="en-ID" sz="1800" dirty="0" err="1"/>
              <a:t>pertama</a:t>
            </a:r>
            <a:r>
              <a:rPr lang="en-ID" sz="1800" dirty="0"/>
              <a:t>. </a:t>
            </a:r>
            <a:r>
              <a:rPr lang="en-ID" sz="1800" dirty="0" err="1"/>
              <a:t>Penanganan</a:t>
            </a:r>
            <a:r>
              <a:rPr lang="en-ID" sz="1800" dirty="0"/>
              <a:t> </a:t>
            </a:r>
            <a:r>
              <a:rPr lang="en-ID" sz="1800" dirty="0" err="1"/>
              <a:t>medis</a:t>
            </a:r>
            <a:r>
              <a:rPr lang="en-ID" sz="1800" dirty="0"/>
              <a:t> </a:t>
            </a:r>
            <a:r>
              <a:rPr lang="en-ID" sz="1800" dirty="0" err="1"/>
              <a:t>diperlukan</a:t>
            </a:r>
            <a:r>
              <a:rPr lang="en-ID" sz="1800" dirty="0"/>
              <a:t> </a:t>
            </a:r>
            <a:r>
              <a:rPr lang="en-ID" sz="1800" dirty="0" err="1"/>
              <a:t>untuk</a:t>
            </a:r>
            <a:r>
              <a:rPr lang="en-ID" sz="1800" dirty="0"/>
              <a:t> </a:t>
            </a:r>
            <a:r>
              <a:rPr lang="en-ID" sz="1800" dirty="0" err="1"/>
              <a:t>mencegah</a:t>
            </a:r>
            <a:r>
              <a:rPr lang="en-ID" sz="1800" dirty="0"/>
              <a:t> </a:t>
            </a:r>
            <a:r>
              <a:rPr lang="en-ID" sz="1800" dirty="0" err="1"/>
              <a:t>komplikasi</a:t>
            </a:r>
            <a:r>
              <a:rPr lang="en-ID" sz="1800" dirty="0"/>
              <a:t>. </a:t>
            </a:r>
          </a:p>
          <a:p>
            <a:r>
              <a:rPr lang="en-ID" sz="1800" b="1" dirty="0" err="1"/>
              <a:t>Aborsi</a:t>
            </a:r>
            <a:r>
              <a:rPr lang="en-ID" sz="1800" b="1" dirty="0"/>
              <a:t> </a:t>
            </a:r>
            <a:r>
              <a:rPr lang="en-ID" sz="1800" b="1" dirty="0" err="1"/>
              <a:t>provokatus</a:t>
            </a:r>
            <a:br>
              <a:rPr lang="en-ID" sz="1800" dirty="0"/>
            </a:br>
            <a:r>
              <a:rPr lang="en-ID" sz="1800" dirty="0" err="1"/>
              <a:t>Aborsi</a:t>
            </a:r>
            <a:r>
              <a:rPr lang="en-ID" sz="1800" dirty="0"/>
              <a:t> </a:t>
            </a:r>
            <a:r>
              <a:rPr lang="en-ID" sz="1800" dirty="0" err="1"/>
              <a:t>provokatus</a:t>
            </a:r>
            <a:r>
              <a:rPr lang="en-ID" sz="1800" dirty="0"/>
              <a:t> </a:t>
            </a:r>
            <a:r>
              <a:rPr lang="en-ID" sz="1800" dirty="0" err="1"/>
              <a:t>adalah</a:t>
            </a:r>
            <a:r>
              <a:rPr lang="en-ID" sz="1800" dirty="0"/>
              <a:t> </a:t>
            </a:r>
            <a:r>
              <a:rPr lang="en-ID" sz="1800" dirty="0" err="1"/>
              <a:t>aborsi</a:t>
            </a:r>
            <a:r>
              <a:rPr lang="en-ID" sz="1800" dirty="0"/>
              <a:t> yang </a:t>
            </a:r>
            <a:r>
              <a:rPr lang="en-ID" sz="1800" dirty="0" err="1"/>
              <a:t>dilakukan</a:t>
            </a:r>
            <a:r>
              <a:rPr lang="en-ID" sz="1800" dirty="0"/>
              <a:t> </a:t>
            </a:r>
            <a:r>
              <a:rPr lang="en-ID" sz="1800" dirty="0" err="1"/>
              <a:t>dengan</a:t>
            </a:r>
            <a:r>
              <a:rPr lang="en-ID" sz="1800" dirty="0"/>
              <a:t> </a:t>
            </a:r>
            <a:r>
              <a:rPr lang="en-ID" sz="1800" dirty="0" err="1"/>
              <a:t>sengaja</a:t>
            </a:r>
            <a:r>
              <a:rPr lang="en-ID" sz="1800" dirty="0"/>
              <a:t>. Tindakan </a:t>
            </a:r>
            <a:r>
              <a:rPr lang="en-ID" sz="1800" dirty="0" err="1"/>
              <a:t>ini</a:t>
            </a:r>
            <a:r>
              <a:rPr lang="en-ID" sz="1800" dirty="0"/>
              <a:t> </a:t>
            </a:r>
            <a:r>
              <a:rPr lang="en-ID" sz="1800" dirty="0" err="1"/>
              <a:t>dapat</a:t>
            </a:r>
            <a:r>
              <a:rPr lang="en-ID" sz="1800" dirty="0"/>
              <a:t> </a:t>
            </a:r>
            <a:r>
              <a:rPr lang="en-ID" sz="1800" dirty="0" err="1"/>
              <a:t>dilakukan</a:t>
            </a:r>
            <a:r>
              <a:rPr lang="en-ID" sz="1800" dirty="0"/>
              <a:t> </a:t>
            </a:r>
            <a:r>
              <a:rPr lang="en-ID" sz="1800" dirty="0" err="1"/>
              <a:t>karena</a:t>
            </a:r>
            <a:r>
              <a:rPr lang="en-ID" sz="1800" dirty="0"/>
              <a:t> </a:t>
            </a:r>
            <a:r>
              <a:rPr lang="en-ID" sz="1800" dirty="0" err="1"/>
              <a:t>indikasi</a:t>
            </a:r>
            <a:r>
              <a:rPr lang="en-ID" sz="1800" dirty="0"/>
              <a:t> </a:t>
            </a:r>
            <a:r>
              <a:rPr lang="en-ID" sz="1800" dirty="0" err="1"/>
              <a:t>medis</a:t>
            </a:r>
            <a:r>
              <a:rPr lang="en-ID" sz="1800" dirty="0"/>
              <a:t> </a:t>
            </a:r>
            <a:r>
              <a:rPr lang="en-ID" sz="1800" dirty="0" err="1"/>
              <a:t>atau</a:t>
            </a:r>
            <a:r>
              <a:rPr lang="en-ID" sz="1800" dirty="0"/>
              <a:t> non-</a:t>
            </a:r>
            <a:r>
              <a:rPr lang="en-ID" sz="1800" dirty="0" err="1"/>
              <a:t>medis</a:t>
            </a:r>
            <a:r>
              <a:rPr lang="en-ID" sz="1800" dirty="0"/>
              <a:t>. Risiko </a:t>
            </a:r>
            <a:r>
              <a:rPr lang="en-ID" sz="1800" dirty="0" err="1"/>
              <a:t>komplikasi</a:t>
            </a:r>
            <a:r>
              <a:rPr lang="en-ID" sz="1800" dirty="0"/>
              <a:t> </a:t>
            </a:r>
            <a:r>
              <a:rPr lang="en-ID" sz="1800" dirty="0" err="1"/>
              <a:t>tergantung</a:t>
            </a:r>
            <a:r>
              <a:rPr lang="en-ID" sz="1800" dirty="0"/>
              <a:t> pada </a:t>
            </a:r>
            <a:r>
              <a:rPr lang="en-ID" sz="1800" dirty="0" err="1"/>
              <a:t>metode</a:t>
            </a:r>
            <a:r>
              <a:rPr lang="en-ID" sz="1800" dirty="0"/>
              <a:t> yang </a:t>
            </a:r>
            <a:r>
              <a:rPr lang="en-ID" sz="1800" dirty="0" err="1"/>
              <a:t>digunakan</a:t>
            </a:r>
            <a:r>
              <a:rPr lang="en-ID" sz="1800" dirty="0"/>
              <a:t>. </a:t>
            </a:r>
          </a:p>
          <a:p>
            <a:r>
              <a:rPr lang="en-ID" sz="1800" b="1" dirty="0" err="1"/>
              <a:t>Aborsi</a:t>
            </a:r>
            <a:r>
              <a:rPr lang="en-ID" sz="1800" b="1" dirty="0"/>
              <a:t> </a:t>
            </a:r>
            <a:r>
              <a:rPr lang="en-ID" sz="1800" b="1" dirty="0" err="1"/>
              <a:t>aman</a:t>
            </a:r>
            <a:br>
              <a:rPr lang="en-ID" sz="1800" dirty="0"/>
            </a:br>
            <a:r>
              <a:rPr lang="en-ID" sz="1800" dirty="0" err="1"/>
              <a:t>Aborsi</a:t>
            </a:r>
            <a:r>
              <a:rPr lang="en-ID" sz="1800" dirty="0"/>
              <a:t> </a:t>
            </a:r>
            <a:r>
              <a:rPr lang="en-ID" sz="1800" dirty="0" err="1"/>
              <a:t>aman</a:t>
            </a:r>
            <a:r>
              <a:rPr lang="en-ID" sz="1800" dirty="0"/>
              <a:t> </a:t>
            </a:r>
            <a:r>
              <a:rPr lang="en-ID" sz="1800" dirty="0" err="1"/>
              <a:t>dilakukan</a:t>
            </a:r>
            <a:r>
              <a:rPr lang="en-ID" sz="1800" dirty="0"/>
              <a:t> oleh </a:t>
            </a:r>
            <a:r>
              <a:rPr lang="en-ID" sz="1800" dirty="0" err="1"/>
              <a:t>tenaga</a:t>
            </a:r>
            <a:r>
              <a:rPr lang="en-ID" sz="1800" dirty="0"/>
              <a:t> </a:t>
            </a:r>
            <a:r>
              <a:rPr lang="en-ID" sz="1800" dirty="0" err="1"/>
              <a:t>kesehatan</a:t>
            </a:r>
            <a:r>
              <a:rPr lang="en-ID" sz="1800" dirty="0"/>
              <a:t> </a:t>
            </a:r>
            <a:r>
              <a:rPr lang="en-ID" sz="1800" dirty="0" err="1"/>
              <a:t>terlatih</a:t>
            </a:r>
            <a:r>
              <a:rPr lang="en-ID" sz="1800" dirty="0"/>
              <a:t> </a:t>
            </a:r>
            <a:r>
              <a:rPr lang="en-ID" sz="1800" dirty="0" err="1"/>
              <a:t>dengan</a:t>
            </a:r>
            <a:r>
              <a:rPr lang="en-ID" sz="1800" dirty="0"/>
              <a:t> </a:t>
            </a:r>
            <a:r>
              <a:rPr lang="en-ID" sz="1800" dirty="0" err="1"/>
              <a:t>metode</a:t>
            </a:r>
            <a:r>
              <a:rPr lang="en-ID" sz="1800" dirty="0"/>
              <a:t> yang </a:t>
            </a:r>
            <a:r>
              <a:rPr lang="en-ID" sz="1800" dirty="0" err="1"/>
              <a:t>sesuai</a:t>
            </a:r>
            <a:r>
              <a:rPr lang="en-ID" sz="1800" dirty="0"/>
              <a:t> </a:t>
            </a:r>
            <a:r>
              <a:rPr lang="en-ID" sz="1800" dirty="0" err="1"/>
              <a:t>standar</a:t>
            </a:r>
            <a:r>
              <a:rPr lang="en-ID" sz="1800" dirty="0"/>
              <a:t>. Risiko </a:t>
            </a:r>
            <a:r>
              <a:rPr lang="en-ID" sz="1800" dirty="0" err="1"/>
              <a:t>komplikasi</a:t>
            </a:r>
            <a:r>
              <a:rPr lang="en-ID" sz="1800" dirty="0"/>
              <a:t> </a:t>
            </a:r>
            <a:r>
              <a:rPr lang="en-ID" sz="1800" dirty="0" err="1"/>
              <a:t>relatif</a:t>
            </a:r>
            <a:r>
              <a:rPr lang="en-ID" sz="1800" dirty="0"/>
              <a:t> </a:t>
            </a:r>
            <a:r>
              <a:rPr lang="en-ID" sz="1800" dirty="0" err="1"/>
              <a:t>rendah</a:t>
            </a:r>
            <a:r>
              <a:rPr lang="en-ID" sz="1800" dirty="0"/>
              <a:t>. Hal </a:t>
            </a:r>
            <a:r>
              <a:rPr lang="en-ID" sz="1800" dirty="0" err="1"/>
              <a:t>ini</a:t>
            </a:r>
            <a:r>
              <a:rPr lang="en-ID" sz="1800" dirty="0"/>
              <a:t> </a:t>
            </a:r>
            <a:r>
              <a:rPr lang="en-ID" sz="1800" dirty="0" err="1"/>
              <a:t>menunjukkan</a:t>
            </a:r>
            <a:r>
              <a:rPr lang="en-ID" sz="1800" dirty="0"/>
              <a:t> </a:t>
            </a:r>
            <a:r>
              <a:rPr lang="en-ID" sz="1800" dirty="0" err="1"/>
              <a:t>pentingnya</a:t>
            </a:r>
            <a:r>
              <a:rPr lang="en-ID" sz="1800" dirty="0"/>
              <a:t> </a:t>
            </a:r>
            <a:r>
              <a:rPr lang="en-ID" sz="1800" dirty="0" err="1"/>
              <a:t>akses</a:t>
            </a:r>
            <a:r>
              <a:rPr lang="en-ID" sz="1800" dirty="0"/>
              <a:t> </a:t>
            </a:r>
            <a:r>
              <a:rPr lang="en-ID" sz="1800" dirty="0" err="1"/>
              <a:t>layanan</a:t>
            </a:r>
            <a:r>
              <a:rPr lang="en-ID" sz="1800" dirty="0"/>
              <a:t> </a:t>
            </a:r>
            <a:r>
              <a:rPr lang="en-ID" sz="1800" dirty="0" err="1"/>
              <a:t>kesehatan</a:t>
            </a:r>
            <a:r>
              <a:rPr lang="en-ID" sz="1800" dirty="0"/>
              <a:t>. </a:t>
            </a:r>
          </a:p>
          <a:p>
            <a:r>
              <a:rPr lang="en-ID" sz="1800" b="1" dirty="0" err="1"/>
              <a:t>Aborsi</a:t>
            </a:r>
            <a:r>
              <a:rPr lang="en-ID" sz="1800" b="1" dirty="0"/>
              <a:t> </a:t>
            </a:r>
            <a:r>
              <a:rPr lang="en-ID" sz="1800" b="1" dirty="0" err="1"/>
              <a:t>tidak</a:t>
            </a:r>
            <a:r>
              <a:rPr lang="en-ID" sz="1800" b="1" dirty="0"/>
              <a:t> </a:t>
            </a:r>
            <a:r>
              <a:rPr lang="en-ID" sz="1800" b="1" dirty="0" err="1"/>
              <a:t>aman</a:t>
            </a:r>
            <a:br>
              <a:rPr lang="en-ID" sz="1800" dirty="0"/>
            </a:br>
            <a:r>
              <a:rPr lang="en-ID" sz="1800" dirty="0" err="1"/>
              <a:t>Aborsi</a:t>
            </a:r>
            <a:r>
              <a:rPr lang="en-ID" sz="1800" dirty="0"/>
              <a:t> </a:t>
            </a:r>
            <a:r>
              <a:rPr lang="en-ID" sz="1800" dirty="0" err="1"/>
              <a:t>tidak</a:t>
            </a:r>
            <a:r>
              <a:rPr lang="en-ID" sz="1800" dirty="0"/>
              <a:t> </a:t>
            </a:r>
            <a:r>
              <a:rPr lang="en-ID" sz="1800" dirty="0" err="1"/>
              <a:t>aman</a:t>
            </a:r>
            <a:r>
              <a:rPr lang="en-ID" sz="1800" dirty="0"/>
              <a:t> </a:t>
            </a:r>
            <a:r>
              <a:rPr lang="en-ID" sz="1800" dirty="0" err="1"/>
              <a:t>dilakukan</a:t>
            </a:r>
            <a:r>
              <a:rPr lang="en-ID" sz="1800" dirty="0"/>
              <a:t> </a:t>
            </a:r>
            <a:r>
              <a:rPr lang="en-ID" sz="1800" dirty="0" err="1"/>
              <a:t>tanpa</a:t>
            </a:r>
            <a:r>
              <a:rPr lang="en-ID" sz="1800" dirty="0"/>
              <a:t> </a:t>
            </a:r>
            <a:r>
              <a:rPr lang="en-ID" sz="1800" dirty="0" err="1"/>
              <a:t>standar</a:t>
            </a:r>
            <a:r>
              <a:rPr lang="en-ID" sz="1800" dirty="0"/>
              <a:t> </a:t>
            </a:r>
            <a:r>
              <a:rPr lang="en-ID" sz="1800" dirty="0" err="1"/>
              <a:t>medis</a:t>
            </a:r>
            <a:r>
              <a:rPr lang="en-ID" sz="1800" dirty="0"/>
              <a:t> yang </a:t>
            </a:r>
            <a:r>
              <a:rPr lang="en-ID" sz="1800" dirty="0" err="1"/>
              <a:t>memadai</a:t>
            </a:r>
            <a:r>
              <a:rPr lang="en-ID" sz="1800" dirty="0"/>
              <a:t>. </a:t>
            </a:r>
            <a:r>
              <a:rPr lang="en-ID" sz="1800" dirty="0" err="1"/>
              <a:t>Kondisi</a:t>
            </a:r>
            <a:r>
              <a:rPr lang="en-ID" sz="1800" dirty="0"/>
              <a:t> </a:t>
            </a:r>
            <a:r>
              <a:rPr lang="en-ID" sz="1800" dirty="0" err="1"/>
              <a:t>ini</a:t>
            </a:r>
            <a:r>
              <a:rPr lang="en-ID" sz="1800" dirty="0"/>
              <a:t> </a:t>
            </a:r>
            <a:r>
              <a:rPr lang="en-ID" sz="1800" dirty="0" err="1"/>
              <a:t>meningkatkan</a:t>
            </a:r>
            <a:r>
              <a:rPr lang="en-ID" sz="1800" dirty="0"/>
              <a:t> </a:t>
            </a:r>
            <a:r>
              <a:rPr lang="en-ID" sz="1800" dirty="0" err="1"/>
              <a:t>risiko</a:t>
            </a:r>
            <a:r>
              <a:rPr lang="en-ID" sz="1800" dirty="0"/>
              <a:t> </a:t>
            </a:r>
            <a:r>
              <a:rPr lang="en-ID" sz="1800" dirty="0" err="1"/>
              <a:t>komplikasi</a:t>
            </a:r>
            <a:r>
              <a:rPr lang="en-ID" sz="1800" dirty="0"/>
              <a:t> </a:t>
            </a:r>
            <a:r>
              <a:rPr lang="en-ID" sz="1800" dirty="0" err="1"/>
              <a:t>serius</a:t>
            </a:r>
            <a:r>
              <a:rPr lang="en-ID" sz="1800" dirty="0"/>
              <a:t> </a:t>
            </a:r>
            <a:r>
              <a:rPr lang="en-ID" sz="1800" dirty="0" err="1"/>
              <a:t>seperti</a:t>
            </a:r>
            <a:r>
              <a:rPr lang="en-ID" sz="1800" dirty="0"/>
              <a:t> </a:t>
            </a:r>
            <a:r>
              <a:rPr lang="en-ID" sz="1800" dirty="0" err="1"/>
              <a:t>infeksi</a:t>
            </a:r>
            <a:r>
              <a:rPr lang="en-ID" sz="1800" dirty="0"/>
              <a:t> dan </a:t>
            </a:r>
            <a:r>
              <a:rPr lang="en-ID" sz="1800" dirty="0" err="1"/>
              <a:t>kematian</a:t>
            </a:r>
            <a:r>
              <a:rPr lang="en-ID" sz="1800" dirty="0"/>
              <a:t>. Ini </a:t>
            </a:r>
            <a:r>
              <a:rPr lang="en-ID" sz="1800" dirty="0" err="1"/>
              <a:t>menjadi</a:t>
            </a:r>
            <a:r>
              <a:rPr lang="en-ID" sz="1800" dirty="0"/>
              <a:t> </a:t>
            </a:r>
            <a:r>
              <a:rPr lang="en-ID" sz="1800" dirty="0" err="1"/>
              <a:t>masalah</a:t>
            </a:r>
            <a:r>
              <a:rPr lang="en-ID" sz="1800" dirty="0"/>
              <a:t> </a:t>
            </a:r>
            <a:r>
              <a:rPr lang="en-ID" sz="1800" dirty="0" err="1"/>
              <a:t>kesehatan</a:t>
            </a:r>
            <a:r>
              <a:rPr lang="en-ID" sz="1800" dirty="0"/>
              <a:t> </a:t>
            </a:r>
            <a:r>
              <a:rPr lang="en-ID" sz="1800" dirty="0" err="1"/>
              <a:t>masyarakat</a:t>
            </a:r>
            <a:r>
              <a:rPr lang="en-ID" sz="1800" dirty="0"/>
              <a:t> global.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F63AE6F-7748-7FC6-FCFE-42791989F09E}"/>
              </a:ext>
            </a:extLst>
          </p:cNvPr>
          <p:cNvPicPr>
            <a:picLocks noGrp="1" noChangeAspect="1"/>
          </p:cNvPicPr>
          <p:nvPr>
            <p:ph idx="1"/>
          </p:nvPr>
        </p:nvPicPr>
        <p:blipFill>
          <a:blip r:embed="rId2"/>
          <a:stretch>
            <a:fillRect/>
          </a:stretch>
        </p:blipFill>
        <p:spPr>
          <a:xfrm>
            <a:off x="-627887" y="0"/>
            <a:ext cx="10588751" cy="7059168"/>
          </a:xfrm>
          <a:prstGeom prst="rect">
            <a:avLst/>
          </a:prstGeom>
        </p:spPr>
      </p:pic>
    </p:spTree>
    <p:extLst>
      <p:ext uri="{BB962C8B-B14F-4D97-AF65-F5344CB8AC3E}">
        <p14:creationId xmlns:p14="http://schemas.microsoft.com/office/powerpoint/2010/main" val="911907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90" y="264806"/>
            <a:ext cx="9119419" cy="1143000"/>
          </a:xfrm>
        </p:spPr>
        <p:txBody>
          <a:bodyPr>
            <a:noAutofit/>
          </a:bodyPr>
          <a:lstStyle/>
          <a:p>
            <a:r>
              <a:rPr lang="en-ID" sz="3600" b="1" dirty="0" err="1"/>
              <a:t>Kurangnya</a:t>
            </a:r>
            <a:r>
              <a:rPr lang="en-ID" sz="3600" b="1" dirty="0"/>
              <a:t> </a:t>
            </a:r>
            <a:r>
              <a:rPr lang="en-ID" sz="3600" b="1" dirty="0" err="1"/>
              <a:t>Pengetahuan</a:t>
            </a:r>
            <a:r>
              <a:rPr lang="en-ID" sz="3600" b="1" dirty="0"/>
              <a:t> Kesehatan </a:t>
            </a:r>
            <a:r>
              <a:rPr lang="en-ID" sz="3600" b="1" dirty="0" err="1"/>
              <a:t>Reproduksi</a:t>
            </a:r>
            <a:endParaRPr sz="3600" b="1" dirty="0"/>
          </a:p>
        </p:txBody>
      </p:sp>
      <p:sp>
        <p:nvSpPr>
          <p:cNvPr id="3" name="Content Placeholder 2"/>
          <p:cNvSpPr>
            <a:spLocks noGrp="1"/>
          </p:cNvSpPr>
          <p:nvPr>
            <p:ph idx="1"/>
          </p:nvPr>
        </p:nvSpPr>
        <p:spPr>
          <a:xfrm>
            <a:off x="132734" y="1564631"/>
            <a:ext cx="8674509" cy="5231426"/>
          </a:xfrm>
        </p:spPr>
        <p:txBody>
          <a:bodyPr>
            <a:noAutofit/>
          </a:bodyPr>
          <a:lstStyle/>
          <a:p>
            <a:r>
              <a:rPr lang="en-ID" sz="1600" b="1" dirty="0"/>
              <a:t>Tidak </a:t>
            </a:r>
            <a:r>
              <a:rPr lang="en-ID" sz="1600" b="1" dirty="0" err="1"/>
              <a:t>memahami</a:t>
            </a:r>
            <a:r>
              <a:rPr lang="en-ID" sz="1600" b="1" dirty="0"/>
              <a:t> proses </a:t>
            </a:r>
            <a:r>
              <a:rPr lang="en-ID" sz="1600" b="1" dirty="0" err="1"/>
              <a:t>kehamilan</a:t>
            </a:r>
            <a:r>
              <a:rPr lang="en-ID" sz="1600" b="1" dirty="0"/>
              <a:t>. </a:t>
            </a:r>
            <a:r>
              <a:rPr lang="en-ID" sz="1600" dirty="0"/>
              <a:t>Sebagian </a:t>
            </a:r>
            <a:r>
              <a:rPr lang="en-ID" sz="1600" dirty="0" err="1"/>
              <a:t>individu</a:t>
            </a:r>
            <a:r>
              <a:rPr lang="en-ID" sz="1600" dirty="0"/>
              <a:t> </a:t>
            </a:r>
            <a:r>
              <a:rPr lang="en-ID" sz="1600" dirty="0" err="1"/>
              <a:t>tidak</a:t>
            </a:r>
            <a:r>
              <a:rPr lang="en-ID" sz="1600" dirty="0"/>
              <a:t> </a:t>
            </a:r>
            <a:r>
              <a:rPr lang="en-ID" sz="1600" dirty="0" err="1"/>
              <a:t>memahami</a:t>
            </a:r>
            <a:r>
              <a:rPr lang="en-ID" sz="1600" dirty="0"/>
              <a:t> </a:t>
            </a:r>
            <a:r>
              <a:rPr lang="en-ID" sz="1600" dirty="0" err="1"/>
              <a:t>bagaimana</a:t>
            </a:r>
            <a:r>
              <a:rPr lang="en-ID" sz="1600" dirty="0"/>
              <a:t> </a:t>
            </a:r>
            <a:r>
              <a:rPr lang="en-ID" sz="1600" dirty="0" err="1"/>
              <a:t>kehamilan</a:t>
            </a:r>
            <a:r>
              <a:rPr lang="en-ID" sz="1600" dirty="0"/>
              <a:t> </a:t>
            </a:r>
            <a:r>
              <a:rPr lang="en-ID" sz="1600" dirty="0" err="1"/>
              <a:t>terjadi</a:t>
            </a:r>
            <a:r>
              <a:rPr lang="en-ID" sz="1600" dirty="0"/>
              <a:t>, </a:t>
            </a:r>
            <a:r>
              <a:rPr lang="en-ID" sz="1600" dirty="0" err="1"/>
              <a:t>termasuk</a:t>
            </a:r>
            <a:r>
              <a:rPr lang="en-ID" sz="1600" dirty="0"/>
              <a:t> </a:t>
            </a:r>
            <a:r>
              <a:rPr lang="en-ID" sz="1600" dirty="0" err="1"/>
              <a:t>hubungan</a:t>
            </a:r>
            <a:r>
              <a:rPr lang="en-ID" sz="1600" dirty="0"/>
              <a:t> </a:t>
            </a:r>
            <a:r>
              <a:rPr lang="en-ID" sz="1600" dirty="0" err="1"/>
              <a:t>antara</a:t>
            </a:r>
            <a:r>
              <a:rPr lang="en-ID" sz="1600" dirty="0"/>
              <a:t> </a:t>
            </a:r>
            <a:r>
              <a:rPr lang="en-ID" sz="1600" dirty="0" err="1"/>
              <a:t>ovulasi</a:t>
            </a:r>
            <a:r>
              <a:rPr lang="en-ID" sz="1600" dirty="0"/>
              <a:t>, </a:t>
            </a:r>
            <a:r>
              <a:rPr lang="en-ID" sz="1600" dirty="0" err="1"/>
              <a:t>hubungan</a:t>
            </a:r>
            <a:r>
              <a:rPr lang="en-ID" sz="1600" dirty="0"/>
              <a:t> </a:t>
            </a:r>
            <a:r>
              <a:rPr lang="en-ID" sz="1600" dirty="0" err="1"/>
              <a:t>seksual</a:t>
            </a:r>
            <a:r>
              <a:rPr lang="en-ID" sz="1600" dirty="0"/>
              <a:t>, dan </a:t>
            </a:r>
            <a:r>
              <a:rPr lang="en-ID" sz="1600" dirty="0" err="1"/>
              <a:t>pembuahan</a:t>
            </a:r>
            <a:r>
              <a:rPr lang="en-ID" sz="1600" dirty="0"/>
              <a:t>. </a:t>
            </a:r>
            <a:r>
              <a:rPr lang="en-ID" sz="1600" dirty="0" err="1"/>
              <a:t>Ketidaktahuan</a:t>
            </a:r>
            <a:r>
              <a:rPr lang="en-ID" sz="1600" dirty="0"/>
              <a:t> </a:t>
            </a:r>
            <a:r>
              <a:rPr lang="en-ID" sz="1600" dirty="0" err="1"/>
              <a:t>ini</a:t>
            </a:r>
            <a:r>
              <a:rPr lang="en-ID" sz="1600" dirty="0"/>
              <a:t> </a:t>
            </a:r>
            <a:r>
              <a:rPr lang="en-ID" sz="1600" dirty="0" err="1"/>
              <a:t>membuat</a:t>
            </a:r>
            <a:r>
              <a:rPr lang="en-ID" sz="1600" dirty="0"/>
              <a:t> </a:t>
            </a:r>
            <a:r>
              <a:rPr lang="en-ID" sz="1600" dirty="0" err="1"/>
              <a:t>seseorang</a:t>
            </a:r>
            <a:r>
              <a:rPr lang="en-ID" sz="1600" dirty="0"/>
              <a:t> </a:t>
            </a:r>
            <a:r>
              <a:rPr lang="en-ID" sz="1600" dirty="0" err="1"/>
              <a:t>meremehkan</a:t>
            </a:r>
            <a:r>
              <a:rPr lang="en-ID" sz="1600" dirty="0"/>
              <a:t> </a:t>
            </a:r>
            <a:r>
              <a:rPr lang="en-ID" sz="1600" dirty="0" err="1"/>
              <a:t>kemungkinan</a:t>
            </a:r>
            <a:r>
              <a:rPr lang="en-ID" sz="1600" dirty="0"/>
              <a:t> </a:t>
            </a:r>
            <a:r>
              <a:rPr lang="en-ID" sz="1600" dirty="0" err="1"/>
              <a:t>hamil</a:t>
            </a:r>
            <a:r>
              <a:rPr lang="en-ID" sz="1600" dirty="0"/>
              <a:t> </a:t>
            </a:r>
            <a:r>
              <a:rPr lang="en-ID" sz="1600" dirty="0" err="1"/>
              <a:t>setelah</a:t>
            </a:r>
            <a:r>
              <a:rPr lang="en-ID" sz="1600" dirty="0"/>
              <a:t> </a:t>
            </a:r>
            <a:r>
              <a:rPr lang="en-ID" sz="1600" dirty="0" err="1"/>
              <a:t>aktivitas</a:t>
            </a:r>
            <a:r>
              <a:rPr lang="en-ID" sz="1600" dirty="0"/>
              <a:t> </a:t>
            </a:r>
            <a:r>
              <a:rPr lang="en-ID" sz="1600" dirty="0" err="1"/>
              <a:t>seksual</a:t>
            </a:r>
            <a:r>
              <a:rPr lang="en-ID" sz="1600" dirty="0"/>
              <a:t> </a:t>
            </a:r>
            <a:r>
              <a:rPr lang="en-ID" sz="1600" dirty="0" err="1"/>
              <a:t>tertentu</a:t>
            </a:r>
            <a:r>
              <a:rPr lang="en-ID" sz="1600" dirty="0"/>
              <a:t>. </a:t>
            </a:r>
            <a:r>
              <a:rPr lang="en-ID" sz="1600" dirty="0" err="1"/>
              <a:t>Akibatnya</a:t>
            </a:r>
            <a:r>
              <a:rPr lang="en-ID" sz="1600" dirty="0"/>
              <a:t>, </a:t>
            </a:r>
            <a:r>
              <a:rPr lang="en-ID" sz="1600" dirty="0" err="1"/>
              <a:t>perilaku</a:t>
            </a:r>
            <a:r>
              <a:rPr lang="en-ID" sz="1600" dirty="0"/>
              <a:t> </a:t>
            </a:r>
            <a:r>
              <a:rPr lang="en-ID" sz="1600" dirty="0" err="1"/>
              <a:t>pencegahan</a:t>
            </a:r>
            <a:r>
              <a:rPr lang="en-ID" sz="1600" dirty="0"/>
              <a:t> </a:t>
            </a:r>
            <a:r>
              <a:rPr lang="en-ID" sz="1600" dirty="0" err="1"/>
              <a:t>tidak</a:t>
            </a:r>
            <a:r>
              <a:rPr lang="en-ID" sz="1600" dirty="0"/>
              <a:t> </a:t>
            </a:r>
            <a:r>
              <a:rPr lang="en-ID" sz="1600" dirty="0" err="1"/>
              <a:t>dilakukan</a:t>
            </a:r>
            <a:r>
              <a:rPr lang="en-ID" sz="1600" dirty="0"/>
              <a:t> </a:t>
            </a:r>
            <a:r>
              <a:rPr lang="en-ID" sz="1600" dirty="0" err="1"/>
              <a:t>secara</a:t>
            </a:r>
            <a:r>
              <a:rPr lang="en-ID" sz="1600" dirty="0"/>
              <a:t> </a:t>
            </a:r>
            <a:r>
              <a:rPr lang="en-ID" sz="1600" dirty="0" err="1"/>
              <a:t>tepat</a:t>
            </a:r>
            <a:r>
              <a:rPr lang="en-ID" sz="1600" dirty="0"/>
              <a:t>. </a:t>
            </a:r>
          </a:p>
          <a:p>
            <a:r>
              <a:rPr lang="en-ID" sz="1600" b="1" dirty="0" err="1"/>
              <a:t>Miskonsepsi</a:t>
            </a:r>
            <a:r>
              <a:rPr lang="en-ID" sz="1600" b="1" dirty="0"/>
              <a:t> </a:t>
            </a:r>
            <a:r>
              <a:rPr lang="en-ID" sz="1600" b="1" dirty="0" err="1"/>
              <a:t>tentang</a:t>
            </a:r>
            <a:r>
              <a:rPr lang="en-ID" sz="1600" b="1" dirty="0"/>
              <a:t> masa </a:t>
            </a:r>
            <a:r>
              <a:rPr lang="en-ID" sz="1600" b="1" dirty="0" err="1"/>
              <a:t>subur</a:t>
            </a:r>
            <a:r>
              <a:rPr lang="en-ID" sz="1600" b="1" dirty="0"/>
              <a:t>. </a:t>
            </a:r>
            <a:r>
              <a:rPr lang="en-ID" sz="1600" dirty="0"/>
              <a:t>Banyak orang </a:t>
            </a:r>
            <a:r>
              <a:rPr lang="en-ID" sz="1600" dirty="0" err="1"/>
              <a:t>memiliki</a:t>
            </a:r>
            <a:r>
              <a:rPr lang="en-ID" sz="1600" dirty="0"/>
              <a:t> </a:t>
            </a:r>
            <a:r>
              <a:rPr lang="en-ID" sz="1600" dirty="0" err="1"/>
              <a:t>persepsi</a:t>
            </a:r>
            <a:r>
              <a:rPr lang="en-ID" sz="1600" dirty="0"/>
              <a:t> yang salah </a:t>
            </a:r>
            <a:r>
              <a:rPr lang="en-ID" sz="1600" dirty="0" err="1"/>
              <a:t>mengenai</a:t>
            </a:r>
            <a:r>
              <a:rPr lang="en-ID" sz="1600" dirty="0"/>
              <a:t> </a:t>
            </a:r>
            <a:r>
              <a:rPr lang="en-ID" sz="1600" dirty="0" err="1"/>
              <a:t>kapan</a:t>
            </a:r>
            <a:r>
              <a:rPr lang="en-ID" sz="1600" dirty="0"/>
              <a:t> </a:t>
            </a:r>
            <a:r>
              <a:rPr lang="en-ID" sz="1600" dirty="0" err="1"/>
              <a:t>seorang</a:t>
            </a:r>
            <a:r>
              <a:rPr lang="en-ID" sz="1600" dirty="0"/>
              <a:t> </a:t>
            </a:r>
            <a:r>
              <a:rPr lang="en-ID" sz="1600" dirty="0" err="1"/>
              <a:t>perempuan</a:t>
            </a:r>
            <a:r>
              <a:rPr lang="en-ID" sz="1600" dirty="0"/>
              <a:t> </a:t>
            </a:r>
            <a:r>
              <a:rPr lang="en-ID" sz="1600" dirty="0" err="1"/>
              <a:t>berada</a:t>
            </a:r>
            <a:r>
              <a:rPr lang="en-ID" sz="1600" dirty="0"/>
              <a:t> </a:t>
            </a:r>
            <a:r>
              <a:rPr lang="en-ID" sz="1600" dirty="0" err="1"/>
              <a:t>dalam</a:t>
            </a:r>
            <a:r>
              <a:rPr lang="en-ID" sz="1600" dirty="0"/>
              <a:t> masa </a:t>
            </a:r>
            <a:r>
              <a:rPr lang="en-ID" sz="1600" dirty="0" err="1"/>
              <a:t>subur</a:t>
            </a:r>
            <a:r>
              <a:rPr lang="en-ID" sz="1600" dirty="0"/>
              <a:t>. </a:t>
            </a:r>
            <a:r>
              <a:rPr lang="en-ID" sz="1600" dirty="0" err="1"/>
              <a:t>Mereka</a:t>
            </a:r>
            <a:r>
              <a:rPr lang="en-ID" sz="1600" dirty="0"/>
              <a:t> </a:t>
            </a:r>
            <a:r>
              <a:rPr lang="en-ID" sz="1600" dirty="0" err="1"/>
              <a:t>mungkin</a:t>
            </a:r>
            <a:r>
              <a:rPr lang="en-ID" sz="1600" dirty="0"/>
              <a:t> </a:t>
            </a:r>
            <a:r>
              <a:rPr lang="en-ID" sz="1600" dirty="0" err="1"/>
              <a:t>menganggap</a:t>
            </a:r>
            <a:r>
              <a:rPr lang="en-ID" sz="1600" dirty="0"/>
              <a:t> </a:t>
            </a:r>
            <a:r>
              <a:rPr lang="en-ID" sz="1600" dirty="0" err="1"/>
              <a:t>kehamilan</a:t>
            </a:r>
            <a:r>
              <a:rPr lang="en-ID" sz="1600" dirty="0"/>
              <a:t> </a:t>
            </a:r>
            <a:r>
              <a:rPr lang="en-ID" sz="1600" dirty="0" err="1"/>
              <a:t>hanya</a:t>
            </a:r>
            <a:r>
              <a:rPr lang="en-ID" sz="1600" dirty="0"/>
              <a:t> </a:t>
            </a:r>
            <a:r>
              <a:rPr lang="en-ID" sz="1600" dirty="0" err="1"/>
              <a:t>mungkin</a:t>
            </a:r>
            <a:r>
              <a:rPr lang="en-ID" sz="1600" dirty="0"/>
              <a:t> </a:t>
            </a:r>
            <a:r>
              <a:rPr lang="en-ID" sz="1600" dirty="0" err="1"/>
              <a:t>terjadi</a:t>
            </a:r>
            <a:r>
              <a:rPr lang="en-ID" sz="1600" dirty="0"/>
              <a:t> pada </a:t>
            </a:r>
            <a:r>
              <a:rPr lang="en-ID" sz="1600" dirty="0" err="1"/>
              <a:t>waktu</a:t>
            </a:r>
            <a:r>
              <a:rPr lang="en-ID" sz="1600" dirty="0"/>
              <a:t> </a:t>
            </a:r>
            <a:r>
              <a:rPr lang="en-ID" sz="1600" dirty="0" err="1"/>
              <a:t>tertentu</a:t>
            </a:r>
            <a:r>
              <a:rPr lang="en-ID" sz="1600" dirty="0"/>
              <a:t> yang </a:t>
            </a:r>
            <a:r>
              <a:rPr lang="en-ID" sz="1600" dirty="0" err="1"/>
              <a:t>dipahami</a:t>
            </a:r>
            <a:r>
              <a:rPr lang="en-ID" sz="1600" dirty="0"/>
              <a:t> </a:t>
            </a:r>
            <a:r>
              <a:rPr lang="en-ID" sz="1600" dirty="0" err="1"/>
              <a:t>secara</a:t>
            </a:r>
            <a:r>
              <a:rPr lang="en-ID" sz="1600" dirty="0"/>
              <a:t> </a:t>
            </a:r>
            <a:r>
              <a:rPr lang="en-ID" sz="1600" dirty="0" err="1"/>
              <a:t>keliru</a:t>
            </a:r>
            <a:r>
              <a:rPr lang="en-ID" sz="1600" dirty="0"/>
              <a:t>. </a:t>
            </a:r>
          </a:p>
          <a:p>
            <a:r>
              <a:rPr lang="en-ID" sz="1600" b="1" dirty="0"/>
              <a:t>Minimnya </a:t>
            </a:r>
            <a:r>
              <a:rPr lang="en-ID" sz="1600" b="1" dirty="0" err="1"/>
              <a:t>pemahaman</a:t>
            </a:r>
            <a:r>
              <a:rPr lang="en-ID" sz="1600" b="1" dirty="0"/>
              <a:t> </a:t>
            </a:r>
            <a:r>
              <a:rPr lang="en-ID" sz="1600" b="1" dirty="0" err="1"/>
              <a:t>kontrasepsi</a:t>
            </a:r>
            <a:r>
              <a:rPr lang="en-ID" sz="1600" b="1" dirty="0"/>
              <a:t>. </a:t>
            </a:r>
            <a:r>
              <a:rPr lang="en-ID" sz="1600" dirty="0" err="1"/>
              <a:t>Kurangnya</a:t>
            </a:r>
            <a:r>
              <a:rPr lang="en-ID" sz="1600" dirty="0"/>
              <a:t> </a:t>
            </a:r>
            <a:r>
              <a:rPr lang="en-ID" sz="1600" dirty="0" err="1"/>
              <a:t>pengetahuan</a:t>
            </a:r>
            <a:r>
              <a:rPr lang="en-ID" sz="1600" dirty="0"/>
              <a:t> </a:t>
            </a:r>
            <a:r>
              <a:rPr lang="en-ID" sz="1600" dirty="0" err="1"/>
              <a:t>tentang</a:t>
            </a:r>
            <a:r>
              <a:rPr lang="en-ID" sz="1600" dirty="0"/>
              <a:t> </a:t>
            </a:r>
            <a:r>
              <a:rPr lang="en-ID" sz="1600" dirty="0" err="1"/>
              <a:t>jenis</a:t>
            </a:r>
            <a:r>
              <a:rPr lang="en-ID" sz="1600" dirty="0"/>
              <a:t>, </a:t>
            </a:r>
            <a:r>
              <a:rPr lang="en-ID" sz="1600" dirty="0" err="1"/>
              <a:t>cara</a:t>
            </a:r>
            <a:r>
              <a:rPr lang="en-ID" sz="1600" dirty="0"/>
              <a:t> </a:t>
            </a:r>
            <a:r>
              <a:rPr lang="en-ID" sz="1600" dirty="0" err="1"/>
              <a:t>kerja</a:t>
            </a:r>
            <a:r>
              <a:rPr lang="en-ID" sz="1600" dirty="0"/>
              <a:t>, </a:t>
            </a:r>
            <a:r>
              <a:rPr lang="en-ID" sz="1600" dirty="0" err="1"/>
              <a:t>efektivitas</a:t>
            </a:r>
            <a:r>
              <a:rPr lang="en-ID" sz="1600" dirty="0"/>
              <a:t>, dan </a:t>
            </a:r>
            <a:r>
              <a:rPr lang="en-ID" sz="1600" dirty="0" err="1"/>
              <a:t>efek</a:t>
            </a:r>
            <a:r>
              <a:rPr lang="en-ID" sz="1600" dirty="0"/>
              <a:t> </a:t>
            </a:r>
            <a:r>
              <a:rPr lang="en-ID" sz="1600" dirty="0" err="1"/>
              <a:t>samping</a:t>
            </a:r>
            <a:r>
              <a:rPr lang="en-ID" sz="1600" dirty="0"/>
              <a:t> </a:t>
            </a:r>
            <a:r>
              <a:rPr lang="en-ID" sz="1600" dirty="0" err="1"/>
              <a:t>kontrasepsi</a:t>
            </a:r>
            <a:r>
              <a:rPr lang="en-ID" sz="1600" dirty="0"/>
              <a:t> </a:t>
            </a:r>
            <a:r>
              <a:rPr lang="en-ID" sz="1600" dirty="0" err="1"/>
              <a:t>menyebabkan</a:t>
            </a:r>
            <a:r>
              <a:rPr lang="en-ID" sz="1600" dirty="0"/>
              <a:t> </a:t>
            </a:r>
            <a:r>
              <a:rPr lang="en-ID" sz="1600" dirty="0" err="1"/>
              <a:t>individu</a:t>
            </a:r>
            <a:r>
              <a:rPr lang="en-ID" sz="1600" dirty="0"/>
              <a:t> </a:t>
            </a:r>
            <a:r>
              <a:rPr lang="en-ID" sz="1600" dirty="0" err="1"/>
              <a:t>enggan</a:t>
            </a:r>
            <a:r>
              <a:rPr lang="en-ID" sz="1600" dirty="0"/>
              <a:t> </a:t>
            </a:r>
            <a:r>
              <a:rPr lang="en-ID" sz="1600" dirty="0" err="1"/>
              <a:t>menggunakannya</a:t>
            </a:r>
            <a:r>
              <a:rPr lang="en-ID" sz="1600" dirty="0"/>
              <a:t> </a:t>
            </a:r>
            <a:r>
              <a:rPr lang="en-ID" sz="1600" dirty="0" err="1"/>
              <a:t>atau</a:t>
            </a:r>
            <a:r>
              <a:rPr lang="en-ID" sz="1600" dirty="0"/>
              <a:t> </a:t>
            </a:r>
            <a:r>
              <a:rPr lang="en-ID" sz="1600" dirty="0" err="1"/>
              <a:t>menggunakannya</a:t>
            </a:r>
            <a:r>
              <a:rPr lang="en-ID" sz="1600" dirty="0"/>
              <a:t> </a:t>
            </a:r>
            <a:r>
              <a:rPr lang="en-ID" sz="1600" dirty="0" err="1"/>
              <a:t>secara</a:t>
            </a:r>
            <a:r>
              <a:rPr lang="en-ID" sz="1600" dirty="0"/>
              <a:t> </a:t>
            </a:r>
            <a:r>
              <a:rPr lang="en-ID" sz="1600" dirty="0" err="1"/>
              <a:t>tidak</a:t>
            </a:r>
            <a:r>
              <a:rPr lang="en-ID" sz="1600" dirty="0"/>
              <a:t> </a:t>
            </a:r>
            <a:r>
              <a:rPr lang="en-ID" sz="1600" dirty="0" err="1"/>
              <a:t>benar</a:t>
            </a:r>
            <a:r>
              <a:rPr lang="en-ID" sz="1600" dirty="0"/>
              <a:t>. </a:t>
            </a:r>
            <a:r>
              <a:rPr lang="en-ID" sz="1600" dirty="0" err="1"/>
              <a:t>Padahal</a:t>
            </a:r>
            <a:r>
              <a:rPr lang="en-ID" sz="1600" dirty="0"/>
              <a:t>, </a:t>
            </a:r>
            <a:r>
              <a:rPr lang="en-ID" sz="1600" dirty="0" err="1"/>
              <a:t>efektivitas</a:t>
            </a:r>
            <a:r>
              <a:rPr lang="en-ID" sz="1600" dirty="0"/>
              <a:t> </a:t>
            </a:r>
            <a:r>
              <a:rPr lang="en-ID" sz="1600" dirty="0" err="1"/>
              <a:t>kontrasepsi</a:t>
            </a:r>
            <a:r>
              <a:rPr lang="en-ID" sz="1600" dirty="0"/>
              <a:t> sangat </a:t>
            </a:r>
            <a:r>
              <a:rPr lang="en-ID" sz="1600" dirty="0" err="1"/>
              <a:t>bergantung</a:t>
            </a:r>
            <a:r>
              <a:rPr lang="en-ID" sz="1600" dirty="0"/>
              <a:t> pada </a:t>
            </a:r>
            <a:r>
              <a:rPr lang="en-ID" sz="1600" dirty="0" err="1"/>
              <a:t>penggunaan</a:t>
            </a:r>
            <a:r>
              <a:rPr lang="en-ID" sz="1600" dirty="0"/>
              <a:t> yang </a:t>
            </a:r>
            <a:r>
              <a:rPr lang="en-ID" sz="1600" dirty="0" err="1"/>
              <a:t>tepat</a:t>
            </a:r>
            <a:r>
              <a:rPr lang="en-ID" sz="1600" dirty="0"/>
              <a:t> dan </a:t>
            </a:r>
            <a:r>
              <a:rPr lang="en-ID" sz="1600" dirty="0" err="1"/>
              <a:t>konsisten</a:t>
            </a:r>
            <a:r>
              <a:rPr lang="en-ID" sz="1600" dirty="0"/>
              <a:t>. </a:t>
            </a:r>
          </a:p>
          <a:p>
            <a:r>
              <a:rPr lang="en-ID" sz="1600" b="1" dirty="0" err="1"/>
              <a:t>Dominasi</a:t>
            </a:r>
            <a:r>
              <a:rPr lang="en-ID" sz="1600" b="1" dirty="0"/>
              <a:t> </a:t>
            </a:r>
            <a:r>
              <a:rPr lang="en-ID" sz="1600" b="1" dirty="0" err="1"/>
              <a:t>mitos</a:t>
            </a:r>
            <a:r>
              <a:rPr lang="en-ID" sz="1600" b="1" dirty="0"/>
              <a:t> dan </a:t>
            </a:r>
            <a:r>
              <a:rPr lang="en-ID" sz="1600" b="1" dirty="0" err="1"/>
              <a:t>informasi</a:t>
            </a:r>
            <a:r>
              <a:rPr lang="en-ID" sz="1600" b="1" dirty="0"/>
              <a:t> </a:t>
            </a:r>
            <a:r>
              <a:rPr lang="en-ID" sz="1600" b="1" dirty="0" err="1"/>
              <a:t>keliru</a:t>
            </a:r>
            <a:r>
              <a:rPr lang="en-ID" sz="1600" b="1" dirty="0"/>
              <a:t>. </a:t>
            </a:r>
            <a:r>
              <a:rPr lang="en-ID" sz="1600" dirty="0" err="1"/>
              <a:t>Dalam</a:t>
            </a:r>
            <a:r>
              <a:rPr lang="en-ID" sz="1600" dirty="0"/>
              <a:t> </a:t>
            </a:r>
            <a:r>
              <a:rPr lang="en-ID" sz="1600" dirty="0" err="1"/>
              <a:t>masyarakat</a:t>
            </a:r>
            <a:r>
              <a:rPr lang="en-ID" sz="1600" dirty="0"/>
              <a:t>, </a:t>
            </a:r>
            <a:r>
              <a:rPr lang="en-ID" sz="1600" dirty="0" err="1"/>
              <a:t>masih</a:t>
            </a:r>
            <a:r>
              <a:rPr lang="en-ID" sz="1600" dirty="0"/>
              <a:t> </a:t>
            </a:r>
            <a:r>
              <a:rPr lang="en-ID" sz="1600" dirty="0" err="1"/>
              <a:t>banyak</a:t>
            </a:r>
            <a:r>
              <a:rPr lang="en-ID" sz="1600" dirty="0"/>
              <a:t> </a:t>
            </a:r>
            <a:r>
              <a:rPr lang="en-ID" sz="1600" dirty="0" err="1"/>
              <a:t>mitos</a:t>
            </a:r>
            <a:r>
              <a:rPr lang="en-ID" sz="1600" dirty="0"/>
              <a:t> </a:t>
            </a:r>
            <a:r>
              <a:rPr lang="en-ID" sz="1600" dirty="0" err="1"/>
              <a:t>tentang</a:t>
            </a:r>
            <a:r>
              <a:rPr lang="en-ID" sz="1600" dirty="0"/>
              <a:t> </a:t>
            </a:r>
            <a:r>
              <a:rPr lang="en-ID" sz="1600" dirty="0" err="1"/>
              <a:t>kehamilan</a:t>
            </a:r>
            <a:r>
              <a:rPr lang="en-ID" sz="1600" dirty="0"/>
              <a:t> dan </a:t>
            </a:r>
            <a:r>
              <a:rPr lang="en-ID" sz="1600" dirty="0" err="1"/>
              <a:t>kontrasepsi</a:t>
            </a:r>
            <a:r>
              <a:rPr lang="en-ID" sz="1600" dirty="0"/>
              <a:t>, </a:t>
            </a:r>
            <a:r>
              <a:rPr lang="en-ID" sz="1600" dirty="0" err="1"/>
              <a:t>misalnya</a:t>
            </a:r>
            <a:r>
              <a:rPr lang="en-ID" sz="1600" dirty="0"/>
              <a:t> </a:t>
            </a:r>
            <a:r>
              <a:rPr lang="en-ID" sz="1600" dirty="0" err="1"/>
              <a:t>anggapan</a:t>
            </a:r>
            <a:r>
              <a:rPr lang="en-ID" sz="1600" dirty="0"/>
              <a:t> </a:t>
            </a:r>
            <a:r>
              <a:rPr lang="en-ID" sz="1600" dirty="0" err="1"/>
              <a:t>bahwa</a:t>
            </a:r>
            <a:r>
              <a:rPr lang="en-ID" sz="1600" dirty="0"/>
              <a:t> </a:t>
            </a:r>
            <a:r>
              <a:rPr lang="en-ID" sz="1600" dirty="0" err="1"/>
              <a:t>kontrasepsi</a:t>
            </a:r>
            <a:r>
              <a:rPr lang="en-ID" sz="1600" dirty="0"/>
              <a:t> </a:t>
            </a:r>
            <a:r>
              <a:rPr lang="en-ID" sz="1600" dirty="0" err="1"/>
              <a:t>selalu</a:t>
            </a:r>
            <a:r>
              <a:rPr lang="en-ID" sz="1600" dirty="0"/>
              <a:t> </a:t>
            </a:r>
            <a:r>
              <a:rPr lang="en-ID" sz="1600" dirty="0" err="1"/>
              <a:t>menyebabkan</a:t>
            </a:r>
            <a:r>
              <a:rPr lang="en-ID" sz="1600" dirty="0"/>
              <a:t> </a:t>
            </a:r>
            <a:r>
              <a:rPr lang="en-ID" sz="1600" dirty="0" err="1"/>
              <a:t>kemandulan</a:t>
            </a:r>
            <a:r>
              <a:rPr lang="en-ID" sz="1600" dirty="0"/>
              <a:t> </a:t>
            </a:r>
            <a:r>
              <a:rPr lang="en-ID" sz="1600" dirty="0" err="1"/>
              <a:t>atau</a:t>
            </a:r>
            <a:r>
              <a:rPr lang="en-ID" sz="1600" dirty="0"/>
              <a:t> </a:t>
            </a:r>
            <a:r>
              <a:rPr lang="en-ID" sz="1600" dirty="0" err="1"/>
              <a:t>bahwa</a:t>
            </a:r>
            <a:r>
              <a:rPr lang="en-ID" sz="1600" dirty="0"/>
              <a:t> </a:t>
            </a:r>
            <a:r>
              <a:rPr lang="en-ID" sz="1600" dirty="0" err="1"/>
              <a:t>hubungan</a:t>
            </a:r>
            <a:r>
              <a:rPr lang="en-ID" sz="1600" dirty="0"/>
              <a:t> </a:t>
            </a:r>
            <a:r>
              <a:rPr lang="en-ID" sz="1600" dirty="0" err="1"/>
              <a:t>seksual</a:t>
            </a:r>
            <a:r>
              <a:rPr lang="en-ID" sz="1600" dirty="0"/>
              <a:t> </a:t>
            </a:r>
            <a:r>
              <a:rPr lang="en-ID" sz="1600" dirty="0" err="1"/>
              <a:t>pertama</a:t>
            </a:r>
            <a:r>
              <a:rPr lang="en-ID" sz="1600" dirty="0"/>
              <a:t> </a:t>
            </a:r>
            <a:r>
              <a:rPr lang="en-ID" sz="1600" dirty="0" err="1"/>
              <a:t>tidak</a:t>
            </a:r>
            <a:r>
              <a:rPr lang="en-ID" sz="1600" dirty="0"/>
              <a:t> </a:t>
            </a:r>
            <a:r>
              <a:rPr lang="en-ID" sz="1600" dirty="0" err="1"/>
              <a:t>dapat</a:t>
            </a:r>
            <a:r>
              <a:rPr lang="en-ID" sz="1600" dirty="0"/>
              <a:t> </a:t>
            </a:r>
            <a:r>
              <a:rPr lang="en-ID" sz="1600" dirty="0" err="1"/>
              <a:t>menyebabkan</a:t>
            </a:r>
            <a:r>
              <a:rPr lang="en-ID" sz="1600" dirty="0"/>
              <a:t> </a:t>
            </a:r>
            <a:r>
              <a:rPr lang="en-ID" sz="1600" dirty="0" err="1"/>
              <a:t>kehamilan</a:t>
            </a:r>
            <a:r>
              <a:rPr lang="en-ID" sz="1600"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b="1" dirty="0"/>
              <a:t>Akses </a:t>
            </a:r>
            <a:r>
              <a:rPr lang="en-ID" b="1" dirty="0" err="1"/>
              <a:t>Kontrasepsi</a:t>
            </a:r>
            <a:r>
              <a:rPr lang="en-ID" b="1" dirty="0"/>
              <a:t> yang </a:t>
            </a:r>
            <a:r>
              <a:rPr lang="en-ID" b="1" dirty="0" err="1"/>
              <a:t>Terbatas</a:t>
            </a:r>
            <a:endParaRPr b="1" dirty="0"/>
          </a:p>
        </p:txBody>
      </p:sp>
      <p:sp>
        <p:nvSpPr>
          <p:cNvPr id="3" name="Content Placeholder 2"/>
          <p:cNvSpPr>
            <a:spLocks noGrp="1"/>
          </p:cNvSpPr>
          <p:nvPr>
            <p:ph idx="1"/>
          </p:nvPr>
        </p:nvSpPr>
        <p:spPr>
          <a:xfrm>
            <a:off x="326922" y="1831024"/>
            <a:ext cx="8490155" cy="4929982"/>
          </a:xfrm>
        </p:spPr>
        <p:txBody>
          <a:bodyPr>
            <a:noAutofit/>
          </a:bodyPr>
          <a:lstStyle/>
          <a:p>
            <a:r>
              <a:rPr lang="en-ID" sz="1600" b="1" dirty="0" err="1"/>
              <a:t>Ketersediaan</a:t>
            </a:r>
            <a:r>
              <a:rPr lang="en-ID" sz="1600" b="1" dirty="0"/>
              <a:t> </a:t>
            </a:r>
            <a:r>
              <a:rPr lang="en-ID" sz="1600" b="1" dirty="0" err="1"/>
              <a:t>layanan</a:t>
            </a:r>
            <a:r>
              <a:rPr lang="en-ID" sz="1600" b="1" dirty="0"/>
              <a:t>. </a:t>
            </a:r>
            <a:r>
              <a:rPr lang="en-ID" sz="1600" dirty="0"/>
              <a:t>Di </a:t>
            </a:r>
            <a:r>
              <a:rPr lang="en-ID" sz="1600" dirty="0" err="1"/>
              <a:t>beberapa</a:t>
            </a:r>
            <a:r>
              <a:rPr lang="en-ID" sz="1600" dirty="0"/>
              <a:t> wilayah, </a:t>
            </a:r>
            <a:r>
              <a:rPr lang="en-ID" sz="1600" dirty="0" err="1"/>
              <a:t>terutama</a:t>
            </a:r>
            <a:r>
              <a:rPr lang="en-ID" sz="1600" dirty="0"/>
              <a:t> </a:t>
            </a:r>
            <a:r>
              <a:rPr lang="en-ID" sz="1600" dirty="0" err="1"/>
              <a:t>daerah</a:t>
            </a:r>
            <a:r>
              <a:rPr lang="en-ID" sz="1600" dirty="0"/>
              <a:t> </a:t>
            </a:r>
            <a:r>
              <a:rPr lang="en-ID" sz="1600" dirty="0" err="1"/>
              <a:t>terpencil</a:t>
            </a:r>
            <a:r>
              <a:rPr lang="en-ID" sz="1600" dirty="0"/>
              <a:t>, </a:t>
            </a:r>
            <a:r>
              <a:rPr lang="en-ID" sz="1600" dirty="0" err="1"/>
              <a:t>layanan</a:t>
            </a:r>
            <a:r>
              <a:rPr lang="en-ID" sz="1600" dirty="0"/>
              <a:t> </a:t>
            </a:r>
            <a:r>
              <a:rPr lang="en-ID" sz="1600" dirty="0" err="1"/>
              <a:t>keluarga</a:t>
            </a:r>
            <a:r>
              <a:rPr lang="en-ID" sz="1600" dirty="0"/>
              <a:t> </a:t>
            </a:r>
            <a:r>
              <a:rPr lang="en-ID" sz="1600" dirty="0" err="1"/>
              <a:t>berencana</a:t>
            </a:r>
            <a:r>
              <a:rPr lang="en-ID" sz="1600" dirty="0"/>
              <a:t> </a:t>
            </a:r>
            <a:r>
              <a:rPr lang="en-ID" sz="1600" dirty="0" err="1"/>
              <a:t>belum</a:t>
            </a:r>
            <a:r>
              <a:rPr lang="en-ID" sz="1600" dirty="0"/>
              <a:t> </a:t>
            </a:r>
            <a:r>
              <a:rPr lang="en-ID" sz="1600" dirty="0" err="1"/>
              <a:t>tersedia</a:t>
            </a:r>
            <a:r>
              <a:rPr lang="en-ID" sz="1600" dirty="0"/>
              <a:t> </a:t>
            </a:r>
            <a:r>
              <a:rPr lang="en-ID" sz="1600" dirty="0" err="1"/>
              <a:t>secara</a:t>
            </a:r>
            <a:r>
              <a:rPr lang="en-ID" sz="1600" dirty="0"/>
              <a:t> </a:t>
            </a:r>
            <a:r>
              <a:rPr lang="en-ID" sz="1600" dirty="0" err="1"/>
              <a:t>memadai</a:t>
            </a:r>
            <a:r>
              <a:rPr lang="en-ID" sz="1600" dirty="0"/>
              <a:t>. Jarak </a:t>
            </a:r>
            <a:r>
              <a:rPr lang="en-ID" sz="1600" dirty="0" err="1"/>
              <a:t>ke</a:t>
            </a:r>
            <a:r>
              <a:rPr lang="en-ID" sz="1600" dirty="0"/>
              <a:t> </a:t>
            </a:r>
            <a:r>
              <a:rPr lang="en-ID" sz="1600" dirty="0" err="1"/>
              <a:t>fasilitas</a:t>
            </a:r>
            <a:r>
              <a:rPr lang="en-ID" sz="1600" dirty="0"/>
              <a:t> </a:t>
            </a:r>
            <a:r>
              <a:rPr lang="en-ID" sz="1600" dirty="0" err="1"/>
              <a:t>kesehatan</a:t>
            </a:r>
            <a:r>
              <a:rPr lang="en-ID" sz="1600" dirty="0"/>
              <a:t>, </a:t>
            </a:r>
            <a:r>
              <a:rPr lang="en-ID" sz="1600" dirty="0" err="1"/>
              <a:t>kurangnya</a:t>
            </a:r>
            <a:r>
              <a:rPr lang="en-ID" sz="1600" dirty="0"/>
              <a:t> </a:t>
            </a:r>
            <a:r>
              <a:rPr lang="en-ID" sz="1600" dirty="0" err="1"/>
              <a:t>tenaga</a:t>
            </a:r>
            <a:r>
              <a:rPr lang="en-ID" sz="1600" dirty="0"/>
              <a:t> </a:t>
            </a:r>
            <a:r>
              <a:rPr lang="en-ID" sz="1600" dirty="0" err="1"/>
              <a:t>terlatih</a:t>
            </a:r>
            <a:r>
              <a:rPr lang="en-ID" sz="1600" dirty="0"/>
              <a:t>, dan </a:t>
            </a:r>
            <a:r>
              <a:rPr lang="en-ID" sz="1600" dirty="0" err="1"/>
              <a:t>keterbatasan</a:t>
            </a:r>
            <a:r>
              <a:rPr lang="en-ID" sz="1600" dirty="0"/>
              <a:t> </a:t>
            </a:r>
            <a:r>
              <a:rPr lang="en-ID" sz="1600" dirty="0" err="1"/>
              <a:t>stok</a:t>
            </a:r>
            <a:r>
              <a:rPr lang="en-ID" sz="1600" dirty="0"/>
              <a:t> </a:t>
            </a:r>
            <a:r>
              <a:rPr lang="en-ID" sz="1600" dirty="0" err="1"/>
              <a:t>alat</a:t>
            </a:r>
            <a:r>
              <a:rPr lang="en-ID" sz="1600" dirty="0"/>
              <a:t> </a:t>
            </a:r>
            <a:r>
              <a:rPr lang="en-ID" sz="1600" dirty="0" err="1"/>
              <a:t>kontrasepsi</a:t>
            </a:r>
            <a:r>
              <a:rPr lang="en-ID" sz="1600" dirty="0"/>
              <a:t> </a:t>
            </a:r>
            <a:r>
              <a:rPr lang="en-ID" sz="1600" dirty="0" err="1"/>
              <a:t>dapat</a:t>
            </a:r>
            <a:r>
              <a:rPr lang="en-ID" sz="1600" dirty="0"/>
              <a:t> </a:t>
            </a:r>
            <a:r>
              <a:rPr lang="en-ID" sz="1600" dirty="0" err="1"/>
              <a:t>menjadi</a:t>
            </a:r>
            <a:r>
              <a:rPr lang="en-ID" sz="1600" dirty="0"/>
              <a:t> </a:t>
            </a:r>
            <a:r>
              <a:rPr lang="en-ID" sz="1600" dirty="0" err="1"/>
              <a:t>hambatan</a:t>
            </a:r>
            <a:r>
              <a:rPr lang="en-ID" sz="1600" dirty="0"/>
              <a:t> </a:t>
            </a:r>
            <a:r>
              <a:rPr lang="en-ID" sz="1600" dirty="0" err="1"/>
              <a:t>nyata</a:t>
            </a:r>
            <a:r>
              <a:rPr lang="en-ID" sz="1600" dirty="0"/>
              <a:t>. </a:t>
            </a:r>
          </a:p>
          <a:p>
            <a:r>
              <a:rPr lang="en-ID" sz="1600" b="1" dirty="0" err="1"/>
              <a:t>Hambatan</a:t>
            </a:r>
            <a:r>
              <a:rPr lang="en-ID" sz="1600" b="1" dirty="0"/>
              <a:t> </a:t>
            </a:r>
            <a:r>
              <a:rPr lang="en-ID" sz="1600" b="1" dirty="0" err="1"/>
              <a:t>biaya</a:t>
            </a:r>
            <a:r>
              <a:rPr lang="en-ID" sz="1600" b="1" dirty="0"/>
              <a:t>. </a:t>
            </a:r>
            <a:r>
              <a:rPr lang="en-ID" sz="1600" dirty="0" err="1"/>
              <a:t>Walaupun</a:t>
            </a:r>
            <a:r>
              <a:rPr lang="en-ID" sz="1600" dirty="0"/>
              <a:t> </a:t>
            </a:r>
            <a:r>
              <a:rPr lang="en-ID" sz="1600" dirty="0" err="1"/>
              <a:t>beberapa</a:t>
            </a:r>
            <a:r>
              <a:rPr lang="en-ID" sz="1600" dirty="0"/>
              <a:t> </a:t>
            </a:r>
            <a:r>
              <a:rPr lang="en-ID" sz="1600" dirty="0" err="1"/>
              <a:t>metode</a:t>
            </a:r>
            <a:r>
              <a:rPr lang="en-ID" sz="1600" dirty="0"/>
              <a:t> </a:t>
            </a:r>
            <a:r>
              <a:rPr lang="en-ID" sz="1600" dirty="0" err="1"/>
              <a:t>kontrasepsi</a:t>
            </a:r>
            <a:r>
              <a:rPr lang="en-ID" sz="1600" dirty="0"/>
              <a:t> </a:t>
            </a:r>
            <a:r>
              <a:rPr lang="en-ID" sz="1600" dirty="0" err="1"/>
              <a:t>tersedia</a:t>
            </a:r>
            <a:r>
              <a:rPr lang="en-ID" sz="1600" dirty="0"/>
              <a:t> </a:t>
            </a:r>
            <a:r>
              <a:rPr lang="en-ID" sz="1600" dirty="0" err="1"/>
              <a:t>melalui</a:t>
            </a:r>
            <a:r>
              <a:rPr lang="en-ID" sz="1600" dirty="0"/>
              <a:t> program </a:t>
            </a:r>
            <a:r>
              <a:rPr lang="en-ID" sz="1600" dirty="0" err="1"/>
              <a:t>pemerintah</a:t>
            </a:r>
            <a:r>
              <a:rPr lang="en-ID" sz="1600" dirty="0"/>
              <a:t>, </a:t>
            </a:r>
            <a:r>
              <a:rPr lang="en-ID" sz="1600" dirty="0" err="1"/>
              <a:t>tidak</a:t>
            </a:r>
            <a:r>
              <a:rPr lang="en-ID" sz="1600" dirty="0"/>
              <a:t> </a:t>
            </a:r>
            <a:r>
              <a:rPr lang="en-ID" sz="1600" dirty="0" err="1"/>
              <a:t>semua</a:t>
            </a:r>
            <a:r>
              <a:rPr lang="en-ID" sz="1600" dirty="0"/>
              <a:t> orang </a:t>
            </a:r>
            <a:r>
              <a:rPr lang="en-ID" sz="1600" dirty="0" err="1"/>
              <a:t>dapat</a:t>
            </a:r>
            <a:r>
              <a:rPr lang="en-ID" sz="1600" dirty="0"/>
              <a:t> </a:t>
            </a:r>
            <a:r>
              <a:rPr lang="en-ID" sz="1600" dirty="0" err="1"/>
              <a:t>mengaksesnya</a:t>
            </a:r>
            <a:r>
              <a:rPr lang="en-ID" sz="1600" dirty="0"/>
              <a:t> </a:t>
            </a:r>
            <a:r>
              <a:rPr lang="en-ID" sz="1600" dirty="0" err="1"/>
              <a:t>tanpa</a:t>
            </a:r>
            <a:r>
              <a:rPr lang="en-ID" sz="1600" dirty="0"/>
              <a:t> </a:t>
            </a:r>
            <a:r>
              <a:rPr lang="en-ID" sz="1600" dirty="0" err="1"/>
              <a:t>biaya</a:t>
            </a:r>
            <a:r>
              <a:rPr lang="en-ID" sz="1600" dirty="0"/>
              <a:t> </a:t>
            </a:r>
            <a:r>
              <a:rPr lang="en-ID" sz="1600" dirty="0" err="1"/>
              <a:t>tambahan</a:t>
            </a:r>
            <a:r>
              <a:rPr lang="en-ID" sz="1600" dirty="0"/>
              <a:t>. </a:t>
            </a:r>
            <a:r>
              <a:rPr lang="en-ID" sz="1600" dirty="0" err="1"/>
              <a:t>Biaya</a:t>
            </a:r>
            <a:r>
              <a:rPr lang="en-ID" sz="1600" dirty="0"/>
              <a:t> </a:t>
            </a:r>
            <a:r>
              <a:rPr lang="en-ID" sz="1600" dirty="0" err="1"/>
              <a:t>transportasi</a:t>
            </a:r>
            <a:r>
              <a:rPr lang="en-ID" sz="1600" dirty="0"/>
              <a:t>, </a:t>
            </a:r>
            <a:r>
              <a:rPr lang="en-ID" sz="1600" dirty="0" err="1"/>
              <a:t>biaya</a:t>
            </a:r>
            <a:r>
              <a:rPr lang="en-ID" sz="1600" dirty="0"/>
              <a:t> </a:t>
            </a:r>
            <a:r>
              <a:rPr lang="en-ID" sz="1600" dirty="0" err="1"/>
              <a:t>konsultasi</a:t>
            </a:r>
            <a:r>
              <a:rPr lang="en-ID" sz="1600" dirty="0"/>
              <a:t>, </a:t>
            </a:r>
            <a:r>
              <a:rPr lang="en-ID" sz="1600" dirty="0" err="1"/>
              <a:t>atau</a:t>
            </a:r>
            <a:r>
              <a:rPr lang="en-ID" sz="1600" dirty="0"/>
              <a:t> </a:t>
            </a:r>
            <a:r>
              <a:rPr lang="en-ID" sz="1600" dirty="0" err="1"/>
              <a:t>biaya</a:t>
            </a:r>
            <a:r>
              <a:rPr lang="en-ID" sz="1600" dirty="0"/>
              <a:t> </a:t>
            </a:r>
            <a:r>
              <a:rPr lang="en-ID" sz="1600" dirty="0" err="1"/>
              <a:t>pembelian</a:t>
            </a:r>
            <a:r>
              <a:rPr lang="en-ID" sz="1600" dirty="0"/>
              <a:t> </a:t>
            </a:r>
            <a:r>
              <a:rPr lang="en-ID" sz="1600" dirty="0" err="1"/>
              <a:t>alat</a:t>
            </a:r>
            <a:r>
              <a:rPr lang="en-ID" sz="1600" dirty="0"/>
              <a:t> </a:t>
            </a:r>
            <a:r>
              <a:rPr lang="en-ID" sz="1600" dirty="0" err="1"/>
              <a:t>tertentu</a:t>
            </a:r>
            <a:r>
              <a:rPr lang="en-ID" sz="1600" dirty="0"/>
              <a:t> </a:t>
            </a:r>
            <a:r>
              <a:rPr lang="en-ID" sz="1600" dirty="0" err="1"/>
              <a:t>dapat</a:t>
            </a:r>
            <a:r>
              <a:rPr lang="en-ID" sz="1600" dirty="0"/>
              <a:t> </a:t>
            </a:r>
            <a:r>
              <a:rPr lang="en-ID" sz="1600" dirty="0" err="1"/>
              <a:t>menjadi</a:t>
            </a:r>
            <a:r>
              <a:rPr lang="en-ID" sz="1600" dirty="0"/>
              <a:t> </a:t>
            </a:r>
            <a:r>
              <a:rPr lang="en-ID" sz="1600" dirty="0" err="1"/>
              <a:t>penghalang</a:t>
            </a:r>
            <a:r>
              <a:rPr lang="en-ID" sz="1600" dirty="0"/>
              <a:t>, </a:t>
            </a:r>
            <a:r>
              <a:rPr lang="en-ID" sz="1600" dirty="0" err="1"/>
              <a:t>terutama</a:t>
            </a:r>
            <a:r>
              <a:rPr lang="en-ID" sz="1600" dirty="0"/>
              <a:t> </a:t>
            </a:r>
            <a:r>
              <a:rPr lang="en-ID" sz="1600" dirty="0" err="1"/>
              <a:t>bagi</a:t>
            </a:r>
            <a:r>
              <a:rPr lang="en-ID" sz="1600" dirty="0"/>
              <a:t> </a:t>
            </a:r>
            <a:r>
              <a:rPr lang="en-ID" sz="1600" dirty="0" err="1"/>
              <a:t>kelompok</a:t>
            </a:r>
            <a:r>
              <a:rPr lang="en-ID" sz="1600" dirty="0"/>
              <a:t> </a:t>
            </a:r>
            <a:r>
              <a:rPr lang="en-ID" sz="1600" dirty="0" err="1"/>
              <a:t>berpenghasilan</a:t>
            </a:r>
            <a:r>
              <a:rPr lang="en-ID" sz="1600" dirty="0"/>
              <a:t> </a:t>
            </a:r>
            <a:r>
              <a:rPr lang="en-ID" sz="1600" dirty="0" err="1"/>
              <a:t>rendah</a:t>
            </a:r>
            <a:r>
              <a:rPr lang="en-ID" sz="1600" dirty="0"/>
              <a:t>. </a:t>
            </a:r>
          </a:p>
          <a:p>
            <a:r>
              <a:rPr lang="en-ID" sz="1600" b="1" dirty="0" err="1"/>
              <a:t>Hambatan</a:t>
            </a:r>
            <a:r>
              <a:rPr lang="en-ID" sz="1600" b="1" dirty="0"/>
              <a:t> </a:t>
            </a:r>
            <a:r>
              <a:rPr lang="en-ID" sz="1600" b="1" dirty="0" err="1"/>
              <a:t>sosial</a:t>
            </a:r>
            <a:r>
              <a:rPr lang="en-ID" sz="1600" b="1" dirty="0"/>
              <a:t> dan stigma. </a:t>
            </a:r>
            <a:r>
              <a:rPr lang="en-ID" sz="1600" dirty="0"/>
              <a:t>Pada </a:t>
            </a:r>
            <a:r>
              <a:rPr lang="en-ID" sz="1600" dirty="0" err="1"/>
              <a:t>sebagian</a:t>
            </a:r>
            <a:r>
              <a:rPr lang="en-ID" sz="1600" dirty="0"/>
              <a:t> </a:t>
            </a:r>
            <a:r>
              <a:rPr lang="en-ID" sz="1600" dirty="0" err="1"/>
              <a:t>masyarakat</a:t>
            </a:r>
            <a:r>
              <a:rPr lang="en-ID" sz="1600" dirty="0"/>
              <a:t>, </a:t>
            </a:r>
            <a:r>
              <a:rPr lang="en-ID" sz="1600" dirty="0" err="1"/>
              <a:t>penggunaan</a:t>
            </a:r>
            <a:r>
              <a:rPr lang="en-ID" sz="1600" dirty="0"/>
              <a:t> </a:t>
            </a:r>
            <a:r>
              <a:rPr lang="en-ID" sz="1600" dirty="0" err="1"/>
              <a:t>kontrasepsi</a:t>
            </a:r>
            <a:r>
              <a:rPr lang="en-ID" sz="1600" dirty="0"/>
              <a:t> </a:t>
            </a:r>
            <a:r>
              <a:rPr lang="en-ID" sz="1600" dirty="0" err="1"/>
              <a:t>masih</a:t>
            </a:r>
            <a:r>
              <a:rPr lang="en-ID" sz="1600" dirty="0"/>
              <a:t> </a:t>
            </a:r>
            <a:r>
              <a:rPr lang="en-ID" sz="1600" dirty="0" err="1"/>
              <a:t>dipandang</a:t>
            </a:r>
            <a:r>
              <a:rPr lang="en-ID" sz="1600" dirty="0"/>
              <a:t> </a:t>
            </a:r>
            <a:r>
              <a:rPr lang="en-ID" sz="1600" dirty="0" err="1"/>
              <a:t>negatif</a:t>
            </a:r>
            <a:r>
              <a:rPr lang="en-ID" sz="1600" dirty="0"/>
              <a:t>, </a:t>
            </a:r>
            <a:r>
              <a:rPr lang="en-ID" sz="1600" dirty="0" err="1"/>
              <a:t>terutama</a:t>
            </a:r>
            <a:r>
              <a:rPr lang="en-ID" sz="1600" dirty="0"/>
              <a:t> </a:t>
            </a:r>
            <a:r>
              <a:rPr lang="en-ID" sz="1600" dirty="0" err="1"/>
              <a:t>bila</a:t>
            </a:r>
            <a:r>
              <a:rPr lang="en-ID" sz="1600" dirty="0"/>
              <a:t> </a:t>
            </a:r>
            <a:r>
              <a:rPr lang="en-ID" sz="1600" dirty="0" err="1"/>
              <a:t>dilakukan</a:t>
            </a:r>
            <a:r>
              <a:rPr lang="en-ID" sz="1600" dirty="0"/>
              <a:t> oleh </a:t>
            </a:r>
            <a:r>
              <a:rPr lang="en-ID" sz="1600" dirty="0" err="1"/>
              <a:t>remaja</a:t>
            </a:r>
            <a:r>
              <a:rPr lang="en-ID" sz="1600" dirty="0"/>
              <a:t> </a:t>
            </a:r>
            <a:r>
              <a:rPr lang="en-ID" sz="1600" dirty="0" err="1"/>
              <a:t>atau</a:t>
            </a:r>
            <a:r>
              <a:rPr lang="en-ID" sz="1600" dirty="0"/>
              <a:t> </a:t>
            </a:r>
            <a:r>
              <a:rPr lang="en-ID" sz="1600" dirty="0" err="1"/>
              <a:t>perempuan</a:t>
            </a:r>
            <a:r>
              <a:rPr lang="en-ID" sz="1600" dirty="0"/>
              <a:t> yang </a:t>
            </a:r>
            <a:r>
              <a:rPr lang="en-ID" sz="1600" dirty="0" err="1"/>
              <a:t>belum</a:t>
            </a:r>
            <a:r>
              <a:rPr lang="en-ID" sz="1600" dirty="0"/>
              <a:t> </a:t>
            </a:r>
            <a:r>
              <a:rPr lang="en-ID" sz="1600" dirty="0" err="1"/>
              <a:t>menikah</a:t>
            </a:r>
            <a:r>
              <a:rPr lang="en-ID" sz="1600" dirty="0"/>
              <a:t>. Stigma </a:t>
            </a:r>
            <a:r>
              <a:rPr lang="en-ID" sz="1600" dirty="0" err="1"/>
              <a:t>ini</a:t>
            </a:r>
            <a:r>
              <a:rPr lang="en-ID" sz="1600" dirty="0"/>
              <a:t> </a:t>
            </a:r>
            <a:r>
              <a:rPr lang="en-ID" sz="1600" dirty="0" err="1"/>
              <a:t>membuat</a:t>
            </a:r>
            <a:r>
              <a:rPr lang="en-ID" sz="1600" dirty="0"/>
              <a:t> </a:t>
            </a:r>
            <a:r>
              <a:rPr lang="en-ID" sz="1600" dirty="0" err="1"/>
              <a:t>individu</a:t>
            </a:r>
            <a:r>
              <a:rPr lang="en-ID" sz="1600" dirty="0"/>
              <a:t> </a:t>
            </a:r>
            <a:r>
              <a:rPr lang="en-ID" sz="1600" dirty="0" err="1"/>
              <a:t>takut</a:t>
            </a:r>
            <a:r>
              <a:rPr lang="en-ID" sz="1600" dirty="0"/>
              <a:t> </a:t>
            </a:r>
            <a:r>
              <a:rPr lang="en-ID" sz="1600" dirty="0" err="1"/>
              <a:t>mencari</a:t>
            </a:r>
            <a:r>
              <a:rPr lang="en-ID" sz="1600" dirty="0"/>
              <a:t> </a:t>
            </a:r>
            <a:r>
              <a:rPr lang="en-ID" sz="1600" dirty="0" err="1"/>
              <a:t>informasi</a:t>
            </a:r>
            <a:r>
              <a:rPr lang="en-ID" sz="1600" dirty="0"/>
              <a:t> </a:t>
            </a:r>
            <a:r>
              <a:rPr lang="en-ID" sz="1600" dirty="0" err="1"/>
              <a:t>atau</a:t>
            </a:r>
            <a:r>
              <a:rPr lang="en-ID" sz="1600" dirty="0"/>
              <a:t> </a:t>
            </a:r>
            <a:r>
              <a:rPr lang="en-ID" sz="1600" dirty="0" err="1"/>
              <a:t>layanan</a:t>
            </a:r>
            <a:r>
              <a:rPr lang="en-ID" sz="1600" dirty="0"/>
              <a:t>. </a:t>
            </a:r>
          </a:p>
          <a:p>
            <a:r>
              <a:rPr lang="en-ID" sz="1600" b="1" dirty="0" err="1"/>
              <a:t>Keterbatasan</a:t>
            </a:r>
            <a:r>
              <a:rPr lang="en-ID" sz="1600" b="1" dirty="0"/>
              <a:t> </a:t>
            </a:r>
            <a:r>
              <a:rPr lang="en-ID" sz="1600" b="1" dirty="0" err="1"/>
              <a:t>privasi</a:t>
            </a:r>
            <a:r>
              <a:rPr lang="en-ID" sz="1600" b="1" dirty="0"/>
              <a:t> dan </a:t>
            </a:r>
            <a:r>
              <a:rPr lang="en-ID" sz="1600" b="1" dirty="0" err="1"/>
              <a:t>kerahasiaan</a:t>
            </a:r>
            <a:r>
              <a:rPr lang="en-ID" sz="1600" b="1" dirty="0"/>
              <a:t>. </a:t>
            </a:r>
            <a:r>
              <a:rPr lang="en-ID" sz="1600" dirty="0"/>
              <a:t>Sebagian </a:t>
            </a:r>
            <a:r>
              <a:rPr lang="en-ID" sz="1600" dirty="0" err="1"/>
              <a:t>individu</a:t>
            </a:r>
            <a:r>
              <a:rPr lang="en-ID" sz="1600" dirty="0"/>
              <a:t>, </a:t>
            </a:r>
            <a:r>
              <a:rPr lang="en-ID" sz="1600" dirty="0" err="1"/>
              <a:t>terutama</a:t>
            </a:r>
            <a:r>
              <a:rPr lang="en-ID" sz="1600" dirty="0"/>
              <a:t> </a:t>
            </a:r>
            <a:r>
              <a:rPr lang="en-ID" sz="1600" dirty="0" err="1"/>
              <a:t>remaja</a:t>
            </a:r>
            <a:r>
              <a:rPr lang="en-ID" sz="1600" dirty="0"/>
              <a:t>, </a:t>
            </a:r>
            <a:r>
              <a:rPr lang="en-ID" sz="1600" dirty="0" err="1"/>
              <a:t>enggan</a:t>
            </a:r>
            <a:r>
              <a:rPr lang="en-ID" sz="1600" dirty="0"/>
              <a:t> </a:t>
            </a:r>
            <a:r>
              <a:rPr lang="en-ID" sz="1600" dirty="0" err="1"/>
              <a:t>mengakses</a:t>
            </a:r>
            <a:r>
              <a:rPr lang="en-ID" sz="1600" dirty="0"/>
              <a:t> </a:t>
            </a:r>
            <a:r>
              <a:rPr lang="en-ID" sz="1600" dirty="0" err="1"/>
              <a:t>layanan</a:t>
            </a:r>
            <a:r>
              <a:rPr lang="en-ID" sz="1600" dirty="0"/>
              <a:t> </a:t>
            </a:r>
            <a:r>
              <a:rPr lang="en-ID" sz="1600" dirty="0" err="1"/>
              <a:t>kontrasepsi</a:t>
            </a:r>
            <a:r>
              <a:rPr lang="en-ID" sz="1600" dirty="0"/>
              <a:t> </a:t>
            </a:r>
            <a:r>
              <a:rPr lang="en-ID" sz="1600" dirty="0" err="1"/>
              <a:t>karena</a:t>
            </a:r>
            <a:r>
              <a:rPr lang="en-ID" sz="1600" dirty="0"/>
              <a:t> </a:t>
            </a:r>
            <a:r>
              <a:rPr lang="en-ID" sz="1600" dirty="0" err="1"/>
              <a:t>khawatir</a:t>
            </a:r>
            <a:r>
              <a:rPr lang="en-ID" sz="1600" dirty="0"/>
              <a:t> </a:t>
            </a:r>
            <a:r>
              <a:rPr lang="en-ID" sz="1600" dirty="0" err="1"/>
              <a:t>identitas</a:t>
            </a:r>
            <a:r>
              <a:rPr lang="en-ID" sz="1600" dirty="0"/>
              <a:t> dan </a:t>
            </a:r>
            <a:r>
              <a:rPr lang="en-ID" sz="1600" dirty="0" err="1"/>
              <a:t>kebutuhannya</a:t>
            </a:r>
            <a:r>
              <a:rPr lang="en-ID" sz="1600" dirty="0"/>
              <a:t> </a:t>
            </a:r>
            <a:r>
              <a:rPr lang="en-ID" sz="1600" dirty="0" err="1"/>
              <a:t>diketahui</a:t>
            </a:r>
            <a:r>
              <a:rPr lang="en-ID" sz="1600" dirty="0"/>
              <a:t> orang lain. </a:t>
            </a:r>
            <a:r>
              <a:rPr lang="en-ID" sz="1600" dirty="0" err="1"/>
              <a:t>Ketidaknyamanan</a:t>
            </a:r>
            <a:r>
              <a:rPr lang="en-ID" sz="1600" dirty="0"/>
              <a:t> </a:t>
            </a:r>
            <a:r>
              <a:rPr lang="en-ID" sz="1600" dirty="0" err="1"/>
              <a:t>terhadap</a:t>
            </a:r>
            <a:r>
              <a:rPr lang="en-ID" sz="1600" dirty="0"/>
              <a:t> </a:t>
            </a:r>
            <a:r>
              <a:rPr lang="en-ID" sz="1600" dirty="0" err="1"/>
              <a:t>aspek</a:t>
            </a:r>
            <a:r>
              <a:rPr lang="en-ID" sz="1600" dirty="0"/>
              <a:t> </a:t>
            </a:r>
            <a:r>
              <a:rPr lang="en-ID" sz="1600" dirty="0" err="1"/>
              <a:t>privasi</a:t>
            </a:r>
            <a:r>
              <a:rPr lang="en-ID" sz="1600" dirty="0"/>
              <a:t> </a:t>
            </a:r>
            <a:r>
              <a:rPr lang="en-ID" sz="1600" dirty="0" err="1"/>
              <a:t>menyebabkan</a:t>
            </a:r>
            <a:r>
              <a:rPr lang="en-ID" sz="1600" dirty="0"/>
              <a:t> </a:t>
            </a:r>
            <a:r>
              <a:rPr lang="en-ID" sz="1600" dirty="0" err="1"/>
              <a:t>mereka</a:t>
            </a:r>
            <a:r>
              <a:rPr lang="en-ID" sz="1600" dirty="0"/>
              <a:t> </a:t>
            </a:r>
            <a:r>
              <a:rPr lang="en-ID" sz="1600" dirty="0" err="1"/>
              <a:t>menunda</a:t>
            </a:r>
            <a:r>
              <a:rPr lang="en-ID" sz="1600" dirty="0"/>
              <a:t> </a:t>
            </a:r>
            <a:r>
              <a:rPr lang="en-ID" sz="1600" dirty="0" err="1"/>
              <a:t>atau</a:t>
            </a:r>
            <a:r>
              <a:rPr lang="en-ID" sz="1600" dirty="0"/>
              <a:t> </a:t>
            </a:r>
            <a:r>
              <a:rPr lang="en-ID" sz="1600" dirty="0" err="1"/>
              <a:t>menghindari</a:t>
            </a:r>
            <a:r>
              <a:rPr lang="en-ID" sz="1600" dirty="0"/>
              <a:t> </a:t>
            </a:r>
            <a:r>
              <a:rPr lang="en-ID" sz="1600" dirty="0" err="1"/>
              <a:t>penggunaan</a:t>
            </a:r>
            <a:r>
              <a:rPr lang="en-ID" sz="1600" dirty="0"/>
              <a:t> </a:t>
            </a:r>
            <a:r>
              <a:rPr lang="en-ID" sz="1600" dirty="0" err="1"/>
              <a:t>kontrasepsi</a:t>
            </a:r>
            <a:r>
              <a:rPr lang="en-ID" sz="1600"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b="1" dirty="0" err="1"/>
              <a:t>Perilaku</a:t>
            </a:r>
            <a:r>
              <a:rPr lang="en-ID" b="1" dirty="0"/>
              <a:t> </a:t>
            </a:r>
            <a:r>
              <a:rPr lang="en-ID" b="1" dirty="0" err="1"/>
              <a:t>Seksual</a:t>
            </a:r>
            <a:r>
              <a:rPr lang="en-ID" b="1" dirty="0"/>
              <a:t> </a:t>
            </a:r>
            <a:r>
              <a:rPr lang="en-ID" b="1" dirty="0" err="1"/>
              <a:t>Berisiko</a:t>
            </a:r>
            <a:endParaRPr b="1" dirty="0"/>
          </a:p>
        </p:txBody>
      </p:sp>
      <p:sp>
        <p:nvSpPr>
          <p:cNvPr id="3" name="Content Placeholder 2"/>
          <p:cNvSpPr>
            <a:spLocks noGrp="1"/>
          </p:cNvSpPr>
          <p:nvPr>
            <p:ph idx="1"/>
          </p:nvPr>
        </p:nvSpPr>
        <p:spPr>
          <a:xfrm>
            <a:off x="319552" y="1197075"/>
            <a:ext cx="8686800" cy="5455111"/>
          </a:xfrm>
        </p:spPr>
        <p:txBody>
          <a:bodyPr>
            <a:noAutofit/>
          </a:bodyPr>
          <a:lstStyle/>
          <a:p>
            <a:r>
              <a:rPr lang="en-ID" sz="1600" b="1" dirty="0" err="1"/>
              <a:t>Hubungan</a:t>
            </a:r>
            <a:r>
              <a:rPr lang="en-ID" sz="1600" b="1" dirty="0"/>
              <a:t> </a:t>
            </a:r>
            <a:r>
              <a:rPr lang="en-ID" sz="1600" b="1" dirty="0" err="1"/>
              <a:t>seksual</a:t>
            </a:r>
            <a:r>
              <a:rPr lang="en-ID" sz="1600" b="1" dirty="0"/>
              <a:t> </a:t>
            </a:r>
            <a:r>
              <a:rPr lang="en-ID" sz="1600" b="1" dirty="0" err="1"/>
              <a:t>tanpa</a:t>
            </a:r>
            <a:r>
              <a:rPr lang="en-ID" sz="1600" b="1" dirty="0"/>
              <a:t> </a:t>
            </a:r>
            <a:r>
              <a:rPr lang="en-ID" sz="1600" b="1" dirty="0" err="1"/>
              <a:t>kontrasepsi</a:t>
            </a:r>
            <a:r>
              <a:rPr lang="en-ID" sz="1600" b="1" dirty="0"/>
              <a:t>. </a:t>
            </a:r>
            <a:r>
              <a:rPr lang="en-ID" sz="1600" dirty="0" err="1"/>
              <a:t>Hubungan</a:t>
            </a:r>
            <a:r>
              <a:rPr lang="en-ID" sz="1600" dirty="0"/>
              <a:t> </a:t>
            </a:r>
            <a:r>
              <a:rPr lang="en-ID" sz="1600" dirty="0" err="1"/>
              <a:t>seksual</a:t>
            </a:r>
            <a:r>
              <a:rPr lang="en-ID" sz="1600" dirty="0"/>
              <a:t> </a:t>
            </a:r>
            <a:r>
              <a:rPr lang="en-ID" sz="1600" dirty="0" err="1"/>
              <a:t>tanpa</a:t>
            </a:r>
            <a:r>
              <a:rPr lang="en-ID" sz="1600" dirty="0"/>
              <a:t> </a:t>
            </a:r>
            <a:r>
              <a:rPr lang="en-ID" sz="1600" dirty="0" err="1"/>
              <a:t>penggunaan</a:t>
            </a:r>
            <a:r>
              <a:rPr lang="en-ID" sz="1600" dirty="0"/>
              <a:t> </a:t>
            </a:r>
            <a:r>
              <a:rPr lang="en-ID" sz="1600" dirty="0" err="1"/>
              <a:t>kontrasepsi</a:t>
            </a:r>
            <a:r>
              <a:rPr lang="en-ID" sz="1600" dirty="0"/>
              <a:t> </a:t>
            </a:r>
            <a:r>
              <a:rPr lang="en-ID" sz="1600" dirty="0" err="1"/>
              <a:t>merupakan</a:t>
            </a:r>
            <a:r>
              <a:rPr lang="en-ID" sz="1600" dirty="0"/>
              <a:t> </a:t>
            </a:r>
            <a:r>
              <a:rPr lang="en-ID" sz="1600" dirty="0" err="1"/>
              <a:t>faktor</a:t>
            </a:r>
            <a:r>
              <a:rPr lang="en-ID" sz="1600" dirty="0"/>
              <a:t> </a:t>
            </a:r>
            <a:r>
              <a:rPr lang="en-ID" sz="1600" dirty="0" err="1"/>
              <a:t>langsung</a:t>
            </a:r>
            <a:r>
              <a:rPr lang="en-ID" sz="1600" dirty="0"/>
              <a:t> yang paling </a:t>
            </a:r>
            <a:r>
              <a:rPr lang="en-ID" sz="1600" dirty="0" err="1"/>
              <a:t>jelas</a:t>
            </a:r>
            <a:r>
              <a:rPr lang="en-ID" sz="1600" dirty="0"/>
              <a:t> </a:t>
            </a:r>
            <a:r>
              <a:rPr lang="en-ID" sz="1600" dirty="0" err="1"/>
              <a:t>dalam</a:t>
            </a:r>
            <a:r>
              <a:rPr lang="en-ID" sz="1600" dirty="0"/>
              <a:t> </a:t>
            </a:r>
            <a:r>
              <a:rPr lang="en-ID" sz="1600" dirty="0" err="1"/>
              <a:t>kehamilan</a:t>
            </a:r>
            <a:r>
              <a:rPr lang="en-ID" sz="1600" dirty="0"/>
              <a:t> yang </a:t>
            </a:r>
            <a:r>
              <a:rPr lang="en-ID" sz="1600" dirty="0" err="1"/>
              <a:t>tidak</a:t>
            </a:r>
            <a:r>
              <a:rPr lang="en-ID" sz="1600" dirty="0"/>
              <a:t> </a:t>
            </a:r>
            <a:r>
              <a:rPr lang="en-ID" sz="1600" dirty="0" err="1"/>
              <a:t>diinginkan</a:t>
            </a:r>
            <a:r>
              <a:rPr lang="en-ID" sz="1600" dirty="0"/>
              <a:t>. Ketika </a:t>
            </a:r>
            <a:r>
              <a:rPr lang="en-ID" sz="1600" dirty="0" err="1"/>
              <a:t>tidak</a:t>
            </a:r>
            <a:r>
              <a:rPr lang="en-ID" sz="1600" dirty="0"/>
              <a:t> </a:t>
            </a:r>
            <a:r>
              <a:rPr lang="en-ID" sz="1600" dirty="0" err="1"/>
              <a:t>ada</a:t>
            </a:r>
            <a:r>
              <a:rPr lang="en-ID" sz="1600" dirty="0"/>
              <a:t> </a:t>
            </a:r>
            <a:r>
              <a:rPr lang="en-ID" sz="1600" dirty="0" err="1"/>
              <a:t>perlindungan</a:t>
            </a:r>
            <a:r>
              <a:rPr lang="en-ID" sz="1600" dirty="0"/>
              <a:t> </a:t>
            </a:r>
            <a:r>
              <a:rPr lang="en-ID" sz="1600" dirty="0" err="1"/>
              <a:t>sama</a:t>
            </a:r>
            <a:r>
              <a:rPr lang="en-ID" sz="1600" dirty="0"/>
              <a:t> </a:t>
            </a:r>
            <a:r>
              <a:rPr lang="en-ID" sz="1600" dirty="0" err="1"/>
              <a:t>sekali</a:t>
            </a:r>
            <a:r>
              <a:rPr lang="en-ID" sz="1600" dirty="0"/>
              <a:t>, </a:t>
            </a:r>
            <a:r>
              <a:rPr lang="en-ID" sz="1600" dirty="0" err="1"/>
              <a:t>peluang</a:t>
            </a:r>
            <a:r>
              <a:rPr lang="en-ID" sz="1600" dirty="0"/>
              <a:t> </a:t>
            </a:r>
            <a:r>
              <a:rPr lang="en-ID" sz="1600" dirty="0" err="1"/>
              <a:t>terjadinya</a:t>
            </a:r>
            <a:r>
              <a:rPr lang="en-ID" sz="1600" dirty="0"/>
              <a:t> </a:t>
            </a:r>
            <a:r>
              <a:rPr lang="en-ID" sz="1600" dirty="0" err="1"/>
              <a:t>pembuahan</a:t>
            </a:r>
            <a:r>
              <a:rPr lang="en-ID" sz="1600" dirty="0"/>
              <a:t> </a:t>
            </a:r>
            <a:r>
              <a:rPr lang="en-ID" sz="1600" dirty="0" err="1"/>
              <a:t>meningkat</a:t>
            </a:r>
            <a:r>
              <a:rPr lang="en-ID" sz="1600" dirty="0"/>
              <a:t> </a:t>
            </a:r>
            <a:r>
              <a:rPr lang="en-ID" sz="1600" dirty="0" err="1"/>
              <a:t>secara</a:t>
            </a:r>
            <a:r>
              <a:rPr lang="en-ID" sz="1600" dirty="0"/>
              <a:t> </a:t>
            </a:r>
            <a:r>
              <a:rPr lang="en-ID" sz="1600" dirty="0" err="1"/>
              <a:t>signifikan</a:t>
            </a:r>
            <a:r>
              <a:rPr lang="en-ID" sz="1600" dirty="0"/>
              <a:t>. </a:t>
            </a:r>
          </a:p>
          <a:p>
            <a:r>
              <a:rPr lang="en-ID" sz="1600" b="1" dirty="0" err="1"/>
              <a:t>Penggunaan</a:t>
            </a:r>
            <a:r>
              <a:rPr lang="en-ID" sz="1600" b="1" dirty="0"/>
              <a:t> </a:t>
            </a:r>
            <a:r>
              <a:rPr lang="en-ID" sz="1600" b="1" dirty="0" err="1"/>
              <a:t>kontrasepsi</a:t>
            </a:r>
            <a:r>
              <a:rPr lang="en-ID" sz="1600" b="1" dirty="0"/>
              <a:t> yang </a:t>
            </a:r>
            <a:r>
              <a:rPr lang="en-ID" sz="1600" b="1" dirty="0" err="1"/>
              <a:t>tidak</a:t>
            </a:r>
            <a:r>
              <a:rPr lang="en-ID" sz="1600" b="1" dirty="0"/>
              <a:t> </a:t>
            </a:r>
            <a:r>
              <a:rPr lang="en-ID" sz="1600" b="1" dirty="0" err="1"/>
              <a:t>konsisten</a:t>
            </a:r>
            <a:r>
              <a:rPr lang="en-ID" sz="1600" b="1" dirty="0"/>
              <a:t>. </a:t>
            </a:r>
            <a:r>
              <a:rPr lang="en-ID" sz="1600" dirty="0"/>
              <a:t>Sebagian </a:t>
            </a:r>
            <a:r>
              <a:rPr lang="en-ID" sz="1600" dirty="0" err="1"/>
              <a:t>individu</a:t>
            </a:r>
            <a:r>
              <a:rPr lang="en-ID" sz="1600" dirty="0"/>
              <a:t> </a:t>
            </a:r>
            <a:r>
              <a:rPr lang="en-ID" sz="1600" dirty="0" err="1"/>
              <a:t>menggunakan</a:t>
            </a:r>
            <a:r>
              <a:rPr lang="en-ID" sz="1600" dirty="0"/>
              <a:t> </a:t>
            </a:r>
            <a:r>
              <a:rPr lang="en-ID" sz="1600" dirty="0" err="1"/>
              <a:t>kontrasepsi</a:t>
            </a:r>
            <a:r>
              <a:rPr lang="en-ID" sz="1600" dirty="0"/>
              <a:t> </a:t>
            </a:r>
            <a:r>
              <a:rPr lang="en-ID" sz="1600" dirty="0" err="1"/>
              <a:t>hanya</a:t>
            </a:r>
            <a:r>
              <a:rPr lang="en-ID" sz="1600" dirty="0"/>
              <a:t> </a:t>
            </a:r>
            <a:r>
              <a:rPr lang="en-ID" sz="1600" dirty="0" err="1"/>
              <a:t>sesekali</a:t>
            </a:r>
            <a:r>
              <a:rPr lang="en-ID" sz="1600" dirty="0"/>
              <a:t> </a:t>
            </a:r>
            <a:r>
              <a:rPr lang="en-ID" sz="1600" dirty="0" err="1"/>
              <a:t>atau</a:t>
            </a:r>
            <a:r>
              <a:rPr lang="en-ID" sz="1600" dirty="0"/>
              <a:t> </a:t>
            </a:r>
            <a:r>
              <a:rPr lang="en-ID" sz="1600" dirty="0" err="1"/>
              <a:t>dengan</a:t>
            </a:r>
            <a:r>
              <a:rPr lang="en-ID" sz="1600" dirty="0"/>
              <a:t> </a:t>
            </a:r>
            <a:r>
              <a:rPr lang="en-ID" sz="1600" dirty="0" err="1"/>
              <a:t>cara</a:t>
            </a:r>
            <a:r>
              <a:rPr lang="en-ID" sz="1600" dirty="0"/>
              <a:t> yang salah, </a:t>
            </a:r>
            <a:r>
              <a:rPr lang="en-ID" sz="1600" dirty="0" err="1"/>
              <a:t>misalnya</a:t>
            </a:r>
            <a:r>
              <a:rPr lang="en-ID" sz="1600" dirty="0"/>
              <a:t> </a:t>
            </a:r>
            <a:r>
              <a:rPr lang="en-ID" sz="1600" dirty="0" err="1"/>
              <a:t>lupa</a:t>
            </a:r>
            <a:r>
              <a:rPr lang="en-ID" sz="1600" dirty="0"/>
              <a:t> </a:t>
            </a:r>
            <a:r>
              <a:rPr lang="en-ID" sz="1600" dirty="0" err="1"/>
              <a:t>minum</a:t>
            </a:r>
            <a:r>
              <a:rPr lang="en-ID" sz="1600" dirty="0"/>
              <a:t> </a:t>
            </a:r>
            <a:r>
              <a:rPr lang="en-ID" sz="1600" dirty="0" err="1"/>
              <a:t>pil</a:t>
            </a:r>
            <a:r>
              <a:rPr lang="en-ID" sz="1600" dirty="0"/>
              <a:t>, </a:t>
            </a:r>
            <a:r>
              <a:rPr lang="en-ID" sz="1600" dirty="0" err="1"/>
              <a:t>menggunakan</a:t>
            </a:r>
            <a:r>
              <a:rPr lang="en-ID" sz="1600" dirty="0"/>
              <a:t> </a:t>
            </a:r>
            <a:r>
              <a:rPr lang="en-ID" sz="1600" dirty="0" err="1"/>
              <a:t>kondom</a:t>
            </a:r>
            <a:r>
              <a:rPr lang="en-ID" sz="1600" dirty="0"/>
              <a:t> </a:t>
            </a:r>
            <a:r>
              <a:rPr lang="en-ID" sz="1600" dirty="0" err="1"/>
              <a:t>tidak</a:t>
            </a:r>
            <a:r>
              <a:rPr lang="en-ID" sz="1600" dirty="0"/>
              <a:t> </a:t>
            </a:r>
            <a:r>
              <a:rPr lang="en-ID" sz="1600" dirty="0" err="1"/>
              <a:t>sejak</a:t>
            </a:r>
            <a:r>
              <a:rPr lang="en-ID" sz="1600" dirty="0"/>
              <a:t> </a:t>
            </a:r>
            <a:r>
              <a:rPr lang="en-ID" sz="1600" dirty="0" err="1"/>
              <a:t>awal</a:t>
            </a:r>
            <a:r>
              <a:rPr lang="en-ID" sz="1600" dirty="0"/>
              <a:t>, </a:t>
            </a:r>
            <a:r>
              <a:rPr lang="en-ID" sz="1600" dirty="0" err="1"/>
              <a:t>atau</a:t>
            </a:r>
            <a:r>
              <a:rPr lang="en-ID" sz="1600" dirty="0"/>
              <a:t> </a:t>
            </a:r>
            <a:r>
              <a:rPr lang="en-ID" sz="1600" dirty="0" err="1"/>
              <a:t>menghentikan</a:t>
            </a:r>
            <a:r>
              <a:rPr lang="en-ID" sz="1600" dirty="0"/>
              <a:t> </a:t>
            </a:r>
            <a:r>
              <a:rPr lang="en-ID" sz="1600" dirty="0" err="1"/>
              <a:t>metode</a:t>
            </a:r>
            <a:r>
              <a:rPr lang="en-ID" sz="1600" dirty="0"/>
              <a:t> </a:t>
            </a:r>
            <a:r>
              <a:rPr lang="en-ID" sz="1600" dirty="0" err="1"/>
              <a:t>tanpa</a:t>
            </a:r>
            <a:r>
              <a:rPr lang="en-ID" sz="1600" dirty="0"/>
              <a:t> </a:t>
            </a:r>
            <a:r>
              <a:rPr lang="en-ID" sz="1600" dirty="0" err="1"/>
              <a:t>pengganti</a:t>
            </a:r>
            <a:r>
              <a:rPr lang="en-ID" sz="1600" dirty="0"/>
              <a:t>. </a:t>
            </a:r>
            <a:r>
              <a:rPr lang="en-ID" sz="1600" dirty="0" err="1"/>
              <a:t>Ketidakkonsistenan</a:t>
            </a:r>
            <a:r>
              <a:rPr lang="en-ID" sz="1600" dirty="0"/>
              <a:t> </a:t>
            </a:r>
            <a:r>
              <a:rPr lang="en-ID" sz="1600" dirty="0" err="1"/>
              <a:t>ini</a:t>
            </a:r>
            <a:r>
              <a:rPr lang="en-ID" sz="1600" dirty="0"/>
              <a:t> </a:t>
            </a:r>
            <a:r>
              <a:rPr lang="en-ID" sz="1600" dirty="0" err="1"/>
              <a:t>menurunkan</a:t>
            </a:r>
            <a:r>
              <a:rPr lang="en-ID" sz="1600" dirty="0"/>
              <a:t> </a:t>
            </a:r>
            <a:r>
              <a:rPr lang="en-ID" sz="1600" dirty="0" err="1"/>
              <a:t>efektivitas</a:t>
            </a:r>
            <a:r>
              <a:rPr lang="en-ID" sz="1600" dirty="0"/>
              <a:t> </a:t>
            </a:r>
            <a:r>
              <a:rPr lang="en-ID" sz="1600" dirty="0" err="1"/>
              <a:t>kontrasepsi</a:t>
            </a:r>
            <a:r>
              <a:rPr lang="en-ID" sz="1600" dirty="0"/>
              <a:t> </a:t>
            </a:r>
            <a:r>
              <a:rPr lang="en-ID" sz="1600" dirty="0" err="1"/>
              <a:t>secara</a:t>
            </a:r>
            <a:r>
              <a:rPr lang="en-ID" sz="1600" dirty="0"/>
              <a:t> </a:t>
            </a:r>
            <a:r>
              <a:rPr lang="en-ID" sz="1600" dirty="0" err="1"/>
              <a:t>drastis</a:t>
            </a:r>
            <a:r>
              <a:rPr lang="en-ID" sz="1600" dirty="0"/>
              <a:t>. </a:t>
            </a:r>
          </a:p>
          <a:p>
            <a:r>
              <a:rPr lang="en-ID" sz="1600" b="1" dirty="0" err="1"/>
              <a:t>Aktivitas</a:t>
            </a:r>
            <a:r>
              <a:rPr lang="en-ID" sz="1600" b="1" dirty="0"/>
              <a:t> </a:t>
            </a:r>
            <a:r>
              <a:rPr lang="en-ID" sz="1600" b="1" dirty="0" err="1"/>
              <a:t>seksual</a:t>
            </a:r>
            <a:r>
              <a:rPr lang="en-ID" sz="1600" b="1" dirty="0"/>
              <a:t> di </a:t>
            </a:r>
            <a:r>
              <a:rPr lang="en-ID" sz="1600" b="1" dirty="0" err="1"/>
              <a:t>bawah</a:t>
            </a:r>
            <a:r>
              <a:rPr lang="en-ID" sz="1600" b="1" dirty="0"/>
              <a:t> </a:t>
            </a:r>
            <a:r>
              <a:rPr lang="en-ID" sz="1600" b="1" dirty="0" err="1"/>
              <a:t>tekanan</a:t>
            </a:r>
            <a:r>
              <a:rPr lang="en-ID" sz="1600" b="1" dirty="0"/>
              <a:t>. </a:t>
            </a:r>
            <a:r>
              <a:rPr lang="en-ID" sz="1600" dirty="0"/>
              <a:t>Keputusan </a:t>
            </a:r>
            <a:r>
              <a:rPr lang="en-ID" sz="1600" dirty="0" err="1"/>
              <a:t>untuk</a:t>
            </a:r>
            <a:r>
              <a:rPr lang="en-ID" sz="1600" dirty="0"/>
              <a:t> </a:t>
            </a:r>
            <a:r>
              <a:rPr lang="en-ID" sz="1600" dirty="0" err="1"/>
              <a:t>melakukan</a:t>
            </a:r>
            <a:r>
              <a:rPr lang="en-ID" sz="1600" dirty="0"/>
              <a:t> </a:t>
            </a:r>
            <a:r>
              <a:rPr lang="en-ID" sz="1600" dirty="0" err="1"/>
              <a:t>hubungan</a:t>
            </a:r>
            <a:r>
              <a:rPr lang="en-ID" sz="1600" dirty="0"/>
              <a:t> </a:t>
            </a:r>
            <a:r>
              <a:rPr lang="en-ID" sz="1600" dirty="0" err="1"/>
              <a:t>seksual</a:t>
            </a:r>
            <a:r>
              <a:rPr lang="en-ID" sz="1600" dirty="0"/>
              <a:t> </a:t>
            </a:r>
            <a:r>
              <a:rPr lang="en-ID" sz="1600" dirty="0" err="1"/>
              <a:t>tidak</a:t>
            </a:r>
            <a:r>
              <a:rPr lang="en-ID" sz="1600" dirty="0"/>
              <a:t> </a:t>
            </a:r>
            <a:r>
              <a:rPr lang="en-ID" sz="1600" dirty="0" err="1"/>
              <a:t>selalu</a:t>
            </a:r>
            <a:r>
              <a:rPr lang="en-ID" sz="1600" dirty="0"/>
              <a:t> </a:t>
            </a:r>
            <a:r>
              <a:rPr lang="en-ID" sz="1600" dirty="0" err="1"/>
              <a:t>terjadi</a:t>
            </a:r>
            <a:r>
              <a:rPr lang="en-ID" sz="1600" dirty="0"/>
              <a:t> </a:t>
            </a:r>
            <a:r>
              <a:rPr lang="en-ID" sz="1600" dirty="0" err="1"/>
              <a:t>dalam</a:t>
            </a:r>
            <a:r>
              <a:rPr lang="en-ID" sz="1600" dirty="0"/>
              <a:t> </a:t>
            </a:r>
            <a:r>
              <a:rPr lang="en-ID" sz="1600" dirty="0" err="1"/>
              <a:t>kondisi</a:t>
            </a:r>
            <a:r>
              <a:rPr lang="en-ID" sz="1600" dirty="0"/>
              <a:t> </a:t>
            </a:r>
            <a:r>
              <a:rPr lang="en-ID" sz="1600" dirty="0" err="1"/>
              <a:t>bebas</a:t>
            </a:r>
            <a:r>
              <a:rPr lang="en-ID" sz="1600" dirty="0"/>
              <a:t> dan </a:t>
            </a:r>
            <a:r>
              <a:rPr lang="en-ID" sz="1600" dirty="0" err="1"/>
              <a:t>setara</a:t>
            </a:r>
            <a:r>
              <a:rPr lang="en-ID" sz="1600" dirty="0"/>
              <a:t>. </a:t>
            </a:r>
            <a:r>
              <a:rPr lang="en-ID" sz="1600" dirty="0" err="1"/>
              <a:t>Tekanan</a:t>
            </a:r>
            <a:r>
              <a:rPr lang="en-ID" sz="1600" dirty="0"/>
              <a:t> </a:t>
            </a:r>
            <a:r>
              <a:rPr lang="en-ID" sz="1600" dirty="0" err="1"/>
              <a:t>dari</a:t>
            </a:r>
            <a:r>
              <a:rPr lang="en-ID" sz="1600" dirty="0"/>
              <a:t> </a:t>
            </a:r>
            <a:r>
              <a:rPr lang="en-ID" sz="1600" dirty="0" err="1"/>
              <a:t>pasangan</a:t>
            </a:r>
            <a:r>
              <a:rPr lang="en-ID" sz="1600" dirty="0"/>
              <a:t>, rasa </a:t>
            </a:r>
            <a:r>
              <a:rPr lang="en-ID" sz="1600" dirty="0" err="1"/>
              <a:t>takut</a:t>
            </a:r>
            <a:r>
              <a:rPr lang="en-ID" sz="1600" dirty="0"/>
              <a:t> </a:t>
            </a:r>
            <a:r>
              <a:rPr lang="en-ID" sz="1600" dirty="0" err="1"/>
              <a:t>ditinggalkan</a:t>
            </a:r>
            <a:r>
              <a:rPr lang="en-ID" sz="1600" dirty="0"/>
              <a:t>, </a:t>
            </a:r>
            <a:r>
              <a:rPr lang="en-ID" sz="1600" dirty="0" err="1"/>
              <a:t>atau</a:t>
            </a:r>
            <a:r>
              <a:rPr lang="en-ID" sz="1600" dirty="0"/>
              <a:t> </a:t>
            </a:r>
            <a:r>
              <a:rPr lang="en-ID" sz="1600" dirty="0" err="1"/>
              <a:t>keinginan</a:t>
            </a:r>
            <a:r>
              <a:rPr lang="en-ID" sz="1600" dirty="0"/>
              <a:t> </a:t>
            </a:r>
            <a:r>
              <a:rPr lang="en-ID" sz="1600" dirty="0" err="1"/>
              <a:t>mempertahankan</a:t>
            </a:r>
            <a:r>
              <a:rPr lang="en-ID" sz="1600" dirty="0"/>
              <a:t> </a:t>
            </a:r>
            <a:r>
              <a:rPr lang="en-ID" sz="1600" dirty="0" err="1"/>
              <a:t>hubungan</a:t>
            </a:r>
            <a:r>
              <a:rPr lang="en-ID" sz="1600" dirty="0"/>
              <a:t> </a:t>
            </a:r>
            <a:r>
              <a:rPr lang="en-ID" sz="1600" dirty="0" err="1"/>
              <a:t>dapat</a:t>
            </a:r>
            <a:r>
              <a:rPr lang="en-ID" sz="1600" dirty="0"/>
              <a:t> </a:t>
            </a:r>
            <a:r>
              <a:rPr lang="en-ID" sz="1600" dirty="0" err="1"/>
              <a:t>membuat</a:t>
            </a:r>
            <a:r>
              <a:rPr lang="en-ID" sz="1600" dirty="0"/>
              <a:t> </a:t>
            </a:r>
            <a:r>
              <a:rPr lang="en-ID" sz="1600" dirty="0" err="1"/>
              <a:t>seseorang</a:t>
            </a:r>
            <a:r>
              <a:rPr lang="en-ID" sz="1600" dirty="0"/>
              <a:t> </a:t>
            </a:r>
            <a:r>
              <a:rPr lang="en-ID" sz="1600" dirty="0" err="1"/>
              <a:t>menyetujui</a:t>
            </a:r>
            <a:r>
              <a:rPr lang="en-ID" sz="1600" dirty="0"/>
              <a:t> </a:t>
            </a:r>
            <a:r>
              <a:rPr lang="en-ID" sz="1600" dirty="0" err="1"/>
              <a:t>aktivitas</a:t>
            </a:r>
            <a:r>
              <a:rPr lang="en-ID" sz="1600" dirty="0"/>
              <a:t> </a:t>
            </a:r>
            <a:r>
              <a:rPr lang="en-ID" sz="1600" dirty="0" err="1"/>
              <a:t>seksual</a:t>
            </a:r>
            <a:r>
              <a:rPr lang="en-ID" sz="1600" dirty="0"/>
              <a:t> yang </a:t>
            </a:r>
            <a:r>
              <a:rPr lang="en-ID" sz="1600" dirty="0" err="1"/>
              <a:t>sebenarnya</a:t>
            </a:r>
            <a:r>
              <a:rPr lang="en-ID" sz="1600" dirty="0"/>
              <a:t> </a:t>
            </a:r>
            <a:r>
              <a:rPr lang="en-ID" sz="1600" dirty="0" err="1"/>
              <a:t>belum</a:t>
            </a:r>
            <a:r>
              <a:rPr lang="en-ID" sz="1600" dirty="0"/>
              <a:t> </a:t>
            </a:r>
            <a:r>
              <a:rPr lang="en-ID" sz="1600" dirty="0" err="1"/>
              <a:t>diinginkan</a:t>
            </a:r>
            <a:r>
              <a:rPr lang="en-ID" sz="1600" dirty="0"/>
              <a:t>. </a:t>
            </a:r>
          </a:p>
          <a:p>
            <a:r>
              <a:rPr lang="en-ID" sz="1600" b="1" dirty="0" err="1"/>
              <a:t>Pengambilan</a:t>
            </a:r>
            <a:r>
              <a:rPr lang="en-ID" sz="1600" b="1" dirty="0"/>
              <a:t> </a:t>
            </a:r>
            <a:r>
              <a:rPr lang="en-ID" sz="1600" b="1" dirty="0" err="1"/>
              <a:t>keputusan</a:t>
            </a:r>
            <a:r>
              <a:rPr lang="en-ID" sz="1600" b="1" dirty="0"/>
              <a:t> yang impulsive. </a:t>
            </a:r>
            <a:r>
              <a:rPr lang="en-ID" sz="1600" dirty="0"/>
              <a:t>Keputusan </a:t>
            </a:r>
            <a:r>
              <a:rPr lang="en-ID" sz="1600" dirty="0" err="1"/>
              <a:t>seksual</a:t>
            </a:r>
            <a:r>
              <a:rPr lang="en-ID" sz="1600" dirty="0"/>
              <a:t> yang </a:t>
            </a:r>
            <a:r>
              <a:rPr lang="en-ID" sz="1600" dirty="0" err="1"/>
              <a:t>diambil</a:t>
            </a:r>
            <a:r>
              <a:rPr lang="en-ID" sz="1600" dirty="0"/>
              <a:t> </a:t>
            </a:r>
            <a:r>
              <a:rPr lang="en-ID" sz="1600" dirty="0" err="1"/>
              <a:t>secara</a:t>
            </a:r>
            <a:r>
              <a:rPr lang="en-ID" sz="1600" dirty="0"/>
              <a:t> </a:t>
            </a:r>
            <a:r>
              <a:rPr lang="en-ID" sz="1600" dirty="0" err="1"/>
              <a:t>impulsif</a:t>
            </a:r>
            <a:r>
              <a:rPr lang="en-ID" sz="1600" dirty="0"/>
              <a:t>, </a:t>
            </a:r>
            <a:r>
              <a:rPr lang="en-ID" sz="1600" dirty="0" err="1"/>
              <a:t>misalnya</a:t>
            </a:r>
            <a:r>
              <a:rPr lang="en-ID" sz="1600" dirty="0"/>
              <a:t> di </a:t>
            </a:r>
            <a:r>
              <a:rPr lang="en-ID" sz="1600" dirty="0" err="1"/>
              <a:t>bawah</a:t>
            </a:r>
            <a:r>
              <a:rPr lang="en-ID" sz="1600" dirty="0"/>
              <a:t> </a:t>
            </a:r>
            <a:r>
              <a:rPr lang="en-ID" sz="1600" dirty="0" err="1"/>
              <a:t>pengaruh</a:t>
            </a:r>
            <a:r>
              <a:rPr lang="en-ID" sz="1600" dirty="0"/>
              <a:t> </a:t>
            </a:r>
            <a:r>
              <a:rPr lang="en-ID" sz="1600" dirty="0" err="1"/>
              <a:t>emosi</a:t>
            </a:r>
            <a:r>
              <a:rPr lang="en-ID" sz="1600" dirty="0"/>
              <a:t>, </a:t>
            </a:r>
            <a:r>
              <a:rPr lang="en-ID" sz="1600" dirty="0" err="1"/>
              <a:t>alkohol</a:t>
            </a:r>
            <a:r>
              <a:rPr lang="en-ID" sz="1600" dirty="0"/>
              <a:t>, </a:t>
            </a:r>
            <a:r>
              <a:rPr lang="en-ID" sz="1600" dirty="0" err="1"/>
              <a:t>atau</a:t>
            </a:r>
            <a:r>
              <a:rPr lang="en-ID" sz="1600" dirty="0"/>
              <a:t> </a:t>
            </a:r>
            <a:r>
              <a:rPr lang="en-ID" sz="1600" dirty="0" err="1"/>
              <a:t>situasi</a:t>
            </a:r>
            <a:r>
              <a:rPr lang="en-ID" sz="1600" dirty="0"/>
              <a:t> </a:t>
            </a:r>
            <a:r>
              <a:rPr lang="en-ID" sz="1600" dirty="0" err="1"/>
              <a:t>tertentu</a:t>
            </a:r>
            <a:r>
              <a:rPr lang="en-ID" sz="1600" dirty="0"/>
              <a:t>, </a:t>
            </a:r>
            <a:r>
              <a:rPr lang="en-ID" sz="1600" dirty="0" err="1"/>
              <a:t>sering</a:t>
            </a:r>
            <a:r>
              <a:rPr lang="en-ID" sz="1600" dirty="0"/>
              <a:t> kali </a:t>
            </a:r>
            <a:r>
              <a:rPr lang="en-ID" sz="1600" dirty="0" err="1"/>
              <a:t>tidak</a:t>
            </a:r>
            <a:r>
              <a:rPr lang="en-ID" sz="1600" dirty="0"/>
              <a:t> </a:t>
            </a:r>
            <a:r>
              <a:rPr lang="en-ID" sz="1600" dirty="0" err="1"/>
              <a:t>disertai</a:t>
            </a:r>
            <a:r>
              <a:rPr lang="en-ID" sz="1600" dirty="0"/>
              <a:t> </a:t>
            </a:r>
            <a:r>
              <a:rPr lang="en-ID" sz="1600" dirty="0" err="1"/>
              <a:t>perencanaan</a:t>
            </a:r>
            <a:r>
              <a:rPr lang="en-ID" sz="1600" dirty="0"/>
              <a:t> </a:t>
            </a:r>
            <a:r>
              <a:rPr lang="en-ID" sz="1600" dirty="0" err="1"/>
              <a:t>perlindungan</a:t>
            </a:r>
            <a:r>
              <a:rPr lang="en-ID" sz="1600" dirty="0"/>
              <a:t>. </a:t>
            </a:r>
            <a:r>
              <a:rPr lang="en-ID" sz="1600" dirty="0" err="1"/>
              <a:t>Dalam</a:t>
            </a:r>
            <a:r>
              <a:rPr lang="en-ID" sz="1600" dirty="0"/>
              <a:t> </a:t>
            </a:r>
            <a:r>
              <a:rPr lang="en-ID" sz="1600" dirty="0" err="1"/>
              <a:t>kondisi</a:t>
            </a:r>
            <a:r>
              <a:rPr lang="en-ID" sz="1600" dirty="0"/>
              <a:t> </a:t>
            </a:r>
            <a:r>
              <a:rPr lang="en-ID" sz="1600" dirty="0" err="1"/>
              <a:t>seperti</a:t>
            </a:r>
            <a:r>
              <a:rPr lang="en-ID" sz="1600" dirty="0"/>
              <a:t> </a:t>
            </a:r>
            <a:r>
              <a:rPr lang="en-ID" sz="1600" dirty="0" err="1"/>
              <a:t>ini</a:t>
            </a:r>
            <a:r>
              <a:rPr lang="en-ID" sz="1600" dirty="0"/>
              <a:t>, </a:t>
            </a:r>
            <a:r>
              <a:rPr lang="en-ID" sz="1600" dirty="0" err="1"/>
              <a:t>kemampuan</a:t>
            </a:r>
            <a:r>
              <a:rPr lang="en-ID" sz="1600" dirty="0"/>
              <a:t> </a:t>
            </a:r>
            <a:r>
              <a:rPr lang="en-ID" sz="1600" dirty="0" err="1"/>
              <a:t>menilai</a:t>
            </a:r>
            <a:r>
              <a:rPr lang="en-ID" sz="1600" dirty="0"/>
              <a:t> </a:t>
            </a:r>
            <a:r>
              <a:rPr lang="en-ID" sz="1600" dirty="0" err="1"/>
              <a:t>risiko</a:t>
            </a:r>
            <a:r>
              <a:rPr lang="en-ID" sz="1600" dirty="0"/>
              <a:t> </a:t>
            </a:r>
            <a:r>
              <a:rPr lang="en-ID" sz="1600" dirty="0" err="1"/>
              <a:t>menurun</a:t>
            </a:r>
            <a:r>
              <a:rPr lang="en-ID" sz="1600" dirty="0"/>
              <a:t>. </a:t>
            </a:r>
            <a:r>
              <a:rPr lang="en-ID" sz="1600" dirty="0" err="1"/>
              <a:t>Akibatnya</a:t>
            </a:r>
            <a:r>
              <a:rPr lang="en-ID" sz="1600" dirty="0"/>
              <a:t>, </a:t>
            </a:r>
            <a:r>
              <a:rPr lang="en-ID" sz="1600" dirty="0" err="1"/>
              <a:t>kemungkinan</a:t>
            </a:r>
            <a:r>
              <a:rPr lang="en-ID" sz="1600" dirty="0"/>
              <a:t> </a:t>
            </a:r>
            <a:r>
              <a:rPr lang="en-ID" sz="1600" dirty="0" err="1"/>
              <a:t>terjadinya</a:t>
            </a:r>
            <a:r>
              <a:rPr lang="en-ID" sz="1600" dirty="0"/>
              <a:t> </a:t>
            </a:r>
            <a:r>
              <a:rPr lang="en-ID" sz="1600" dirty="0" err="1"/>
              <a:t>hubungan</a:t>
            </a:r>
            <a:r>
              <a:rPr lang="en-ID" sz="1600" dirty="0"/>
              <a:t> </a:t>
            </a:r>
            <a:r>
              <a:rPr lang="en-ID" sz="1600" dirty="0" err="1"/>
              <a:t>seksual</a:t>
            </a:r>
            <a:r>
              <a:rPr lang="en-ID" sz="1600" dirty="0"/>
              <a:t> </a:t>
            </a:r>
            <a:r>
              <a:rPr lang="en-ID" sz="1600" dirty="0" err="1"/>
              <a:t>tanpa</a:t>
            </a:r>
            <a:r>
              <a:rPr lang="en-ID" sz="1600" dirty="0"/>
              <a:t> </a:t>
            </a:r>
            <a:r>
              <a:rPr lang="en-ID" sz="1600" dirty="0" err="1"/>
              <a:t>perlindungan</a:t>
            </a:r>
            <a:r>
              <a:rPr lang="en-ID" sz="1600" dirty="0"/>
              <a:t> </a:t>
            </a:r>
            <a:r>
              <a:rPr lang="en-ID" sz="1600" dirty="0" err="1"/>
              <a:t>menjadi</a:t>
            </a:r>
            <a:r>
              <a:rPr lang="en-ID" sz="1600" dirty="0"/>
              <a:t> </a:t>
            </a:r>
            <a:r>
              <a:rPr lang="en-ID" sz="1600" dirty="0" err="1"/>
              <a:t>lebih</a:t>
            </a:r>
            <a:r>
              <a:rPr lang="en-ID" sz="1600" dirty="0"/>
              <a:t> </a:t>
            </a:r>
            <a:r>
              <a:rPr lang="en-ID" sz="1600" dirty="0" err="1"/>
              <a:t>besar</a:t>
            </a:r>
            <a:r>
              <a:rPr lang="en-ID" sz="1600"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D" b="1" dirty="0" err="1"/>
              <a:t>Kekerasan</a:t>
            </a:r>
            <a:r>
              <a:rPr lang="en-ID" b="1" dirty="0"/>
              <a:t> </a:t>
            </a:r>
            <a:r>
              <a:rPr lang="en-ID" b="1" dirty="0" err="1"/>
              <a:t>Seksual</a:t>
            </a:r>
            <a:r>
              <a:rPr lang="en-ID" b="1" dirty="0"/>
              <a:t> dan </a:t>
            </a:r>
            <a:r>
              <a:rPr lang="en-ID" b="1" dirty="0" err="1"/>
              <a:t>Hubungan</a:t>
            </a:r>
            <a:r>
              <a:rPr lang="en-ID" b="1" dirty="0"/>
              <a:t> Tidak Setara</a:t>
            </a:r>
            <a:endParaRPr b="1" dirty="0"/>
          </a:p>
        </p:txBody>
      </p:sp>
      <p:sp>
        <p:nvSpPr>
          <p:cNvPr id="3" name="Content Placeholder 2"/>
          <p:cNvSpPr>
            <a:spLocks noGrp="1"/>
          </p:cNvSpPr>
          <p:nvPr>
            <p:ph idx="1"/>
          </p:nvPr>
        </p:nvSpPr>
        <p:spPr>
          <a:xfrm>
            <a:off x="-24580" y="1837418"/>
            <a:ext cx="9139084" cy="4877466"/>
          </a:xfrm>
        </p:spPr>
        <p:txBody>
          <a:bodyPr>
            <a:normAutofit fontScale="25000" lnSpcReduction="20000"/>
          </a:bodyPr>
          <a:lstStyle/>
          <a:p>
            <a:r>
              <a:rPr lang="en-ID" sz="7200" b="1" dirty="0" err="1"/>
              <a:t>Pemaksaan</a:t>
            </a:r>
            <a:r>
              <a:rPr lang="en-ID" sz="7200" b="1" dirty="0"/>
              <a:t> </a:t>
            </a:r>
            <a:r>
              <a:rPr lang="en-ID" sz="7200" b="1" dirty="0" err="1"/>
              <a:t>hubungan</a:t>
            </a:r>
            <a:r>
              <a:rPr lang="en-ID" sz="7200" b="1" dirty="0"/>
              <a:t> </a:t>
            </a:r>
            <a:r>
              <a:rPr lang="en-ID" sz="7200" b="1" dirty="0" err="1"/>
              <a:t>seksual</a:t>
            </a:r>
            <a:br>
              <a:rPr lang="en-ID" sz="7200" dirty="0"/>
            </a:br>
            <a:r>
              <a:rPr lang="en-ID" sz="7200" dirty="0" err="1"/>
              <a:t>Kekerasan</a:t>
            </a:r>
            <a:r>
              <a:rPr lang="en-ID" sz="7200" dirty="0"/>
              <a:t> </a:t>
            </a:r>
            <a:r>
              <a:rPr lang="en-ID" sz="7200" dirty="0" err="1"/>
              <a:t>seksual</a:t>
            </a:r>
            <a:r>
              <a:rPr lang="en-ID" sz="7200" dirty="0"/>
              <a:t> </a:t>
            </a:r>
            <a:r>
              <a:rPr lang="en-ID" sz="7200" dirty="0" err="1"/>
              <a:t>menyebabkan</a:t>
            </a:r>
            <a:r>
              <a:rPr lang="en-ID" sz="7200" dirty="0"/>
              <a:t> </a:t>
            </a:r>
            <a:r>
              <a:rPr lang="en-ID" sz="7200" dirty="0" err="1"/>
              <a:t>terjadinya</a:t>
            </a:r>
            <a:r>
              <a:rPr lang="en-ID" sz="7200" dirty="0"/>
              <a:t> </a:t>
            </a:r>
            <a:r>
              <a:rPr lang="en-ID" sz="7200" dirty="0" err="1"/>
              <a:t>hubungan</a:t>
            </a:r>
            <a:r>
              <a:rPr lang="en-ID" sz="7200" dirty="0"/>
              <a:t> </a:t>
            </a:r>
            <a:r>
              <a:rPr lang="en-ID" sz="7200" dirty="0" err="1"/>
              <a:t>seksual</a:t>
            </a:r>
            <a:r>
              <a:rPr lang="en-ID" sz="7200" dirty="0"/>
              <a:t> </a:t>
            </a:r>
            <a:r>
              <a:rPr lang="en-ID" sz="7200" dirty="0" err="1"/>
              <a:t>tanpa</a:t>
            </a:r>
            <a:r>
              <a:rPr lang="en-ID" sz="7200" dirty="0"/>
              <a:t> </a:t>
            </a:r>
            <a:r>
              <a:rPr lang="en-ID" sz="7200" dirty="0" err="1"/>
              <a:t>persetujuan</a:t>
            </a:r>
            <a:r>
              <a:rPr lang="en-ID" sz="7200" dirty="0"/>
              <a:t>, yang </a:t>
            </a:r>
            <a:r>
              <a:rPr lang="en-ID" sz="7200" dirty="0" err="1"/>
              <a:t>berpotensi</a:t>
            </a:r>
            <a:r>
              <a:rPr lang="en-ID" sz="7200" dirty="0"/>
              <a:t> </a:t>
            </a:r>
            <a:r>
              <a:rPr lang="en-ID" sz="7200" dirty="0" err="1"/>
              <a:t>menyebabkan</a:t>
            </a:r>
            <a:r>
              <a:rPr lang="en-ID" sz="7200" dirty="0"/>
              <a:t> </a:t>
            </a:r>
            <a:r>
              <a:rPr lang="en-ID" sz="7200" dirty="0" err="1"/>
              <a:t>kehamilan</a:t>
            </a:r>
            <a:r>
              <a:rPr lang="en-ID" sz="7200" dirty="0"/>
              <a:t>. Korban </a:t>
            </a:r>
            <a:r>
              <a:rPr lang="en-ID" sz="7200" dirty="0" err="1"/>
              <a:t>sering</a:t>
            </a:r>
            <a:r>
              <a:rPr lang="en-ID" sz="7200" dirty="0"/>
              <a:t> </a:t>
            </a:r>
            <a:r>
              <a:rPr lang="en-ID" sz="7200" dirty="0" err="1"/>
              <a:t>tidak</a:t>
            </a:r>
            <a:r>
              <a:rPr lang="en-ID" sz="7200" dirty="0"/>
              <a:t> </a:t>
            </a:r>
            <a:r>
              <a:rPr lang="en-ID" sz="7200" dirty="0" err="1"/>
              <a:t>memiliki</a:t>
            </a:r>
            <a:r>
              <a:rPr lang="en-ID" sz="7200" dirty="0"/>
              <a:t> </a:t>
            </a:r>
            <a:r>
              <a:rPr lang="en-ID" sz="7200" dirty="0" err="1"/>
              <a:t>kontrol</a:t>
            </a:r>
            <a:r>
              <a:rPr lang="en-ID" sz="7200" dirty="0"/>
              <a:t> </a:t>
            </a:r>
            <a:r>
              <a:rPr lang="en-ID" sz="7200" dirty="0" err="1"/>
              <a:t>terhadap</a:t>
            </a:r>
            <a:r>
              <a:rPr lang="en-ID" sz="7200" dirty="0"/>
              <a:t> </a:t>
            </a:r>
            <a:r>
              <a:rPr lang="en-ID" sz="7200" dirty="0" err="1"/>
              <a:t>situasi</a:t>
            </a:r>
            <a:r>
              <a:rPr lang="en-ID" sz="7200" dirty="0"/>
              <a:t> </a:t>
            </a:r>
            <a:r>
              <a:rPr lang="en-ID" sz="7200" dirty="0" err="1"/>
              <a:t>tersebut</a:t>
            </a:r>
            <a:r>
              <a:rPr lang="en-ID" sz="7200" dirty="0"/>
              <a:t>. Hal </a:t>
            </a:r>
            <a:r>
              <a:rPr lang="en-ID" sz="7200" dirty="0" err="1"/>
              <a:t>ini</a:t>
            </a:r>
            <a:r>
              <a:rPr lang="en-ID" sz="7200" dirty="0"/>
              <a:t> </a:t>
            </a:r>
            <a:r>
              <a:rPr lang="en-ID" sz="7200" dirty="0" err="1"/>
              <a:t>meningkatkan</a:t>
            </a:r>
            <a:r>
              <a:rPr lang="en-ID" sz="7200" dirty="0"/>
              <a:t> </a:t>
            </a:r>
            <a:r>
              <a:rPr lang="en-ID" sz="7200" dirty="0" err="1"/>
              <a:t>kerentanan</a:t>
            </a:r>
            <a:r>
              <a:rPr lang="en-ID" sz="7200" dirty="0"/>
              <a:t> </a:t>
            </a:r>
            <a:r>
              <a:rPr lang="en-ID" sz="7200" dirty="0" err="1"/>
              <a:t>terhadap</a:t>
            </a:r>
            <a:r>
              <a:rPr lang="en-ID" sz="7200" dirty="0"/>
              <a:t> </a:t>
            </a:r>
            <a:r>
              <a:rPr lang="en-ID" sz="7200" dirty="0" err="1"/>
              <a:t>kehamilan</a:t>
            </a:r>
            <a:r>
              <a:rPr lang="en-ID" sz="7200" dirty="0"/>
              <a:t> </a:t>
            </a:r>
            <a:r>
              <a:rPr lang="en-ID" sz="7200" dirty="0" err="1"/>
              <a:t>tidak</a:t>
            </a:r>
            <a:r>
              <a:rPr lang="en-ID" sz="7200" dirty="0"/>
              <a:t> </a:t>
            </a:r>
            <a:r>
              <a:rPr lang="en-ID" sz="7200" dirty="0" err="1"/>
              <a:t>diinginkan</a:t>
            </a:r>
            <a:r>
              <a:rPr lang="en-ID" sz="7200" dirty="0"/>
              <a:t>. </a:t>
            </a:r>
          </a:p>
          <a:p>
            <a:r>
              <a:rPr lang="en-ID" sz="7200" b="1" dirty="0" err="1"/>
              <a:t>Ketimpangan</a:t>
            </a:r>
            <a:r>
              <a:rPr lang="en-ID" sz="7200" b="1" dirty="0"/>
              <a:t> </a:t>
            </a:r>
            <a:r>
              <a:rPr lang="en-ID" sz="7200" b="1" dirty="0" err="1"/>
              <a:t>kekuasaan</a:t>
            </a:r>
            <a:br>
              <a:rPr lang="en-ID" sz="7200" dirty="0"/>
            </a:br>
            <a:r>
              <a:rPr lang="en-ID" sz="7200" dirty="0" err="1"/>
              <a:t>Dalam</a:t>
            </a:r>
            <a:r>
              <a:rPr lang="en-ID" sz="7200" dirty="0"/>
              <a:t> </a:t>
            </a:r>
            <a:r>
              <a:rPr lang="en-ID" sz="7200" dirty="0" err="1"/>
              <a:t>hubungan</a:t>
            </a:r>
            <a:r>
              <a:rPr lang="en-ID" sz="7200" dirty="0"/>
              <a:t> yang </a:t>
            </a:r>
            <a:r>
              <a:rPr lang="en-ID" sz="7200" dirty="0" err="1"/>
              <a:t>tidak</a:t>
            </a:r>
            <a:r>
              <a:rPr lang="en-ID" sz="7200" dirty="0"/>
              <a:t> </a:t>
            </a:r>
            <a:r>
              <a:rPr lang="en-ID" sz="7200" dirty="0" err="1"/>
              <a:t>setara</a:t>
            </a:r>
            <a:r>
              <a:rPr lang="en-ID" sz="7200" dirty="0"/>
              <a:t>, salah </a:t>
            </a:r>
            <a:r>
              <a:rPr lang="en-ID" sz="7200" dirty="0" err="1"/>
              <a:t>satu</a:t>
            </a:r>
            <a:r>
              <a:rPr lang="en-ID" sz="7200" dirty="0"/>
              <a:t> </a:t>
            </a:r>
            <a:r>
              <a:rPr lang="en-ID" sz="7200" dirty="0" err="1"/>
              <a:t>pihak</a:t>
            </a:r>
            <a:r>
              <a:rPr lang="en-ID" sz="7200" dirty="0"/>
              <a:t> </a:t>
            </a:r>
            <a:r>
              <a:rPr lang="en-ID" sz="7200" dirty="0" err="1"/>
              <a:t>memiliki</a:t>
            </a:r>
            <a:r>
              <a:rPr lang="en-ID" sz="7200" dirty="0"/>
              <a:t> </a:t>
            </a:r>
            <a:r>
              <a:rPr lang="en-ID" sz="7200" dirty="0" err="1"/>
              <a:t>kontrol</a:t>
            </a:r>
            <a:r>
              <a:rPr lang="en-ID" sz="7200" dirty="0"/>
              <a:t> </a:t>
            </a:r>
            <a:r>
              <a:rPr lang="en-ID" sz="7200" dirty="0" err="1"/>
              <a:t>lebih</a:t>
            </a:r>
            <a:r>
              <a:rPr lang="en-ID" sz="7200" dirty="0"/>
              <a:t> </a:t>
            </a:r>
            <a:r>
              <a:rPr lang="en-ID" sz="7200" dirty="0" err="1"/>
              <a:t>besar</a:t>
            </a:r>
            <a:r>
              <a:rPr lang="en-ID" sz="7200" dirty="0"/>
              <a:t>, </a:t>
            </a:r>
            <a:r>
              <a:rPr lang="en-ID" sz="7200" dirty="0" err="1"/>
              <a:t>sehingga</a:t>
            </a:r>
            <a:r>
              <a:rPr lang="en-ID" sz="7200" dirty="0"/>
              <a:t> </a:t>
            </a:r>
            <a:r>
              <a:rPr lang="en-ID" sz="7200" dirty="0" err="1"/>
              <a:t>keputusan</a:t>
            </a:r>
            <a:r>
              <a:rPr lang="en-ID" sz="7200" dirty="0"/>
              <a:t> </a:t>
            </a:r>
            <a:r>
              <a:rPr lang="en-ID" sz="7200" dirty="0" err="1"/>
              <a:t>terkait</a:t>
            </a:r>
            <a:r>
              <a:rPr lang="en-ID" sz="7200" dirty="0"/>
              <a:t> </a:t>
            </a:r>
            <a:r>
              <a:rPr lang="en-ID" sz="7200" dirty="0" err="1"/>
              <a:t>reproduksi</a:t>
            </a:r>
            <a:r>
              <a:rPr lang="en-ID" sz="7200" dirty="0"/>
              <a:t> </a:t>
            </a:r>
            <a:r>
              <a:rPr lang="en-ID" sz="7200" dirty="0" err="1"/>
              <a:t>tidak</a:t>
            </a:r>
            <a:r>
              <a:rPr lang="en-ID" sz="7200" dirty="0"/>
              <a:t> </a:t>
            </a:r>
            <a:r>
              <a:rPr lang="en-ID" sz="7200" dirty="0" err="1"/>
              <a:t>seimbang</a:t>
            </a:r>
            <a:r>
              <a:rPr lang="en-ID" sz="7200" dirty="0"/>
              <a:t>. Hal </a:t>
            </a:r>
            <a:r>
              <a:rPr lang="en-ID" sz="7200" dirty="0" err="1"/>
              <a:t>ini</a:t>
            </a:r>
            <a:r>
              <a:rPr lang="en-ID" sz="7200" dirty="0"/>
              <a:t> </a:t>
            </a:r>
            <a:r>
              <a:rPr lang="en-ID" sz="7200" dirty="0" err="1"/>
              <a:t>sering</a:t>
            </a:r>
            <a:r>
              <a:rPr lang="en-ID" sz="7200" dirty="0"/>
              <a:t> </a:t>
            </a:r>
            <a:r>
              <a:rPr lang="en-ID" sz="7200" dirty="0" err="1"/>
              <a:t>terjadi</a:t>
            </a:r>
            <a:r>
              <a:rPr lang="en-ID" sz="7200" dirty="0"/>
              <a:t> pada </a:t>
            </a:r>
            <a:r>
              <a:rPr lang="en-ID" sz="7200" dirty="0" err="1"/>
              <a:t>hubungan</a:t>
            </a:r>
            <a:r>
              <a:rPr lang="en-ID" sz="7200" dirty="0"/>
              <a:t> </a:t>
            </a:r>
            <a:r>
              <a:rPr lang="en-ID" sz="7200" dirty="0" err="1"/>
              <a:t>usia</a:t>
            </a:r>
            <a:r>
              <a:rPr lang="en-ID" sz="7200" dirty="0"/>
              <a:t> </a:t>
            </a:r>
            <a:r>
              <a:rPr lang="en-ID" sz="7200" dirty="0" err="1"/>
              <a:t>berbeda</a:t>
            </a:r>
            <a:r>
              <a:rPr lang="en-ID" sz="7200" dirty="0"/>
              <a:t> </a:t>
            </a:r>
            <a:r>
              <a:rPr lang="en-ID" sz="7200" dirty="0" err="1"/>
              <a:t>atau</a:t>
            </a:r>
            <a:r>
              <a:rPr lang="en-ID" sz="7200" dirty="0"/>
              <a:t> </a:t>
            </a:r>
            <a:r>
              <a:rPr lang="en-ID" sz="7200" dirty="0" err="1"/>
              <a:t>relasi</a:t>
            </a:r>
            <a:r>
              <a:rPr lang="en-ID" sz="7200" dirty="0"/>
              <a:t> yang </a:t>
            </a:r>
            <a:r>
              <a:rPr lang="en-ID" sz="7200" dirty="0" err="1"/>
              <a:t>tidak</a:t>
            </a:r>
            <a:r>
              <a:rPr lang="en-ID" sz="7200" dirty="0"/>
              <a:t> </a:t>
            </a:r>
            <a:r>
              <a:rPr lang="en-ID" sz="7200" dirty="0" err="1"/>
              <a:t>sehat</a:t>
            </a:r>
            <a:r>
              <a:rPr lang="en-ID" sz="7200" dirty="0"/>
              <a:t>. </a:t>
            </a:r>
            <a:r>
              <a:rPr lang="en-ID" sz="7200" dirty="0" err="1"/>
              <a:t>Ketimpangan</a:t>
            </a:r>
            <a:r>
              <a:rPr lang="en-ID" sz="7200" dirty="0"/>
              <a:t> </a:t>
            </a:r>
            <a:r>
              <a:rPr lang="en-ID" sz="7200" dirty="0" err="1"/>
              <a:t>ini</a:t>
            </a:r>
            <a:r>
              <a:rPr lang="en-ID" sz="7200" dirty="0"/>
              <a:t> </a:t>
            </a:r>
            <a:r>
              <a:rPr lang="en-ID" sz="7200" dirty="0" err="1"/>
              <a:t>mengurangi</a:t>
            </a:r>
            <a:r>
              <a:rPr lang="en-ID" sz="7200" dirty="0"/>
              <a:t> </a:t>
            </a:r>
            <a:r>
              <a:rPr lang="en-ID" sz="7200" dirty="0" err="1"/>
              <a:t>kemampuan</a:t>
            </a:r>
            <a:r>
              <a:rPr lang="en-ID" sz="7200" dirty="0"/>
              <a:t> </a:t>
            </a:r>
            <a:r>
              <a:rPr lang="en-ID" sz="7200" dirty="0" err="1"/>
              <a:t>individu</a:t>
            </a:r>
            <a:r>
              <a:rPr lang="en-ID" sz="7200" dirty="0"/>
              <a:t> </a:t>
            </a:r>
            <a:r>
              <a:rPr lang="en-ID" sz="7200" dirty="0" err="1"/>
              <a:t>untuk</a:t>
            </a:r>
            <a:r>
              <a:rPr lang="en-ID" sz="7200" dirty="0"/>
              <a:t> </a:t>
            </a:r>
            <a:r>
              <a:rPr lang="en-ID" sz="7200" dirty="0" err="1"/>
              <a:t>melindungi</a:t>
            </a:r>
            <a:r>
              <a:rPr lang="en-ID" sz="7200" dirty="0"/>
              <a:t> </a:t>
            </a:r>
            <a:r>
              <a:rPr lang="en-ID" sz="7200" dirty="0" err="1"/>
              <a:t>diri</a:t>
            </a:r>
            <a:r>
              <a:rPr lang="en-ID" sz="7200" dirty="0"/>
              <a:t>. </a:t>
            </a:r>
          </a:p>
          <a:p>
            <a:r>
              <a:rPr lang="en-ID" sz="7200" b="1" dirty="0" err="1"/>
              <a:t>Dampak</a:t>
            </a:r>
            <a:r>
              <a:rPr lang="en-ID" sz="7200" b="1" dirty="0"/>
              <a:t> </a:t>
            </a:r>
            <a:r>
              <a:rPr lang="en-ID" sz="7200" b="1" dirty="0" err="1"/>
              <a:t>psikologis</a:t>
            </a:r>
            <a:br>
              <a:rPr lang="en-ID" sz="7200" dirty="0"/>
            </a:br>
            <a:r>
              <a:rPr lang="en-ID" sz="7200" dirty="0"/>
              <a:t>Korban </a:t>
            </a:r>
            <a:r>
              <a:rPr lang="en-ID" sz="7200" dirty="0" err="1"/>
              <a:t>kekerasan</a:t>
            </a:r>
            <a:r>
              <a:rPr lang="en-ID" sz="7200" dirty="0"/>
              <a:t> </a:t>
            </a:r>
            <a:r>
              <a:rPr lang="en-ID" sz="7200" dirty="0" err="1"/>
              <a:t>seksual</a:t>
            </a:r>
            <a:r>
              <a:rPr lang="en-ID" sz="7200" dirty="0"/>
              <a:t> </a:t>
            </a:r>
            <a:r>
              <a:rPr lang="en-ID" sz="7200" dirty="0" err="1"/>
              <a:t>sering</a:t>
            </a:r>
            <a:r>
              <a:rPr lang="en-ID" sz="7200" dirty="0"/>
              <a:t> </a:t>
            </a:r>
            <a:r>
              <a:rPr lang="en-ID" sz="7200" dirty="0" err="1"/>
              <a:t>mengalami</a:t>
            </a:r>
            <a:r>
              <a:rPr lang="en-ID" sz="7200" dirty="0"/>
              <a:t> trauma, </a:t>
            </a:r>
            <a:r>
              <a:rPr lang="en-ID" sz="7200" dirty="0" err="1"/>
              <a:t>depresi</a:t>
            </a:r>
            <a:r>
              <a:rPr lang="en-ID" sz="7200" dirty="0"/>
              <a:t>, dan </a:t>
            </a:r>
            <a:r>
              <a:rPr lang="en-ID" sz="7200" dirty="0" err="1"/>
              <a:t>kecemasan</a:t>
            </a:r>
            <a:r>
              <a:rPr lang="en-ID" sz="7200" dirty="0"/>
              <a:t>. </a:t>
            </a:r>
            <a:r>
              <a:rPr lang="en-ID" sz="7200" dirty="0" err="1"/>
              <a:t>Kondisi</a:t>
            </a:r>
            <a:r>
              <a:rPr lang="en-ID" sz="7200" dirty="0"/>
              <a:t> </a:t>
            </a:r>
            <a:r>
              <a:rPr lang="en-ID" sz="7200" dirty="0" err="1"/>
              <a:t>ini</a:t>
            </a:r>
            <a:r>
              <a:rPr lang="en-ID" sz="7200" dirty="0"/>
              <a:t> </a:t>
            </a:r>
            <a:r>
              <a:rPr lang="en-ID" sz="7200" dirty="0" err="1"/>
              <a:t>memengaruhi</a:t>
            </a:r>
            <a:r>
              <a:rPr lang="en-ID" sz="7200" dirty="0"/>
              <a:t> </a:t>
            </a:r>
            <a:r>
              <a:rPr lang="en-ID" sz="7200" dirty="0" err="1"/>
              <a:t>kemampuan</a:t>
            </a:r>
            <a:r>
              <a:rPr lang="en-ID" sz="7200" dirty="0"/>
              <a:t> </a:t>
            </a:r>
            <a:r>
              <a:rPr lang="en-ID" sz="7200" dirty="0" err="1"/>
              <a:t>mereka</a:t>
            </a:r>
            <a:r>
              <a:rPr lang="en-ID" sz="7200" dirty="0"/>
              <a:t> </a:t>
            </a:r>
            <a:r>
              <a:rPr lang="en-ID" sz="7200" dirty="0" err="1"/>
              <a:t>dalam</a:t>
            </a:r>
            <a:r>
              <a:rPr lang="en-ID" sz="7200" dirty="0"/>
              <a:t> </a:t>
            </a:r>
            <a:r>
              <a:rPr lang="en-ID" sz="7200" dirty="0" err="1"/>
              <a:t>mengambil</a:t>
            </a:r>
            <a:r>
              <a:rPr lang="en-ID" sz="7200" dirty="0"/>
              <a:t> </a:t>
            </a:r>
            <a:r>
              <a:rPr lang="en-ID" sz="7200" dirty="0" err="1"/>
              <a:t>keputusan</a:t>
            </a:r>
            <a:r>
              <a:rPr lang="en-ID" sz="7200" dirty="0"/>
              <a:t> </a:t>
            </a:r>
            <a:r>
              <a:rPr lang="en-ID" sz="7200" dirty="0" err="1"/>
              <a:t>terkait</a:t>
            </a:r>
            <a:r>
              <a:rPr lang="en-ID" sz="7200" dirty="0"/>
              <a:t> </a:t>
            </a:r>
            <a:r>
              <a:rPr lang="en-ID" sz="7200" dirty="0" err="1"/>
              <a:t>kesehatan</a:t>
            </a:r>
            <a:r>
              <a:rPr lang="en-ID" sz="7200" dirty="0"/>
              <a:t> </a:t>
            </a:r>
            <a:r>
              <a:rPr lang="en-ID" sz="7200" dirty="0" err="1"/>
              <a:t>reproduksi</a:t>
            </a:r>
            <a:r>
              <a:rPr lang="en-ID" sz="7200" dirty="0"/>
              <a:t>. </a:t>
            </a:r>
            <a:r>
              <a:rPr lang="en-ID" sz="7200" dirty="0" err="1"/>
              <a:t>Dampak</a:t>
            </a:r>
            <a:r>
              <a:rPr lang="en-ID" sz="7200" dirty="0"/>
              <a:t> </a:t>
            </a:r>
            <a:r>
              <a:rPr lang="en-ID" sz="7200" dirty="0" err="1"/>
              <a:t>ini</a:t>
            </a:r>
            <a:r>
              <a:rPr lang="en-ID" sz="7200" dirty="0"/>
              <a:t> </a:t>
            </a:r>
            <a:r>
              <a:rPr lang="en-ID" sz="7200" dirty="0" err="1"/>
              <a:t>dapat</a:t>
            </a:r>
            <a:r>
              <a:rPr lang="en-ID" sz="7200" dirty="0"/>
              <a:t> </a:t>
            </a:r>
            <a:r>
              <a:rPr lang="en-ID" sz="7200" dirty="0" err="1"/>
              <a:t>berlangsung</a:t>
            </a:r>
            <a:r>
              <a:rPr lang="en-ID" sz="7200" dirty="0"/>
              <a:t> </a:t>
            </a:r>
            <a:r>
              <a:rPr lang="en-ID" sz="7200" dirty="0" err="1"/>
              <a:t>dalam</a:t>
            </a:r>
            <a:r>
              <a:rPr lang="en-ID" sz="7200" dirty="0"/>
              <a:t> </a:t>
            </a:r>
            <a:r>
              <a:rPr lang="en-ID" sz="7200" dirty="0" err="1"/>
              <a:t>jangka</a:t>
            </a:r>
            <a:r>
              <a:rPr lang="en-ID" sz="7200" dirty="0"/>
              <a:t> </a:t>
            </a:r>
            <a:r>
              <a:rPr lang="en-ID" sz="7200" dirty="0" err="1"/>
              <a:t>panjang</a:t>
            </a:r>
            <a:r>
              <a:rPr lang="en-ID" sz="7200" dirty="0"/>
              <a:t>. </a:t>
            </a:r>
          </a:p>
          <a:p>
            <a:r>
              <a:rPr lang="en-ID" sz="7200" b="1" dirty="0" err="1"/>
              <a:t>Kurangnya</a:t>
            </a:r>
            <a:r>
              <a:rPr lang="en-ID" sz="7200" b="1" dirty="0"/>
              <a:t> </a:t>
            </a:r>
            <a:r>
              <a:rPr lang="en-ID" sz="7200" b="1" dirty="0" err="1"/>
              <a:t>perlindungan</a:t>
            </a:r>
            <a:r>
              <a:rPr lang="en-ID" sz="7200" b="1" dirty="0"/>
              <a:t> </a:t>
            </a:r>
            <a:r>
              <a:rPr lang="en-ID" sz="7200" b="1" dirty="0" err="1"/>
              <a:t>hukum</a:t>
            </a:r>
            <a:r>
              <a:rPr lang="en-ID" sz="7200" b="1" dirty="0"/>
              <a:t> dan </a:t>
            </a:r>
            <a:r>
              <a:rPr lang="en-ID" sz="7200" b="1" dirty="0" err="1"/>
              <a:t>sosial</a:t>
            </a:r>
            <a:br>
              <a:rPr lang="en-ID" sz="7200" dirty="0"/>
            </a:br>
            <a:r>
              <a:rPr lang="en-ID" sz="7200" dirty="0" err="1"/>
              <a:t>Kurangnya</a:t>
            </a:r>
            <a:r>
              <a:rPr lang="en-ID" sz="7200" dirty="0"/>
              <a:t> </a:t>
            </a:r>
            <a:r>
              <a:rPr lang="en-ID" sz="7200" dirty="0" err="1"/>
              <a:t>sistem</a:t>
            </a:r>
            <a:r>
              <a:rPr lang="en-ID" sz="7200" dirty="0"/>
              <a:t> </a:t>
            </a:r>
            <a:r>
              <a:rPr lang="en-ID" sz="7200" dirty="0" err="1"/>
              <a:t>perlindungan</a:t>
            </a:r>
            <a:r>
              <a:rPr lang="en-ID" sz="7200" dirty="0"/>
              <a:t> yang </a:t>
            </a:r>
            <a:r>
              <a:rPr lang="en-ID" sz="7200" dirty="0" err="1"/>
              <a:t>efektif</a:t>
            </a:r>
            <a:r>
              <a:rPr lang="en-ID" sz="7200" dirty="0"/>
              <a:t> </a:t>
            </a:r>
            <a:r>
              <a:rPr lang="en-ID" sz="7200" dirty="0" err="1"/>
              <a:t>menyebabkan</a:t>
            </a:r>
            <a:r>
              <a:rPr lang="en-ID" sz="7200" dirty="0"/>
              <a:t> korban </a:t>
            </a:r>
            <a:r>
              <a:rPr lang="en-ID" sz="7200" dirty="0" err="1"/>
              <a:t>tidak</a:t>
            </a:r>
            <a:r>
              <a:rPr lang="en-ID" sz="7200" dirty="0"/>
              <a:t> </a:t>
            </a:r>
            <a:r>
              <a:rPr lang="en-ID" sz="7200" dirty="0" err="1"/>
              <a:t>mendapatkan</a:t>
            </a:r>
            <a:r>
              <a:rPr lang="en-ID" sz="7200" dirty="0"/>
              <a:t> </a:t>
            </a:r>
            <a:r>
              <a:rPr lang="en-ID" sz="7200" dirty="0" err="1"/>
              <a:t>bantuan</a:t>
            </a:r>
            <a:r>
              <a:rPr lang="en-ID" sz="7200" dirty="0"/>
              <a:t> yang </a:t>
            </a:r>
            <a:r>
              <a:rPr lang="en-ID" sz="7200" dirty="0" err="1"/>
              <a:t>memadai</a:t>
            </a:r>
            <a:r>
              <a:rPr lang="en-ID" sz="7200" dirty="0"/>
              <a:t>. Hal </a:t>
            </a:r>
            <a:r>
              <a:rPr lang="en-ID" sz="7200" dirty="0" err="1"/>
              <a:t>ini</a:t>
            </a:r>
            <a:r>
              <a:rPr lang="en-ID" sz="7200" dirty="0"/>
              <a:t> </a:t>
            </a:r>
            <a:r>
              <a:rPr lang="en-ID" sz="7200" dirty="0" err="1"/>
              <a:t>memperburuk</a:t>
            </a:r>
            <a:r>
              <a:rPr lang="en-ID" sz="7200" dirty="0"/>
              <a:t> </a:t>
            </a:r>
            <a:r>
              <a:rPr lang="en-ID" sz="7200" dirty="0" err="1"/>
              <a:t>kondisi</a:t>
            </a:r>
            <a:r>
              <a:rPr lang="en-ID" sz="7200" dirty="0"/>
              <a:t> dan </a:t>
            </a:r>
            <a:r>
              <a:rPr lang="en-ID" sz="7200" dirty="0" err="1"/>
              <a:t>meningkatkan</a:t>
            </a:r>
            <a:r>
              <a:rPr lang="en-ID" sz="7200" dirty="0"/>
              <a:t> </a:t>
            </a:r>
            <a:r>
              <a:rPr lang="en-ID" sz="7200" dirty="0" err="1"/>
              <a:t>risiko</a:t>
            </a:r>
            <a:r>
              <a:rPr lang="en-ID" sz="7200" dirty="0"/>
              <a:t> </a:t>
            </a:r>
            <a:r>
              <a:rPr lang="en-ID" sz="7200" dirty="0" err="1"/>
              <a:t>kehamilan</a:t>
            </a:r>
            <a:r>
              <a:rPr lang="en-ID" sz="7200" dirty="0"/>
              <a:t> </a:t>
            </a:r>
            <a:r>
              <a:rPr lang="en-ID" sz="7200" dirty="0" err="1"/>
              <a:t>tidak</a:t>
            </a:r>
            <a:r>
              <a:rPr lang="en-ID" sz="7200" dirty="0"/>
              <a:t> </a:t>
            </a:r>
            <a:r>
              <a:rPr lang="en-ID" sz="7200" dirty="0" err="1"/>
              <a:t>diinginkan</a:t>
            </a:r>
            <a:r>
              <a:rPr lang="en-ID" sz="7200" dirty="0"/>
              <a:t>. </a:t>
            </a:r>
            <a:r>
              <a:rPr lang="en-ID" sz="7200" dirty="0" err="1"/>
              <a:t>Dukungan</a:t>
            </a:r>
            <a:r>
              <a:rPr lang="en-ID" sz="7200" dirty="0"/>
              <a:t> </a:t>
            </a:r>
            <a:r>
              <a:rPr lang="en-ID" sz="7200" dirty="0" err="1"/>
              <a:t>sosial</a:t>
            </a:r>
            <a:r>
              <a:rPr lang="en-ID" sz="7200" dirty="0"/>
              <a:t> dan </a:t>
            </a:r>
            <a:r>
              <a:rPr lang="en-ID" sz="7200" dirty="0" err="1"/>
              <a:t>hukum</a:t>
            </a:r>
            <a:r>
              <a:rPr lang="en-ID" sz="7200" dirty="0"/>
              <a:t> sangat </a:t>
            </a:r>
            <a:r>
              <a:rPr lang="en-ID" sz="7200" dirty="0" err="1"/>
              <a:t>diperlukan</a:t>
            </a:r>
            <a:r>
              <a:rPr lang="en-ID" sz="72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009C558-2E4D-D9AA-5A84-2278154585DA}"/>
              </a:ext>
            </a:extLst>
          </p:cNvPr>
          <p:cNvPicPr>
            <a:picLocks noChangeAspect="1"/>
          </p:cNvPicPr>
          <p:nvPr/>
        </p:nvPicPr>
        <p:blipFill>
          <a:blip r:embed="rId2"/>
          <a:srcRect l="14384" t="3456" r="17191" b="5657"/>
          <a:stretch>
            <a:fillRect/>
          </a:stretch>
        </p:blipFill>
        <p:spPr>
          <a:xfrm>
            <a:off x="100584" y="101046"/>
            <a:ext cx="9043416" cy="6655908"/>
          </a:xfrm>
          <a:prstGeom prst="rect">
            <a:avLst/>
          </a:prstGeom>
        </p:spPr>
      </p:pic>
    </p:spTree>
    <p:extLst>
      <p:ext uri="{BB962C8B-B14F-4D97-AF65-F5344CB8AC3E}">
        <p14:creationId xmlns:p14="http://schemas.microsoft.com/office/powerpoint/2010/main" val="1702523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D5A5B-FDF3-AF4A-647E-6B34AA5D2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7C752-0EDE-6EA4-7C24-567FDCD83383}"/>
              </a:ext>
            </a:extLst>
          </p:cNvPr>
          <p:cNvSpPr>
            <a:spLocks noGrp="1"/>
          </p:cNvSpPr>
          <p:nvPr>
            <p:ph type="title"/>
          </p:nvPr>
        </p:nvSpPr>
        <p:spPr/>
        <p:txBody>
          <a:bodyPr>
            <a:normAutofit/>
          </a:bodyPr>
          <a:lstStyle/>
          <a:p>
            <a:r>
              <a:rPr lang="en-ID" b="1" dirty="0"/>
              <a:t>Faktor Sosial, </a:t>
            </a:r>
            <a:r>
              <a:rPr lang="en-ID" b="1" dirty="0" err="1"/>
              <a:t>Budaya</a:t>
            </a:r>
            <a:r>
              <a:rPr lang="en-ID" b="1" dirty="0"/>
              <a:t>, dan </a:t>
            </a:r>
            <a:r>
              <a:rPr lang="en-ID" b="1" dirty="0" err="1"/>
              <a:t>Keluarga</a:t>
            </a:r>
            <a:endParaRPr b="1" dirty="0"/>
          </a:p>
        </p:txBody>
      </p:sp>
      <p:sp>
        <p:nvSpPr>
          <p:cNvPr id="3" name="Content Placeholder 2">
            <a:extLst>
              <a:ext uri="{FF2B5EF4-FFF2-40B4-BE49-F238E27FC236}">
                <a16:creationId xmlns:a16="http://schemas.microsoft.com/office/drawing/2014/main" id="{DC53B9BA-2FE7-DC94-4663-3C4894B5EAA9}"/>
              </a:ext>
            </a:extLst>
          </p:cNvPr>
          <p:cNvSpPr>
            <a:spLocks noGrp="1"/>
          </p:cNvSpPr>
          <p:nvPr>
            <p:ph idx="1"/>
          </p:nvPr>
        </p:nvSpPr>
        <p:spPr>
          <a:xfrm>
            <a:off x="-24580" y="1745914"/>
            <a:ext cx="9139084" cy="4877466"/>
          </a:xfrm>
        </p:spPr>
        <p:txBody>
          <a:bodyPr>
            <a:normAutofit fontScale="25000" lnSpcReduction="20000"/>
          </a:bodyPr>
          <a:lstStyle/>
          <a:p>
            <a:r>
              <a:rPr lang="en-ID" sz="7200" b="1" dirty="0"/>
              <a:t>Norma yang </a:t>
            </a:r>
            <a:r>
              <a:rPr lang="en-ID" sz="7200" b="1" dirty="0" err="1"/>
              <a:t>membatasi</a:t>
            </a:r>
            <a:r>
              <a:rPr lang="en-ID" sz="7200" b="1" dirty="0"/>
              <a:t> </a:t>
            </a:r>
            <a:r>
              <a:rPr lang="en-ID" sz="7200" b="1" dirty="0" err="1"/>
              <a:t>komunikasi</a:t>
            </a:r>
            <a:r>
              <a:rPr lang="en-ID" sz="7200" b="1" dirty="0"/>
              <a:t>. </a:t>
            </a:r>
            <a:r>
              <a:rPr lang="en-ID" sz="7200" dirty="0" err="1"/>
              <a:t>Dalam</a:t>
            </a:r>
            <a:r>
              <a:rPr lang="en-ID" sz="7200" dirty="0"/>
              <a:t> </a:t>
            </a:r>
            <a:r>
              <a:rPr lang="en-ID" sz="7200" dirty="0" err="1"/>
              <a:t>banyak</a:t>
            </a:r>
            <a:r>
              <a:rPr lang="en-ID" sz="7200" dirty="0"/>
              <a:t> </a:t>
            </a:r>
            <a:r>
              <a:rPr lang="en-ID" sz="7200" dirty="0" err="1"/>
              <a:t>keluarga</a:t>
            </a:r>
            <a:r>
              <a:rPr lang="en-ID" sz="7200" dirty="0"/>
              <a:t>, </a:t>
            </a:r>
            <a:r>
              <a:rPr lang="en-ID" sz="7200" dirty="0" err="1"/>
              <a:t>pembicaraan</a:t>
            </a:r>
            <a:r>
              <a:rPr lang="en-ID" sz="7200" dirty="0"/>
              <a:t> </a:t>
            </a:r>
            <a:r>
              <a:rPr lang="en-ID" sz="7200" dirty="0" err="1"/>
              <a:t>tentang</a:t>
            </a:r>
            <a:r>
              <a:rPr lang="en-ID" sz="7200" dirty="0"/>
              <a:t> </a:t>
            </a:r>
            <a:r>
              <a:rPr lang="en-ID" sz="7200" dirty="0" err="1"/>
              <a:t>seksualitas</a:t>
            </a:r>
            <a:r>
              <a:rPr lang="en-ID" sz="7200" dirty="0"/>
              <a:t> dan </a:t>
            </a:r>
            <a:r>
              <a:rPr lang="en-ID" sz="7200" dirty="0" err="1"/>
              <a:t>reproduksi</a:t>
            </a:r>
            <a:r>
              <a:rPr lang="en-ID" sz="7200" dirty="0"/>
              <a:t> </a:t>
            </a:r>
            <a:r>
              <a:rPr lang="en-ID" sz="7200" dirty="0" err="1"/>
              <a:t>masih</a:t>
            </a:r>
            <a:r>
              <a:rPr lang="en-ID" sz="7200" dirty="0"/>
              <a:t> </a:t>
            </a:r>
            <a:r>
              <a:rPr lang="en-ID" sz="7200" dirty="0" err="1"/>
              <a:t>dianggap</a:t>
            </a:r>
            <a:r>
              <a:rPr lang="en-ID" sz="7200" dirty="0"/>
              <a:t> tabu. </a:t>
            </a:r>
            <a:r>
              <a:rPr lang="en-ID" sz="7200" dirty="0" err="1"/>
              <a:t>Akibatnya</a:t>
            </a:r>
            <a:r>
              <a:rPr lang="en-ID" sz="7200" dirty="0"/>
              <a:t>, </a:t>
            </a:r>
            <a:r>
              <a:rPr lang="en-ID" sz="7200" dirty="0" err="1"/>
              <a:t>remaja</a:t>
            </a:r>
            <a:r>
              <a:rPr lang="en-ID" sz="7200" dirty="0"/>
              <a:t> </a:t>
            </a:r>
            <a:r>
              <a:rPr lang="en-ID" sz="7200" dirty="0" err="1"/>
              <a:t>tidak</a:t>
            </a:r>
            <a:r>
              <a:rPr lang="en-ID" sz="7200" dirty="0"/>
              <a:t> </a:t>
            </a:r>
            <a:r>
              <a:rPr lang="en-ID" sz="7200" dirty="0" err="1"/>
              <a:t>memiliki</a:t>
            </a:r>
            <a:r>
              <a:rPr lang="en-ID" sz="7200" dirty="0"/>
              <a:t> </a:t>
            </a:r>
            <a:r>
              <a:rPr lang="en-ID" sz="7200" dirty="0" err="1"/>
              <a:t>ruang</a:t>
            </a:r>
            <a:r>
              <a:rPr lang="en-ID" sz="7200" dirty="0"/>
              <a:t> </a:t>
            </a:r>
            <a:r>
              <a:rPr lang="en-ID" sz="7200" dirty="0" err="1"/>
              <a:t>aman</a:t>
            </a:r>
            <a:r>
              <a:rPr lang="en-ID" sz="7200" dirty="0"/>
              <a:t> </a:t>
            </a:r>
            <a:r>
              <a:rPr lang="en-ID" sz="7200" dirty="0" err="1"/>
              <a:t>untuk</a:t>
            </a:r>
            <a:r>
              <a:rPr lang="en-ID" sz="7200" dirty="0"/>
              <a:t> </a:t>
            </a:r>
            <a:r>
              <a:rPr lang="en-ID" sz="7200" dirty="0" err="1"/>
              <a:t>bertanya</a:t>
            </a:r>
            <a:r>
              <a:rPr lang="en-ID" sz="7200" dirty="0"/>
              <a:t> </a:t>
            </a:r>
            <a:r>
              <a:rPr lang="en-ID" sz="7200" dirty="0" err="1"/>
              <a:t>atau</a:t>
            </a:r>
            <a:r>
              <a:rPr lang="en-ID" sz="7200" dirty="0"/>
              <a:t> </a:t>
            </a:r>
            <a:r>
              <a:rPr lang="en-ID" sz="7200" dirty="0" err="1"/>
              <a:t>berdiskusi</a:t>
            </a:r>
            <a:r>
              <a:rPr lang="en-ID" sz="7200" dirty="0"/>
              <a:t> </a:t>
            </a:r>
            <a:r>
              <a:rPr lang="en-ID" sz="7200" dirty="0" err="1"/>
              <a:t>tentang</a:t>
            </a:r>
            <a:r>
              <a:rPr lang="en-ID" sz="7200" dirty="0"/>
              <a:t> </a:t>
            </a:r>
            <a:r>
              <a:rPr lang="en-ID" sz="7200" dirty="0" err="1"/>
              <a:t>risiko</a:t>
            </a:r>
            <a:r>
              <a:rPr lang="en-ID" sz="7200" dirty="0"/>
              <a:t> dan </a:t>
            </a:r>
            <a:r>
              <a:rPr lang="en-ID" sz="7200" dirty="0" err="1"/>
              <a:t>perlindungan</a:t>
            </a:r>
            <a:r>
              <a:rPr lang="en-ID" sz="7200" dirty="0"/>
              <a:t>. </a:t>
            </a:r>
            <a:r>
              <a:rPr lang="en-ID" sz="7200" dirty="0" err="1"/>
              <a:t>Kondisi</a:t>
            </a:r>
            <a:r>
              <a:rPr lang="en-ID" sz="7200" dirty="0"/>
              <a:t> </a:t>
            </a:r>
            <a:r>
              <a:rPr lang="en-ID" sz="7200" dirty="0" err="1"/>
              <a:t>ini</a:t>
            </a:r>
            <a:r>
              <a:rPr lang="en-ID" sz="7200" dirty="0"/>
              <a:t> </a:t>
            </a:r>
            <a:r>
              <a:rPr lang="en-ID" sz="7200" dirty="0" err="1"/>
              <a:t>membuat</a:t>
            </a:r>
            <a:r>
              <a:rPr lang="en-ID" sz="7200" dirty="0"/>
              <a:t> </a:t>
            </a:r>
            <a:r>
              <a:rPr lang="en-ID" sz="7200" dirty="0" err="1"/>
              <a:t>mereka</a:t>
            </a:r>
            <a:r>
              <a:rPr lang="en-ID" sz="7200" dirty="0"/>
              <a:t> </a:t>
            </a:r>
            <a:r>
              <a:rPr lang="en-ID" sz="7200" dirty="0" err="1"/>
              <a:t>mencari</a:t>
            </a:r>
            <a:r>
              <a:rPr lang="en-ID" sz="7200" dirty="0"/>
              <a:t> </a:t>
            </a:r>
            <a:r>
              <a:rPr lang="en-ID" sz="7200" dirty="0" err="1"/>
              <a:t>informasi</a:t>
            </a:r>
            <a:r>
              <a:rPr lang="en-ID" sz="7200" dirty="0"/>
              <a:t> </a:t>
            </a:r>
            <a:r>
              <a:rPr lang="en-ID" sz="7200" dirty="0" err="1"/>
              <a:t>dari</a:t>
            </a:r>
            <a:r>
              <a:rPr lang="en-ID" sz="7200" dirty="0"/>
              <a:t> </a:t>
            </a:r>
            <a:r>
              <a:rPr lang="en-ID" sz="7200" dirty="0" err="1"/>
              <a:t>teman</a:t>
            </a:r>
            <a:r>
              <a:rPr lang="en-ID" sz="7200" dirty="0"/>
              <a:t> </a:t>
            </a:r>
            <a:r>
              <a:rPr lang="en-ID" sz="7200" dirty="0" err="1"/>
              <a:t>sebaya</a:t>
            </a:r>
            <a:r>
              <a:rPr lang="en-ID" sz="7200" dirty="0"/>
              <a:t> </a:t>
            </a:r>
            <a:r>
              <a:rPr lang="en-ID" sz="7200" dirty="0" err="1"/>
              <a:t>atau</a:t>
            </a:r>
            <a:r>
              <a:rPr lang="en-ID" sz="7200" dirty="0"/>
              <a:t> internet yang </a:t>
            </a:r>
            <a:r>
              <a:rPr lang="en-ID" sz="7200" dirty="0" err="1"/>
              <a:t>belum</a:t>
            </a:r>
            <a:r>
              <a:rPr lang="en-ID" sz="7200" dirty="0"/>
              <a:t> </a:t>
            </a:r>
            <a:r>
              <a:rPr lang="en-ID" sz="7200" dirty="0" err="1"/>
              <a:t>tentu</a:t>
            </a:r>
            <a:r>
              <a:rPr lang="en-ID" sz="7200" dirty="0"/>
              <a:t> </a:t>
            </a:r>
            <a:r>
              <a:rPr lang="en-ID" sz="7200" dirty="0" err="1"/>
              <a:t>akurat</a:t>
            </a:r>
            <a:r>
              <a:rPr lang="en-ID" sz="7200" dirty="0"/>
              <a:t>. </a:t>
            </a:r>
          </a:p>
          <a:p>
            <a:r>
              <a:rPr lang="en-ID" sz="7200" b="1" dirty="0"/>
              <a:t>Pola </a:t>
            </a:r>
            <a:r>
              <a:rPr lang="en-ID" sz="7200" b="1" dirty="0" err="1"/>
              <a:t>asuh</a:t>
            </a:r>
            <a:r>
              <a:rPr lang="en-ID" sz="7200" b="1" dirty="0"/>
              <a:t> dan </a:t>
            </a:r>
            <a:r>
              <a:rPr lang="en-ID" sz="7200" b="1" dirty="0" err="1"/>
              <a:t>pengawasan</a:t>
            </a:r>
            <a:r>
              <a:rPr lang="en-ID" sz="7200" b="1" dirty="0"/>
              <a:t> </a:t>
            </a:r>
            <a:r>
              <a:rPr lang="en-ID" sz="7200" b="1" dirty="0" err="1"/>
              <a:t>keluarga</a:t>
            </a:r>
            <a:r>
              <a:rPr lang="en-ID" sz="7200" b="1" dirty="0"/>
              <a:t>. </a:t>
            </a:r>
            <a:r>
              <a:rPr lang="en-ID" sz="7200" dirty="0" err="1"/>
              <a:t>Keluarga</a:t>
            </a:r>
            <a:r>
              <a:rPr lang="en-ID" sz="7200" dirty="0"/>
              <a:t> yang </a:t>
            </a:r>
            <a:r>
              <a:rPr lang="en-ID" sz="7200" dirty="0" err="1"/>
              <a:t>terlalu</a:t>
            </a:r>
            <a:r>
              <a:rPr lang="en-ID" sz="7200" dirty="0"/>
              <a:t> </a:t>
            </a:r>
            <a:r>
              <a:rPr lang="en-ID" sz="7200" dirty="0" err="1"/>
              <a:t>permisif</a:t>
            </a:r>
            <a:r>
              <a:rPr lang="en-ID" sz="7200" dirty="0"/>
              <a:t> </a:t>
            </a:r>
            <a:r>
              <a:rPr lang="en-ID" sz="7200" dirty="0" err="1"/>
              <a:t>tanpa</a:t>
            </a:r>
            <a:r>
              <a:rPr lang="en-ID" sz="7200" dirty="0"/>
              <a:t> </a:t>
            </a:r>
            <a:r>
              <a:rPr lang="en-ID" sz="7200" dirty="0" err="1"/>
              <a:t>bimbingan</a:t>
            </a:r>
            <a:r>
              <a:rPr lang="en-ID" sz="7200" dirty="0"/>
              <a:t>, </a:t>
            </a:r>
            <a:r>
              <a:rPr lang="en-ID" sz="7200" dirty="0" err="1"/>
              <a:t>maupun</a:t>
            </a:r>
            <a:r>
              <a:rPr lang="en-ID" sz="7200" dirty="0"/>
              <a:t> </a:t>
            </a:r>
            <a:r>
              <a:rPr lang="en-ID" sz="7200" dirty="0" err="1"/>
              <a:t>keluarga</a:t>
            </a:r>
            <a:r>
              <a:rPr lang="en-ID" sz="7200" dirty="0"/>
              <a:t> yang sangat </a:t>
            </a:r>
            <a:r>
              <a:rPr lang="en-ID" sz="7200" dirty="0" err="1"/>
              <a:t>represif</a:t>
            </a:r>
            <a:r>
              <a:rPr lang="en-ID" sz="7200" dirty="0"/>
              <a:t> </a:t>
            </a:r>
            <a:r>
              <a:rPr lang="en-ID" sz="7200" dirty="0" err="1"/>
              <a:t>tanpa</a:t>
            </a:r>
            <a:r>
              <a:rPr lang="en-ID" sz="7200" dirty="0"/>
              <a:t> </a:t>
            </a:r>
            <a:r>
              <a:rPr lang="en-ID" sz="7200" dirty="0" err="1"/>
              <a:t>komunikasi</a:t>
            </a:r>
            <a:r>
              <a:rPr lang="en-ID" sz="7200" dirty="0"/>
              <a:t> </a:t>
            </a:r>
            <a:r>
              <a:rPr lang="en-ID" sz="7200" dirty="0" err="1"/>
              <a:t>sehat</a:t>
            </a:r>
            <a:r>
              <a:rPr lang="en-ID" sz="7200" dirty="0"/>
              <a:t>, </a:t>
            </a:r>
            <a:r>
              <a:rPr lang="en-ID" sz="7200" dirty="0" err="1"/>
              <a:t>sama-sama</a:t>
            </a:r>
            <a:r>
              <a:rPr lang="en-ID" sz="7200" dirty="0"/>
              <a:t> </a:t>
            </a:r>
            <a:r>
              <a:rPr lang="en-ID" sz="7200" dirty="0" err="1"/>
              <a:t>dapat</a:t>
            </a:r>
            <a:r>
              <a:rPr lang="en-ID" sz="7200" dirty="0"/>
              <a:t> </a:t>
            </a:r>
            <a:r>
              <a:rPr lang="en-ID" sz="7200" dirty="0" err="1"/>
              <a:t>meningkatkan</a:t>
            </a:r>
            <a:r>
              <a:rPr lang="en-ID" sz="7200" dirty="0"/>
              <a:t> </a:t>
            </a:r>
            <a:r>
              <a:rPr lang="en-ID" sz="7200" dirty="0" err="1"/>
              <a:t>risiko</a:t>
            </a:r>
            <a:r>
              <a:rPr lang="en-ID" sz="7200" dirty="0"/>
              <a:t>. </a:t>
            </a:r>
            <a:r>
              <a:rPr lang="en-ID" sz="7200" dirty="0" err="1"/>
              <a:t>Dalam</a:t>
            </a:r>
            <a:r>
              <a:rPr lang="en-ID" sz="7200" dirty="0"/>
              <a:t> </a:t>
            </a:r>
            <a:r>
              <a:rPr lang="en-ID" sz="7200" dirty="0" err="1"/>
              <a:t>pola</a:t>
            </a:r>
            <a:r>
              <a:rPr lang="en-ID" sz="7200" dirty="0"/>
              <a:t> </a:t>
            </a:r>
            <a:r>
              <a:rPr lang="en-ID" sz="7200" dirty="0" err="1"/>
              <a:t>asuh</a:t>
            </a:r>
            <a:r>
              <a:rPr lang="en-ID" sz="7200" dirty="0"/>
              <a:t> yang </a:t>
            </a:r>
            <a:r>
              <a:rPr lang="en-ID" sz="7200" dirty="0" err="1"/>
              <a:t>kurang</a:t>
            </a:r>
            <a:r>
              <a:rPr lang="en-ID" sz="7200" dirty="0"/>
              <a:t> </a:t>
            </a:r>
            <a:r>
              <a:rPr lang="en-ID" sz="7200" dirty="0" err="1"/>
              <a:t>suportif</a:t>
            </a:r>
            <a:r>
              <a:rPr lang="en-ID" sz="7200" dirty="0"/>
              <a:t>, </a:t>
            </a:r>
            <a:r>
              <a:rPr lang="en-ID" sz="7200" dirty="0" err="1"/>
              <a:t>remaja</a:t>
            </a:r>
            <a:r>
              <a:rPr lang="en-ID" sz="7200" dirty="0"/>
              <a:t> </a:t>
            </a:r>
            <a:r>
              <a:rPr lang="en-ID" sz="7200" dirty="0" err="1"/>
              <a:t>mungkin</a:t>
            </a:r>
            <a:r>
              <a:rPr lang="en-ID" sz="7200" dirty="0"/>
              <a:t> </a:t>
            </a:r>
            <a:r>
              <a:rPr lang="en-ID" sz="7200" dirty="0" err="1"/>
              <a:t>tidak</a:t>
            </a:r>
            <a:r>
              <a:rPr lang="en-ID" sz="7200" dirty="0"/>
              <a:t> </a:t>
            </a:r>
            <a:r>
              <a:rPr lang="en-ID" sz="7200" dirty="0" err="1"/>
              <a:t>memiliki</a:t>
            </a:r>
            <a:r>
              <a:rPr lang="en-ID" sz="7200" dirty="0"/>
              <a:t> </a:t>
            </a:r>
            <a:r>
              <a:rPr lang="en-ID" sz="7200" dirty="0" err="1"/>
              <a:t>kemampuan</a:t>
            </a:r>
            <a:r>
              <a:rPr lang="en-ID" sz="7200" dirty="0"/>
              <a:t> </a:t>
            </a:r>
            <a:r>
              <a:rPr lang="en-ID" sz="7200" dirty="0" err="1"/>
              <a:t>mengambil</a:t>
            </a:r>
            <a:r>
              <a:rPr lang="en-ID" sz="7200" dirty="0"/>
              <a:t> </a:t>
            </a:r>
            <a:r>
              <a:rPr lang="en-ID" sz="7200" dirty="0" err="1"/>
              <a:t>keputusan</a:t>
            </a:r>
            <a:r>
              <a:rPr lang="en-ID" sz="7200" dirty="0"/>
              <a:t> yang </a:t>
            </a:r>
            <a:r>
              <a:rPr lang="en-ID" sz="7200" dirty="0" err="1"/>
              <a:t>matang</a:t>
            </a:r>
            <a:r>
              <a:rPr lang="en-ID" sz="7200" dirty="0"/>
              <a:t>. </a:t>
            </a:r>
          </a:p>
          <a:p>
            <a:r>
              <a:rPr lang="en-ID" sz="7200" b="1" dirty="0" err="1"/>
              <a:t>Tekanan</a:t>
            </a:r>
            <a:r>
              <a:rPr lang="en-ID" sz="7200" b="1" dirty="0"/>
              <a:t> </a:t>
            </a:r>
            <a:r>
              <a:rPr lang="en-ID" sz="7200" b="1" dirty="0" err="1"/>
              <a:t>sosial</a:t>
            </a:r>
            <a:r>
              <a:rPr lang="en-ID" sz="7200" b="1" dirty="0"/>
              <a:t> </a:t>
            </a:r>
            <a:r>
              <a:rPr lang="en-ID" sz="7200" b="1" dirty="0" err="1"/>
              <a:t>dalam</a:t>
            </a:r>
            <a:r>
              <a:rPr lang="en-ID" sz="7200" b="1" dirty="0"/>
              <a:t> </a:t>
            </a:r>
            <a:r>
              <a:rPr lang="en-ID" sz="7200" b="1" dirty="0" err="1"/>
              <a:t>relasi</a:t>
            </a:r>
            <a:r>
              <a:rPr lang="en-ID" sz="7200" b="1" dirty="0"/>
              <a:t>. </a:t>
            </a:r>
            <a:r>
              <a:rPr lang="en-ID" sz="7200" dirty="0" err="1"/>
              <a:t>Tekanan</a:t>
            </a:r>
            <a:r>
              <a:rPr lang="en-ID" sz="7200" dirty="0"/>
              <a:t> </a:t>
            </a:r>
            <a:r>
              <a:rPr lang="en-ID" sz="7200" dirty="0" err="1"/>
              <a:t>dari</a:t>
            </a:r>
            <a:r>
              <a:rPr lang="en-ID" sz="7200" dirty="0"/>
              <a:t> </a:t>
            </a:r>
            <a:r>
              <a:rPr lang="en-ID" sz="7200" dirty="0" err="1"/>
              <a:t>teman</a:t>
            </a:r>
            <a:r>
              <a:rPr lang="en-ID" sz="7200" dirty="0"/>
              <a:t> </a:t>
            </a:r>
            <a:r>
              <a:rPr lang="en-ID" sz="7200" dirty="0" err="1"/>
              <a:t>sebaya</a:t>
            </a:r>
            <a:r>
              <a:rPr lang="en-ID" sz="7200" dirty="0"/>
              <a:t> </a:t>
            </a:r>
            <a:r>
              <a:rPr lang="en-ID" sz="7200" dirty="0" err="1"/>
              <a:t>atau</a:t>
            </a:r>
            <a:r>
              <a:rPr lang="en-ID" sz="7200" dirty="0"/>
              <a:t> </a:t>
            </a:r>
            <a:r>
              <a:rPr lang="en-ID" sz="7200" dirty="0" err="1"/>
              <a:t>pasangan</a:t>
            </a:r>
            <a:r>
              <a:rPr lang="en-ID" sz="7200" dirty="0"/>
              <a:t> </a:t>
            </a:r>
            <a:r>
              <a:rPr lang="en-ID" sz="7200" dirty="0" err="1"/>
              <a:t>dapat</a:t>
            </a:r>
            <a:r>
              <a:rPr lang="en-ID" sz="7200" dirty="0"/>
              <a:t> </a:t>
            </a:r>
            <a:r>
              <a:rPr lang="en-ID" sz="7200" dirty="0" err="1"/>
              <a:t>memengaruhi</a:t>
            </a:r>
            <a:r>
              <a:rPr lang="en-ID" sz="7200" dirty="0"/>
              <a:t> </a:t>
            </a:r>
            <a:r>
              <a:rPr lang="en-ID" sz="7200" dirty="0" err="1"/>
              <a:t>keputusan</a:t>
            </a:r>
            <a:r>
              <a:rPr lang="en-ID" sz="7200" dirty="0"/>
              <a:t> </a:t>
            </a:r>
            <a:r>
              <a:rPr lang="en-ID" sz="7200" dirty="0" err="1"/>
              <a:t>seksual</a:t>
            </a:r>
            <a:r>
              <a:rPr lang="en-ID" sz="7200" dirty="0"/>
              <a:t> </a:t>
            </a:r>
            <a:r>
              <a:rPr lang="en-ID" sz="7200" dirty="0" err="1"/>
              <a:t>seseorang</a:t>
            </a:r>
            <a:r>
              <a:rPr lang="en-ID" sz="7200" dirty="0"/>
              <a:t>. </a:t>
            </a:r>
            <a:r>
              <a:rPr lang="en-ID" sz="7200" dirty="0" err="1"/>
              <a:t>Dorongan</a:t>
            </a:r>
            <a:r>
              <a:rPr lang="en-ID" sz="7200" dirty="0"/>
              <a:t> </a:t>
            </a:r>
            <a:r>
              <a:rPr lang="en-ID" sz="7200" dirty="0" err="1"/>
              <a:t>untuk</a:t>
            </a:r>
            <a:r>
              <a:rPr lang="en-ID" sz="7200" dirty="0"/>
              <a:t> “</a:t>
            </a:r>
            <a:r>
              <a:rPr lang="en-ID" sz="7200" dirty="0" err="1"/>
              <a:t>menyesuaikan</a:t>
            </a:r>
            <a:r>
              <a:rPr lang="en-ID" sz="7200" dirty="0"/>
              <a:t> </a:t>
            </a:r>
            <a:r>
              <a:rPr lang="en-ID" sz="7200" dirty="0" err="1"/>
              <a:t>diri</a:t>
            </a:r>
            <a:r>
              <a:rPr lang="en-ID" sz="7200" dirty="0"/>
              <a:t>” </a:t>
            </a:r>
            <a:r>
              <a:rPr lang="en-ID" sz="7200" dirty="0" err="1"/>
              <a:t>atau</a:t>
            </a:r>
            <a:r>
              <a:rPr lang="en-ID" sz="7200" dirty="0"/>
              <a:t> </a:t>
            </a:r>
            <a:r>
              <a:rPr lang="en-ID" sz="7200" dirty="0" err="1"/>
              <a:t>pembuktian</a:t>
            </a:r>
            <a:r>
              <a:rPr lang="en-ID" sz="7200" dirty="0"/>
              <a:t> </a:t>
            </a:r>
            <a:r>
              <a:rPr lang="en-ID" sz="7200" dirty="0" err="1"/>
              <a:t>kedewasaan</a:t>
            </a:r>
            <a:r>
              <a:rPr lang="en-ID" sz="7200" dirty="0"/>
              <a:t> </a:t>
            </a:r>
            <a:r>
              <a:rPr lang="en-ID" sz="7200" dirty="0" err="1"/>
              <a:t>sering</a:t>
            </a:r>
            <a:r>
              <a:rPr lang="en-ID" sz="7200" dirty="0"/>
              <a:t> </a:t>
            </a:r>
            <a:r>
              <a:rPr lang="en-ID" sz="7200" dirty="0" err="1"/>
              <a:t>membuat</a:t>
            </a:r>
            <a:r>
              <a:rPr lang="en-ID" sz="7200" dirty="0"/>
              <a:t> </a:t>
            </a:r>
            <a:r>
              <a:rPr lang="en-ID" sz="7200" dirty="0" err="1"/>
              <a:t>individu</a:t>
            </a:r>
            <a:r>
              <a:rPr lang="en-ID" sz="7200" dirty="0"/>
              <a:t> </a:t>
            </a:r>
            <a:r>
              <a:rPr lang="en-ID" sz="7200" dirty="0" err="1"/>
              <a:t>mengabaikan</a:t>
            </a:r>
            <a:r>
              <a:rPr lang="en-ID" sz="7200" dirty="0"/>
              <a:t> </a:t>
            </a:r>
            <a:r>
              <a:rPr lang="en-ID" sz="7200" dirty="0" err="1"/>
              <a:t>kesiapan</a:t>
            </a:r>
            <a:r>
              <a:rPr lang="en-ID" sz="7200" dirty="0"/>
              <a:t> dan </a:t>
            </a:r>
            <a:r>
              <a:rPr lang="en-ID" sz="7200" dirty="0" err="1"/>
              <a:t>keselamatan</a:t>
            </a:r>
            <a:r>
              <a:rPr lang="en-ID" sz="7200" dirty="0"/>
              <a:t>. </a:t>
            </a:r>
            <a:r>
              <a:rPr lang="en-ID" sz="7200" dirty="0" err="1"/>
              <a:t>Dalam</a:t>
            </a:r>
            <a:r>
              <a:rPr lang="en-ID" sz="7200" dirty="0"/>
              <a:t> </a:t>
            </a:r>
            <a:r>
              <a:rPr lang="en-ID" sz="7200" dirty="0" err="1"/>
              <a:t>konteks</a:t>
            </a:r>
            <a:r>
              <a:rPr lang="en-ID" sz="7200" dirty="0"/>
              <a:t> </a:t>
            </a:r>
            <a:r>
              <a:rPr lang="en-ID" sz="7200" dirty="0" err="1"/>
              <a:t>ini</a:t>
            </a:r>
            <a:r>
              <a:rPr lang="en-ID" sz="7200" dirty="0"/>
              <a:t>, </a:t>
            </a:r>
            <a:r>
              <a:rPr lang="en-ID" sz="7200" dirty="0" err="1"/>
              <a:t>kehamilan</a:t>
            </a:r>
            <a:r>
              <a:rPr lang="en-ID" sz="7200" dirty="0"/>
              <a:t> yang </a:t>
            </a:r>
            <a:r>
              <a:rPr lang="en-ID" sz="7200" dirty="0" err="1"/>
              <a:t>tidak</a:t>
            </a:r>
            <a:r>
              <a:rPr lang="en-ID" sz="7200" dirty="0"/>
              <a:t> </a:t>
            </a:r>
            <a:r>
              <a:rPr lang="en-ID" sz="7200" dirty="0" err="1"/>
              <a:t>diinginkan</a:t>
            </a:r>
            <a:r>
              <a:rPr lang="en-ID" sz="7200" dirty="0"/>
              <a:t> </a:t>
            </a:r>
            <a:r>
              <a:rPr lang="en-ID" sz="7200" dirty="0" err="1"/>
              <a:t>menjadi</a:t>
            </a:r>
            <a:r>
              <a:rPr lang="en-ID" sz="7200" dirty="0"/>
              <a:t> </a:t>
            </a:r>
            <a:r>
              <a:rPr lang="en-ID" sz="7200" dirty="0" err="1"/>
              <a:t>hasil</a:t>
            </a:r>
            <a:r>
              <a:rPr lang="en-ID" sz="7200" dirty="0"/>
              <a:t> </a:t>
            </a:r>
            <a:r>
              <a:rPr lang="en-ID" sz="7200" dirty="0" err="1"/>
              <a:t>dari</a:t>
            </a:r>
            <a:r>
              <a:rPr lang="en-ID" sz="7200" dirty="0"/>
              <a:t> </a:t>
            </a:r>
            <a:r>
              <a:rPr lang="en-ID" sz="7200" dirty="0" err="1"/>
              <a:t>relasi</a:t>
            </a:r>
            <a:r>
              <a:rPr lang="en-ID" sz="7200" dirty="0"/>
              <a:t> </a:t>
            </a:r>
            <a:r>
              <a:rPr lang="en-ID" sz="7200" dirty="0" err="1"/>
              <a:t>sosial</a:t>
            </a:r>
            <a:r>
              <a:rPr lang="en-ID" sz="7200" dirty="0"/>
              <a:t> yang </a:t>
            </a:r>
            <a:r>
              <a:rPr lang="en-ID" sz="7200" dirty="0" err="1"/>
              <a:t>tidak</a:t>
            </a:r>
            <a:r>
              <a:rPr lang="en-ID" sz="7200" dirty="0"/>
              <a:t> </a:t>
            </a:r>
            <a:r>
              <a:rPr lang="en-ID" sz="7200" dirty="0" err="1"/>
              <a:t>sehat</a:t>
            </a:r>
            <a:r>
              <a:rPr lang="en-ID" sz="7200" dirty="0"/>
              <a:t>. </a:t>
            </a:r>
          </a:p>
          <a:p>
            <a:r>
              <a:rPr lang="en-ID" sz="7200" b="1" dirty="0" err="1"/>
              <a:t>Budaya</a:t>
            </a:r>
            <a:r>
              <a:rPr lang="en-ID" sz="7200" b="1" dirty="0"/>
              <a:t> tabu </a:t>
            </a:r>
            <a:r>
              <a:rPr lang="en-ID" sz="7200" b="1" dirty="0" err="1"/>
              <a:t>terhadap</a:t>
            </a:r>
            <a:r>
              <a:rPr lang="en-ID" sz="7200" b="1" dirty="0"/>
              <a:t> </a:t>
            </a:r>
            <a:r>
              <a:rPr lang="en-ID" sz="7200" b="1" dirty="0" err="1"/>
              <a:t>seksualitas</a:t>
            </a:r>
            <a:r>
              <a:rPr lang="en-ID" sz="7200" b="1" dirty="0"/>
              <a:t>. </a:t>
            </a:r>
            <a:r>
              <a:rPr lang="en-ID" sz="7200" dirty="0" err="1"/>
              <a:t>Budaya</a:t>
            </a:r>
            <a:r>
              <a:rPr lang="en-ID" sz="7200" dirty="0"/>
              <a:t> yang </a:t>
            </a:r>
            <a:r>
              <a:rPr lang="en-ID" sz="7200" dirty="0" err="1"/>
              <a:t>menempatkan</a:t>
            </a:r>
            <a:r>
              <a:rPr lang="en-ID" sz="7200" dirty="0"/>
              <a:t> </a:t>
            </a:r>
            <a:r>
              <a:rPr lang="en-ID" sz="7200" dirty="0" err="1"/>
              <a:t>seksualitas</a:t>
            </a:r>
            <a:r>
              <a:rPr lang="en-ID" sz="7200" dirty="0"/>
              <a:t> </a:t>
            </a:r>
            <a:r>
              <a:rPr lang="en-ID" sz="7200" dirty="0" err="1"/>
              <a:t>sebagai</a:t>
            </a:r>
            <a:r>
              <a:rPr lang="en-ID" sz="7200" dirty="0"/>
              <a:t> </a:t>
            </a:r>
            <a:r>
              <a:rPr lang="en-ID" sz="7200" dirty="0" err="1"/>
              <a:t>hal</a:t>
            </a:r>
            <a:r>
              <a:rPr lang="en-ID" sz="7200" dirty="0"/>
              <a:t> yang </a:t>
            </a:r>
            <a:r>
              <a:rPr lang="en-ID" sz="7200" dirty="0" err="1"/>
              <a:t>memalukan</a:t>
            </a:r>
            <a:r>
              <a:rPr lang="en-ID" sz="7200" dirty="0"/>
              <a:t> </a:t>
            </a:r>
            <a:r>
              <a:rPr lang="en-ID" sz="7200" dirty="0" err="1"/>
              <a:t>sering</a:t>
            </a:r>
            <a:r>
              <a:rPr lang="en-ID" sz="7200" dirty="0"/>
              <a:t> kali </a:t>
            </a:r>
            <a:r>
              <a:rPr lang="en-ID" sz="7200" dirty="0" err="1"/>
              <a:t>justru</a:t>
            </a:r>
            <a:r>
              <a:rPr lang="en-ID" sz="7200" dirty="0"/>
              <a:t> </a:t>
            </a:r>
            <a:r>
              <a:rPr lang="en-ID" sz="7200" dirty="0" err="1"/>
              <a:t>menghambat</a:t>
            </a:r>
            <a:r>
              <a:rPr lang="en-ID" sz="7200" dirty="0"/>
              <a:t> </a:t>
            </a:r>
            <a:r>
              <a:rPr lang="en-ID" sz="7200" dirty="0" err="1"/>
              <a:t>pendidikan</a:t>
            </a:r>
            <a:r>
              <a:rPr lang="en-ID" sz="7200" dirty="0"/>
              <a:t> </a:t>
            </a:r>
            <a:r>
              <a:rPr lang="en-ID" sz="7200" dirty="0" err="1"/>
              <a:t>seksual</a:t>
            </a:r>
            <a:r>
              <a:rPr lang="en-ID" sz="7200" dirty="0"/>
              <a:t> yang </a:t>
            </a:r>
            <a:r>
              <a:rPr lang="en-ID" sz="7200" dirty="0" err="1"/>
              <a:t>benar</a:t>
            </a:r>
            <a:r>
              <a:rPr lang="en-ID" sz="7200" dirty="0"/>
              <a:t>. Ketika </a:t>
            </a:r>
            <a:r>
              <a:rPr lang="en-ID" sz="7200" dirty="0" err="1"/>
              <a:t>informasi</a:t>
            </a:r>
            <a:r>
              <a:rPr lang="en-ID" sz="7200" dirty="0"/>
              <a:t> </a:t>
            </a:r>
            <a:r>
              <a:rPr lang="en-ID" sz="7200" dirty="0" err="1"/>
              <a:t>dibungkam</a:t>
            </a:r>
            <a:r>
              <a:rPr lang="en-ID" sz="7200" dirty="0"/>
              <a:t>, </a:t>
            </a:r>
            <a:r>
              <a:rPr lang="en-ID" sz="7200" dirty="0" err="1"/>
              <a:t>risiko</a:t>
            </a:r>
            <a:r>
              <a:rPr lang="en-ID" sz="7200" dirty="0"/>
              <a:t> </a:t>
            </a:r>
            <a:r>
              <a:rPr lang="en-ID" sz="7200" dirty="0" err="1"/>
              <a:t>tidak</a:t>
            </a:r>
            <a:r>
              <a:rPr lang="en-ID" sz="7200" dirty="0"/>
              <a:t> </a:t>
            </a:r>
            <a:r>
              <a:rPr lang="en-ID" sz="7200" dirty="0" err="1"/>
              <a:t>hilang</a:t>
            </a:r>
            <a:r>
              <a:rPr lang="en-ID" sz="7200" dirty="0"/>
              <a:t>, </a:t>
            </a:r>
            <a:r>
              <a:rPr lang="en-ID" sz="7200" dirty="0" err="1"/>
              <a:t>melainkan</a:t>
            </a:r>
            <a:r>
              <a:rPr lang="en-ID" sz="7200" dirty="0"/>
              <a:t> </a:t>
            </a:r>
            <a:r>
              <a:rPr lang="en-ID" sz="7200" dirty="0" err="1"/>
              <a:t>berpindah</a:t>
            </a:r>
            <a:r>
              <a:rPr lang="en-ID" sz="7200" dirty="0"/>
              <a:t> </a:t>
            </a:r>
            <a:r>
              <a:rPr lang="en-ID" sz="7200" dirty="0" err="1"/>
              <a:t>ke</a:t>
            </a:r>
            <a:r>
              <a:rPr lang="en-ID" sz="7200" dirty="0"/>
              <a:t> </a:t>
            </a:r>
            <a:r>
              <a:rPr lang="en-ID" sz="7200" dirty="0" err="1"/>
              <a:t>ruang</a:t>
            </a:r>
            <a:r>
              <a:rPr lang="en-ID" sz="7200" dirty="0"/>
              <a:t> yang </a:t>
            </a:r>
            <a:r>
              <a:rPr lang="en-ID" sz="7200" dirty="0" err="1"/>
              <a:t>tidak</a:t>
            </a:r>
            <a:r>
              <a:rPr lang="en-ID" sz="7200" dirty="0"/>
              <a:t> </a:t>
            </a:r>
            <a:r>
              <a:rPr lang="en-ID" sz="7200" dirty="0" err="1"/>
              <a:t>terpantau</a:t>
            </a:r>
            <a:r>
              <a:rPr lang="en-ID" sz="7200" dirty="0"/>
              <a:t>. </a:t>
            </a:r>
          </a:p>
          <a:p>
            <a:pPr marL="0" indent="0">
              <a:buNone/>
            </a:pPr>
            <a:endParaRPr dirty="0"/>
          </a:p>
        </p:txBody>
      </p:sp>
    </p:spTree>
    <p:extLst>
      <p:ext uri="{BB962C8B-B14F-4D97-AF65-F5344CB8AC3E}">
        <p14:creationId xmlns:p14="http://schemas.microsoft.com/office/powerpoint/2010/main" val="6840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622" y="289744"/>
            <a:ext cx="7055380" cy="1400530"/>
          </a:xfrm>
        </p:spPr>
        <p:txBody>
          <a:bodyPr>
            <a:normAutofit/>
          </a:bodyPr>
          <a:lstStyle/>
          <a:p>
            <a:r>
              <a:rPr lang="en-ID" b="1" dirty="0" err="1"/>
              <a:t>Kehamilan</a:t>
            </a:r>
            <a:r>
              <a:rPr lang="en-ID" b="1" dirty="0"/>
              <a:t> di Luar </a:t>
            </a:r>
            <a:r>
              <a:rPr lang="en-ID" b="1" dirty="0" err="1"/>
              <a:t>Rencana</a:t>
            </a:r>
            <a:endParaRPr b="1" dirty="0"/>
          </a:p>
        </p:txBody>
      </p:sp>
      <p:sp>
        <p:nvSpPr>
          <p:cNvPr id="3" name="Content Placeholder 2"/>
          <p:cNvSpPr>
            <a:spLocks noGrp="1"/>
          </p:cNvSpPr>
          <p:nvPr>
            <p:ph idx="1"/>
          </p:nvPr>
        </p:nvSpPr>
        <p:spPr>
          <a:xfrm>
            <a:off x="131952" y="1690274"/>
            <a:ext cx="8890128" cy="4525963"/>
          </a:xfrm>
        </p:spPr>
        <p:txBody>
          <a:bodyPr>
            <a:noAutofit/>
          </a:bodyPr>
          <a:lstStyle/>
          <a:p>
            <a:r>
              <a:rPr lang="en-ID" sz="1800" b="1" dirty="0" err="1"/>
              <a:t>Ketidaksiapan</a:t>
            </a:r>
            <a:r>
              <a:rPr lang="en-ID" sz="1800" b="1" dirty="0"/>
              <a:t> </a:t>
            </a:r>
            <a:r>
              <a:rPr lang="en-ID" sz="1800" b="1" dirty="0" err="1"/>
              <a:t>menjadi</a:t>
            </a:r>
            <a:r>
              <a:rPr lang="en-ID" sz="1800" b="1" dirty="0"/>
              <a:t> orang </a:t>
            </a:r>
            <a:r>
              <a:rPr lang="en-ID" sz="1800" b="1" dirty="0" err="1"/>
              <a:t>tua</a:t>
            </a:r>
            <a:r>
              <a:rPr lang="en-ID" sz="1800" b="1" dirty="0"/>
              <a:t>. </a:t>
            </a:r>
            <a:r>
              <a:rPr lang="en-ID" sz="1800" dirty="0" err="1"/>
              <a:t>Ketidaksiapan</a:t>
            </a:r>
            <a:r>
              <a:rPr lang="en-ID" sz="1800" dirty="0"/>
              <a:t> </a:t>
            </a:r>
            <a:r>
              <a:rPr lang="en-ID" sz="1800" dirty="0" err="1"/>
              <a:t>menjadi</a:t>
            </a:r>
            <a:r>
              <a:rPr lang="en-ID" sz="1800" dirty="0"/>
              <a:t> orang </a:t>
            </a:r>
            <a:r>
              <a:rPr lang="en-ID" sz="1800" dirty="0" err="1"/>
              <a:t>tua</a:t>
            </a:r>
            <a:r>
              <a:rPr lang="en-ID" sz="1800" dirty="0"/>
              <a:t> </a:t>
            </a:r>
            <a:r>
              <a:rPr lang="en-ID" sz="1800" dirty="0" err="1"/>
              <a:t>dapat</a:t>
            </a:r>
            <a:r>
              <a:rPr lang="en-ID" sz="1800" dirty="0"/>
              <a:t> </a:t>
            </a:r>
            <a:r>
              <a:rPr lang="en-ID" sz="1800" dirty="0" err="1"/>
              <a:t>mencakup</a:t>
            </a:r>
            <a:r>
              <a:rPr lang="en-ID" sz="1800" dirty="0"/>
              <a:t> </a:t>
            </a:r>
            <a:r>
              <a:rPr lang="en-ID" sz="1800" dirty="0" err="1"/>
              <a:t>aspek</a:t>
            </a:r>
            <a:r>
              <a:rPr lang="en-ID" sz="1800" dirty="0"/>
              <a:t> </a:t>
            </a:r>
            <a:r>
              <a:rPr lang="en-ID" sz="1800" dirty="0" err="1"/>
              <a:t>emosional</a:t>
            </a:r>
            <a:r>
              <a:rPr lang="en-ID" sz="1800" dirty="0"/>
              <a:t>, </a:t>
            </a:r>
            <a:r>
              <a:rPr lang="en-ID" sz="1800" dirty="0" err="1"/>
              <a:t>finansial</a:t>
            </a:r>
            <a:r>
              <a:rPr lang="en-ID" sz="1800" dirty="0"/>
              <a:t>, dan </a:t>
            </a:r>
            <a:r>
              <a:rPr lang="en-ID" sz="1800" dirty="0" err="1"/>
              <a:t>sosial</a:t>
            </a:r>
            <a:r>
              <a:rPr lang="en-ID" sz="1800" dirty="0"/>
              <a:t>. </a:t>
            </a:r>
            <a:r>
              <a:rPr lang="en-ID" sz="1800" dirty="0" err="1"/>
              <a:t>Individu</a:t>
            </a:r>
            <a:r>
              <a:rPr lang="en-ID" sz="1800" dirty="0"/>
              <a:t> yang </a:t>
            </a:r>
            <a:r>
              <a:rPr lang="en-ID" sz="1800" dirty="0" err="1"/>
              <a:t>belum</a:t>
            </a:r>
            <a:r>
              <a:rPr lang="en-ID" sz="1800" dirty="0"/>
              <a:t> </a:t>
            </a:r>
            <a:r>
              <a:rPr lang="en-ID" sz="1800" dirty="0" err="1"/>
              <a:t>siap</a:t>
            </a:r>
            <a:r>
              <a:rPr lang="en-ID" sz="1800" dirty="0"/>
              <a:t> </a:t>
            </a:r>
            <a:r>
              <a:rPr lang="en-ID" sz="1800" dirty="0" err="1"/>
              <a:t>cenderung</a:t>
            </a:r>
            <a:r>
              <a:rPr lang="en-ID" sz="1800" dirty="0"/>
              <a:t> </a:t>
            </a:r>
            <a:r>
              <a:rPr lang="en-ID" sz="1800" dirty="0" err="1"/>
              <a:t>merasa</a:t>
            </a:r>
            <a:r>
              <a:rPr lang="en-ID" sz="1800" dirty="0"/>
              <a:t> </a:t>
            </a:r>
            <a:r>
              <a:rPr lang="en-ID" sz="1800" dirty="0" err="1"/>
              <a:t>terbebani</a:t>
            </a:r>
            <a:r>
              <a:rPr lang="en-ID" sz="1800" dirty="0"/>
              <a:t> </a:t>
            </a:r>
            <a:r>
              <a:rPr lang="en-ID" sz="1800" dirty="0" err="1"/>
              <a:t>dengan</a:t>
            </a:r>
            <a:r>
              <a:rPr lang="en-ID" sz="1800" dirty="0"/>
              <a:t> </a:t>
            </a:r>
            <a:r>
              <a:rPr lang="en-ID" sz="1800" dirty="0" err="1"/>
              <a:t>tanggung</a:t>
            </a:r>
            <a:r>
              <a:rPr lang="en-ID" sz="1800" dirty="0"/>
              <a:t> </a:t>
            </a:r>
            <a:r>
              <a:rPr lang="en-ID" sz="1800" dirty="0" err="1"/>
              <a:t>jawab</a:t>
            </a:r>
            <a:r>
              <a:rPr lang="en-ID" sz="1800" dirty="0"/>
              <a:t> </a:t>
            </a:r>
            <a:r>
              <a:rPr lang="en-ID" sz="1800" dirty="0" err="1"/>
              <a:t>kehamilan</a:t>
            </a:r>
            <a:r>
              <a:rPr lang="en-ID" sz="1800" dirty="0"/>
              <a:t> dan </a:t>
            </a:r>
            <a:r>
              <a:rPr lang="en-ID" sz="1800" dirty="0" err="1"/>
              <a:t>pengasuhan</a:t>
            </a:r>
            <a:r>
              <a:rPr lang="en-ID" sz="1800" dirty="0"/>
              <a:t> </a:t>
            </a:r>
            <a:r>
              <a:rPr lang="en-ID" sz="1800" dirty="0" err="1"/>
              <a:t>anak</a:t>
            </a:r>
            <a:r>
              <a:rPr lang="en-ID" sz="1800" dirty="0"/>
              <a:t>. </a:t>
            </a:r>
          </a:p>
          <a:p>
            <a:r>
              <a:rPr lang="en-ID" sz="1800" b="1" dirty="0"/>
              <a:t>Faktor </a:t>
            </a:r>
            <a:r>
              <a:rPr lang="en-ID" sz="1800" b="1" dirty="0" err="1"/>
              <a:t>usia</a:t>
            </a:r>
            <a:r>
              <a:rPr lang="en-ID" sz="1800" b="1" dirty="0"/>
              <a:t> (</a:t>
            </a:r>
            <a:r>
              <a:rPr lang="en-ID" sz="1800" b="1" dirty="0" err="1"/>
              <a:t>remaja</a:t>
            </a:r>
            <a:r>
              <a:rPr lang="en-ID" sz="1800" b="1" dirty="0"/>
              <a:t> </a:t>
            </a:r>
            <a:r>
              <a:rPr lang="en-ID" sz="1800" b="1" dirty="0" err="1"/>
              <a:t>atau</a:t>
            </a:r>
            <a:r>
              <a:rPr lang="en-ID" sz="1800" b="1" dirty="0"/>
              <a:t> </a:t>
            </a:r>
            <a:r>
              <a:rPr lang="en-ID" sz="1800" b="1" dirty="0" err="1"/>
              <a:t>terlalu</a:t>
            </a:r>
            <a:r>
              <a:rPr lang="en-ID" sz="1800" b="1" dirty="0"/>
              <a:t> </a:t>
            </a:r>
            <a:r>
              <a:rPr lang="en-ID" sz="1800" b="1" dirty="0" err="1"/>
              <a:t>muda</a:t>
            </a:r>
            <a:r>
              <a:rPr lang="en-ID" sz="1800" b="1" dirty="0"/>
              <a:t>). </a:t>
            </a:r>
            <a:r>
              <a:rPr lang="en-ID" sz="1800" dirty="0" err="1"/>
              <a:t>Kehamilan</a:t>
            </a:r>
            <a:r>
              <a:rPr lang="en-ID" sz="1800" dirty="0"/>
              <a:t> pada </a:t>
            </a:r>
            <a:r>
              <a:rPr lang="en-ID" sz="1800" dirty="0" err="1"/>
              <a:t>usia</a:t>
            </a:r>
            <a:r>
              <a:rPr lang="en-ID" sz="1800" dirty="0"/>
              <a:t> </a:t>
            </a:r>
            <a:r>
              <a:rPr lang="en-ID" sz="1800" dirty="0" err="1"/>
              <a:t>remaja</a:t>
            </a:r>
            <a:r>
              <a:rPr lang="en-ID" sz="1800" dirty="0"/>
              <a:t> </a:t>
            </a:r>
            <a:r>
              <a:rPr lang="en-ID" sz="1800" dirty="0" err="1"/>
              <a:t>sering</a:t>
            </a:r>
            <a:r>
              <a:rPr lang="en-ID" sz="1800" dirty="0"/>
              <a:t> kali </a:t>
            </a:r>
            <a:r>
              <a:rPr lang="en-ID" sz="1800" dirty="0" err="1"/>
              <a:t>terjadi</a:t>
            </a:r>
            <a:r>
              <a:rPr lang="en-ID" sz="1800" dirty="0"/>
              <a:t> </a:t>
            </a:r>
            <a:r>
              <a:rPr lang="en-ID" sz="1800" dirty="0" err="1"/>
              <a:t>tanpa</a:t>
            </a:r>
            <a:r>
              <a:rPr lang="en-ID" sz="1800" dirty="0"/>
              <a:t> </a:t>
            </a:r>
            <a:r>
              <a:rPr lang="en-ID" sz="1800" dirty="0" err="1"/>
              <a:t>kesiapan</a:t>
            </a:r>
            <a:r>
              <a:rPr lang="en-ID" sz="1800" dirty="0"/>
              <a:t> yang </a:t>
            </a:r>
            <a:r>
              <a:rPr lang="en-ID" sz="1800" dirty="0" err="1"/>
              <a:t>memadai</a:t>
            </a:r>
            <a:r>
              <a:rPr lang="en-ID" sz="1800" dirty="0"/>
              <a:t>, </a:t>
            </a:r>
            <a:r>
              <a:rPr lang="en-ID" sz="1800" dirty="0" err="1"/>
              <a:t>baik</a:t>
            </a:r>
            <a:r>
              <a:rPr lang="en-ID" sz="1800" dirty="0"/>
              <a:t> </a:t>
            </a:r>
            <a:r>
              <a:rPr lang="en-ID" sz="1800" dirty="0" err="1"/>
              <a:t>dari</a:t>
            </a:r>
            <a:r>
              <a:rPr lang="en-ID" sz="1800" dirty="0"/>
              <a:t> </a:t>
            </a:r>
            <a:r>
              <a:rPr lang="en-ID" sz="1800" dirty="0" err="1"/>
              <a:t>segi</a:t>
            </a:r>
            <a:r>
              <a:rPr lang="en-ID" sz="1800" dirty="0"/>
              <a:t> </a:t>
            </a:r>
            <a:r>
              <a:rPr lang="en-ID" sz="1800" dirty="0" err="1"/>
              <a:t>fisik</a:t>
            </a:r>
            <a:r>
              <a:rPr lang="en-ID" sz="1800" dirty="0"/>
              <a:t> </a:t>
            </a:r>
            <a:r>
              <a:rPr lang="en-ID" sz="1800" dirty="0" err="1"/>
              <a:t>maupun</a:t>
            </a:r>
            <a:r>
              <a:rPr lang="en-ID" sz="1800" dirty="0"/>
              <a:t> mental. </a:t>
            </a:r>
            <a:r>
              <a:rPr lang="en-ID" sz="1800" dirty="0" err="1"/>
              <a:t>Remaja</a:t>
            </a:r>
            <a:r>
              <a:rPr lang="en-ID" sz="1800" dirty="0"/>
              <a:t> </a:t>
            </a:r>
            <a:r>
              <a:rPr lang="en-ID" sz="1800" dirty="0" err="1"/>
              <a:t>cenderung</a:t>
            </a:r>
            <a:r>
              <a:rPr lang="en-ID" sz="1800" dirty="0"/>
              <a:t> </a:t>
            </a:r>
            <a:r>
              <a:rPr lang="en-ID" sz="1800" dirty="0" err="1"/>
              <a:t>belum</a:t>
            </a:r>
            <a:r>
              <a:rPr lang="en-ID" sz="1800" dirty="0"/>
              <a:t> </a:t>
            </a:r>
            <a:r>
              <a:rPr lang="en-ID" sz="1800" dirty="0" err="1"/>
              <a:t>memiliki</a:t>
            </a:r>
            <a:r>
              <a:rPr lang="en-ID" sz="1800" dirty="0"/>
              <a:t> </a:t>
            </a:r>
            <a:r>
              <a:rPr lang="en-ID" sz="1800" dirty="0" err="1"/>
              <a:t>stabilitas</a:t>
            </a:r>
            <a:r>
              <a:rPr lang="en-ID" sz="1800" dirty="0"/>
              <a:t> </a:t>
            </a:r>
            <a:r>
              <a:rPr lang="en-ID" sz="1800" dirty="0" err="1"/>
              <a:t>emosional</a:t>
            </a:r>
            <a:r>
              <a:rPr lang="en-ID" sz="1800" dirty="0"/>
              <a:t> dan </a:t>
            </a:r>
            <a:r>
              <a:rPr lang="en-ID" sz="1800" dirty="0" err="1"/>
              <a:t>ekonomi</a:t>
            </a:r>
            <a:r>
              <a:rPr lang="en-ID" sz="1800" dirty="0"/>
              <a:t>. </a:t>
            </a:r>
          </a:p>
          <a:p>
            <a:r>
              <a:rPr lang="en-ID" sz="1800" b="1" dirty="0" err="1"/>
              <a:t>Kondisi</a:t>
            </a:r>
            <a:r>
              <a:rPr lang="en-ID" sz="1800" b="1" dirty="0"/>
              <a:t> </a:t>
            </a:r>
            <a:r>
              <a:rPr lang="en-ID" sz="1800" b="1" dirty="0" err="1"/>
              <a:t>hubungan</a:t>
            </a:r>
            <a:r>
              <a:rPr lang="en-ID" sz="1800" b="1" dirty="0"/>
              <a:t> yang </a:t>
            </a:r>
            <a:r>
              <a:rPr lang="en-ID" sz="1800" b="1" dirty="0" err="1"/>
              <a:t>tidak</a:t>
            </a:r>
            <a:r>
              <a:rPr lang="en-ID" sz="1800" b="1" dirty="0"/>
              <a:t> </a:t>
            </a:r>
            <a:r>
              <a:rPr lang="en-ID" sz="1800" b="1" dirty="0" err="1"/>
              <a:t>stabil</a:t>
            </a:r>
            <a:r>
              <a:rPr lang="en-ID" sz="1800" b="1" dirty="0"/>
              <a:t>. </a:t>
            </a:r>
            <a:r>
              <a:rPr lang="en-ID" sz="1800" dirty="0" err="1"/>
              <a:t>Hubungan</a:t>
            </a:r>
            <a:r>
              <a:rPr lang="en-ID" sz="1800" dirty="0"/>
              <a:t> yang </a:t>
            </a:r>
            <a:r>
              <a:rPr lang="en-ID" sz="1800" dirty="0" err="1"/>
              <a:t>tidak</a:t>
            </a:r>
            <a:r>
              <a:rPr lang="en-ID" sz="1800" dirty="0"/>
              <a:t> </a:t>
            </a:r>
            <a:r>
              <a:rPr lang="en-ID" sz="1800" dirty="0" err="1"/>
              <a:t>stabil</a:t>
            </a:r>
            <a:r>
              <a:rPr lang="en-ID" sz="1800" dirty="0"/>
              <a:t>, </a:t>
            </a:r>
            <a:r>
              <a:rPr lang="en-ID" sz="1800" dirty="0" err="1"/>
              <a:t>seperti</a:t>
            </a:r>
            <a:r>
              <a:rPr lang="en-ID" sz="1800" dirty="0"/>
              <a:t> </a:t>
            </a:r>
            <a:r>
              <a:rPr lang="en-ID" sz="1800" dirty="0" err="1"/>
              <a:t>hubungan</a:t>
            </a:r>
            <a:r>
              <a:rPr lang="en-ID" sz="1800" dirty="0"/>
              <a:t> </a:t>
            </a:r>
            <a:r>
              <a:rPr lang="en-ID" sz="1800" dirty="0" err="1"/>
              <a:t>tanpa</a:t>
            </a:r>
            <a:r>
              <a:rPr lang="en-ID" sz="1800" dirty="0"/>
              <a:t> </a:t>
            </a:r>
            <a:r>
              <a:rPr lang="en-ID" sz="1800" dirty="0" err="1"/>
              <a:t>komitmen</a:t>
            </a:r>
            <a:r>
              <a:rPr lang="en-ID" sz="1800" dirty="0"/>
              <a:t> </a:t>
            </a:r>
            <a:r>
              <a:rPr lang="en-ID" sz="1800" dirty="0" err="1"/>
              <a:t>atau</a:t>
            </a:r>
            <a:r>
              <a:rPr lang="en-ID" sz="1800" dirty="0"/>
              <a:t> </a:t>
            </a:r>
            <a:r>
              <a:rPr lang="en-ID" sz="1800" dirty="0" err="1"/>
              <a:t>konflik</a:t>
            </a:r>
            <a:r>
              <a:rPr lang="en-ID" sz="1800" dirty="0"/>
              <a:t> </a:t>
            </a:r>
            <a:r>
              <a:rPr lang="en-ID" sz="1800" dirty="0" err="1"/>
              <a:t>pasangan</a:t>
            </a:r>
            <a:r>
              <a:rPr lang="en-ID" sz="1800" dirty="0"/>
              <a:t>, </a:t>
            </a:r>
            <a:r>
              <a:rPr lang="en-ID" sz="1800" dirty="0" err="1"/>
              <a:t>dapat</a:t>
            </a:r>
            <a:r>
              <a:rPr lang="en-ID" sz="1800" dirty="0"/>
              <a:t> </a:t>
            </a:r>
            <a:r>
              <a:rPr lang="en-ID" sz="1800" dirty="0" err="1"/>
              <a:t>memengaruhi</a:t>
            </a:r>
            <a:r>
              <a:rPr lang="en-ID" sz="1800" dirty="0"/>
              <a:t> </a:t>
            </a:r>
            <a:r>
              <a:rPr lang="en-ID" sz="1800" dirty="0" err="1"/>
              <a:t>keputusan</a:t>
            </a:r>
            <a:r>
              <a:rPr lang="en-ID" sz="1800" dirty="0"/>
              <a:t> </a:t>
            </a:r>
            <a:r>
              <a:rPr lang="en-ID" sz="1800" dirty="0" err="1"/>
              <a:t>terkait</a:t>
            </a:r>
            <a:r>
              <a:rPr lang="en-ID" sz="1800" dirty="0"/>
              <a:t> </a:t>
            </a:r>
            <a:r>
              <a:rPr lang="en-ID" sz="1800" dirty="0" err="1"/>
              <a:t>kehamilan</a:t>
            </a:r>
            <a:r>
              <a:rPr lang="en-ID" sz="1800" dirty="0"/>
              <a:t>. </a:t>
            </a:r>
            <a:r>
              <a:rPr lang="en-ID" sz="1800" dirty="0" err="1"/>
              <a:t>Individu</a:t>
            </a:r>
            <a:r>
              <a:rPr lang="en-ID" sz="1800" dirty="0"/>
              <a:t> </a:t>
            </a:r>
            <a:r>
              <a:rPr lang="en-ID" sz="1800" dirty="0" err="1"/>
              <a:t>mungkin</a:t>
            </a:r>
            <a:r>
              <a:rPr lang="en-ID" sz="1800" dirty="0"/>
              <a:t> </a:t>
            </a:r>
            <a:r>
              <a:rPr lang="en-ID" sz="1800" dirty="0" err="1"/>
              <a:t>merasa</a:t>
            </a:r>
            <a:r>
              <a:rPr lang="en-ID" sz="1800" dirty="0"/>
              <a:t> </a:t>
            </a:r>
            <a:r>
              <a:rPr lang="en-ID" sz="1800" dirty="0" err="1"/>
              <a:t>tidak</a:t>
            </a:r>
            <a:r>
              <a:rPr lang="en-ID" sz="1800" dirty="0"/>
              <a:t> </a:t>
            </a:r>
            <a:r>
              <a:rPr lang="en-ID" sz="1800" dirty="0" err="1"/>
              <a:t>memiliki</a:t>
            </a:r>
            <a:r>
              <a:rPr lang="en-ID" sz="1800" dirty="0"/>
              <a:t> </a:t>
            </a:r>
            <a:r>
              <a:rPr lang="en-ID" sz="1800" dirty="0" err="1"/>
              <a:t>dukungan</a:t>
            </a:r>
            <a:r>
              <a:rPr lang="en-ID" sz="1800" dirty="0"/>
              <a:t> yang </a:t>
            </a:r>
            <a:r>
              <a:rPr lang="en-ID" sz="1800" dirty="0" err="1"/>
              <a:t>cukup</a:t>
            </a:r>
            <a:r>
              <a:rPr lang="en-ID" sz="1800" dirty="0"/>
              <a:t>. Hal </a:t>
            </a:r>
            <a:r>
              <a:rPr lang="en-ID" sz="1800" dirty="0" err="1"/>
              <a:t>ini</a:t>
            </a:r>
            <a:r>
              <a:rPr lang="en-ID" sz="1800" dirty="0"/>
              <a:t> </a:t>
            </a:r>
            <a:r>
              <a:rPr lang="en-ID" sz="1800" dirty="0" err="1"/>
              <a:t>meningkatkan</a:t>
            </a:r>
            <a:r>
              <a:rPr lang="en-ID" sz="1800" dirty="0"/>
              <a:t> </a:t>
            </a:r>
            <a:r>
              <a:rPr lang="en-ID" sz="1800" dirty="0" err="1"/>
              <a:t>tekanan</a:t>
            </a:r>
            <a:r>
              <a:rPr lang="en-ID" sz="1800" dirty="0"/>
              <a:t> </a:t>
            </a:r>
            <a:r>
              <a:rPr lang="en-ID" sz="1800" dirty="0" err="1"/>
              <a:t>untuk</a:t>
            </a:r>
            <a:r>
              <a:rPr lang="en-ID" sz="1800" dirty="0"/>
              <a:t> </a:t>
            </a:r>
            <a:r>
              <a:rPr lang="en-ID" sz="1800" dirty="0" err="1"/>
              <a:t>mengakhiri</a:t>
            </a:r>
            <a:r>
              <a:rPr lang="en-ID" sz="1800" dirty="0"/>
              <a:t> </a:t>
            </a:r>
            <a:r>
              <a:rPr lang="en-ID" sz="1800" dirty="0" err="1"/>
              <a:t>kehamilan</a:t>
            </a:r>
            <a:r>
              <a:rPr lang="en-ID" sz="1800" dirty="0"/>
              <a:t>. </a:t>
            </a:r>
          </a:p>
          <a:p>
            <a:r>
              <a:rPr lang="en-ID" sz="1800" b="1" dirty="0" err="1"/>
              <a:t>Perencanaan</a:t>
            </a:r>
            <a:r>
              <a:rPr lang="en-ID" sz="1800" b="1" dirty="0"/>
              <a:t> </a:t>
            </a:r>
            <a:r>
              <a:rPr lang="en-ID" sz="1800" b="1" dirty="0" err="1"/>
              <a:t>keluarga</a:t>
            </a:r>
            <a:r>
              <a:rPr lang="en-ID" sz="1800" b="1" dirty="0"/>
              <a:t> yang </a:t>
            </a:r>
            <a:r>
              <a:rPr lang="en-ID" sz="1800" b="1" dirty="0" err="1"/>
              <a:t>tidak</a:t>
            </a:r>
            <a:r>
              <a:rPr lang="en-ID" sz="1800" b="1" dirty="0"/>
              <a:t> optimal. </a:t>
            </a:r>
            <a:r>
              <a:rPr lang="en-ID" sz="1800" dirty="0" err="1"/>
              <a:t>Kurangnya</a:t>
            </a:r>
            <a:r>
              <a:rPr lang="en-ID" sz="1800" dirty="0"/>
              <a:t> </a:t>
            </a:r>
            <a:r>
              <a:rPr lang="en-ID" sz="1800" dirty="0" err="1"/>
              <a:t>perencanaan</a:t>
            </a:r>
            <a:r>
              <a:rPr lang="en-ID" sz="1800" dirty="0"/>
              <a:t> </a:t>
            </a:r>
            <a:r>
              <a:rPr lang="en-ID" sz="1800" dirty="0" err="1"/>
              <a:t>keluarga</a:t>
            </a:r>
            <a:r>
              <a:rPr lang="en-ID" sz="1800" dirty="0"/>
              <a:t> yang </a:t>
            </a:r>
            <a:r>
              <a:rPr lang="en-ID" sz="1800" dirty="0" err="1"/>
              <a:t>baik</a:t>
            </a:r>
            <a:r>
              <a:rPr lang="en-ID" sz="1800" dirty="0"/>
              <a:t>, </a:t>
            </a:r>
            <a:r>
              <a:rPr lang="en-ID" sz="1800" dirty="0" err="1"/>
              <a:t>termasuk</a:t>
            </a:r>
            <a:r>
              <a:rPr lang="en-ID" sz="1800" dirty="0"/>
              <a:t> </a:t>
            </a:r>
            <a:r>
              <a:rPr lang="en-ID" sz="1800" dirty="0" err="1"/>
              <a:t>penggunaan</a:t>
            </a:r>
            <a:r>
              <a:rPr lang="en-ID" sz="1800" dirty="0"/>
              <a:t> </a:t>
            </a:r>
            <a:r>
              <a:rPr lang="en-ID" sz="1800" dirty="0" err="1"/>
              <a:t>kontrasepsi</a:t>
            </a:r>
            <a:r>
              <a:rPr lang="en-ID" sz="1800" dirty="0"/>
              <a:t> yang </a:t>
            </a:r>
            <a:r>
              <a:rPr lang="en-ID" sz="1800" dirty="0" err="1"/>
              <a:t>tidak</a:t>
            </a:r>
            <a:r>
              <a:rPr lang="en-ID" sz="1800" dirty="0"/>
              <a:t> </a:t>
            </a:r>
            <a:r>
              <a:rPr lang="en-ID" sz="1800" dirty="0" err="1"/>
              <a:t>konsisten</a:t>
            </a:r>
            <a:r>
              <a:rPr lang="en-ID" sz="1800" dirty="0"/>
              <a:t>, </a:t>
            </a:r>
            <a:r>
              <a:rPr lang="en-ID" sz="1800" dirty="0" err="1"/>
              <a:t>dapat</a:t>
            </a:r>
            <a:r>
              <a:rPr lang="en-ID" sz="1800" dirty="0"/>
              <a:t> </a:t>
            </a:r>
            <a:r>
              <a:rPr lang="en-ID" sz="1800" dirty="0" err="1"/>
              <a:t>menyebabkan</a:t>
            </a:r>
            <a:r>
              <a:rPr lang="en-ID" sz="1800" dirty="0"/>
              <a:t> </a:t>
            </a:r>
            <a:r>
              <a:rPr lang="en-ID" sz="1800" dirty="0" err="1"/>
              <a:t>kehamilan</a:t>
            </a:r>
            <a:r>
              <a:rPr lang="en-ID" sz="1800" dirty="0"/>
              <a:t> </a:t>
            </a:r>
            <a:r>
              <a:rPr lang="en-ID" sz="1800" dirty="0" err="1"/>
              <a:t>tidak</a:t>
            </a:r>
            <a:r>
              <a:rPr lang="en-ID" sz="1800" dirty="0"/>
              <a:t> </a:t>
            </a:r>
            <a:r>
              <a:rPr lang="en-ID" sz="1800" dirty="0" err="1"/>
              <a:t>diinginkan</a:t>
            </a:r>
            <a:r>
              <a:rPr lang="en-ID" sz="1800" dirty="0"/>
              <a:t>. Hal </a:t>
            </a:r>
            <a:r>
              <a:rPr lang="en-ID" sz="1800" dirty="0" err="1"/>
              <a:t>ini</a:t>
            </a:r>
            <a:r>
              <a:rPr lang="en-ID" sz="1800" dirty="0"/>
              <a:t> </a:t>
            </a:r>
            <a:r>
              <a:rPr lang="en-ID" sz="1800" dirty="0" err="1"/>
              <a:t>menunjukkan</a:t>
            </a:r>
            <a:r>
              <a:rPr lang="en-ID" sz="1800" dirty="0"/>
              <a:t> </a:t>
            </a:r>
            <a:r>
              <a:rPr lang="en-ID" sz="1800" dirty="0" err="1"/>
              <a:t>pentingnya</a:t>
            </a:r>
            <a:r>
              <a:rPr lang="en-ID" sz="1800" dirty="0"/>
              <a:t> </a:t>
            </a:r>
            <a:r>
              <a:rPr lang="en-ID" sz="1800" dirty="0" err="1"/>
              <a:t>edukasi</a:t>
            </a:r>
            <a:r>
              <a:rPr lang="en-ID" sz="1800" dirty="0"/>
              <a:t> dan </a:t>
            </a:r>
            <a:r>
              <a:rPr lang="en-ID" sz="1800" dirty="0" err="1"/>
              <a:t>akses</a:t>
            </a:r>
            <a:r>
              <a:rPr lang="en-ID" sz="1800" dirty="0"/>
              <a:t> </a:t>
            </a:r>
            <a:r>
              <a:rPr lang="en-ID" sz="1800" dirty="0" err="1"/>
              <a:t>layanan</a:t>
            </a:r>
            <a:r>
              <a:rPr lang="en-ID" sz="1800" dirty="0"/>
              <a:t> </a:t>
            </a:r>
            <a:r>
              <a:rPr lang="en-ID" sz="1800" dirty="0" err="1"/>
              <a:t>keluarga</a:t>
            </a:r>
            <a:r>
              <a:rPr lang="en-ID" sz="1800" dirty="0"/>
              <a:t> </a:t>
            </a:r>
            <a:r>
              <a:rPr lang="en-ID" sz="1800" dirty="0" err="1"/>
              <a:t>berencana</a:t>
            </a:r>
            <a:r>
              <a:rPr lang="en-ID" sz="1800"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116" y="274638"/>
            <a:ext cx="10151806" cy="1143000"/>
          </a:xfrm>
        </p:spPr>
        <p:txBody>
          <a:bodyPr>
            <a:normAutofit/>
          </a:bodyPr>
          <a:lstStyle/>
          <a:p>
            <a:r>
              <a:rPr lang="en-ID" sz="3600" b="1" dirty="0" err="1"/>
              <a:t>Tekanan</a:t>
            </a:r>
            <a:r>
              <a:rPr lang="en-ID" sz="3600" b="1" dirty="0"/>
              <a:t> </a:t>
            </a:r>
            <a:r>
              <a:rPr lang="en-ID" sz="3600" b="1" dirty="0" err="1"/>
              <a:t>Psikologis</a:t>
            </a:r>
            <a:r>
              <a:rPr lang="en-ID" sz="3600" b="1" dirty="0"/>
              <a:t> dan Sosial</a:t>
            </a:r>
            <a:endParaRPr sz="3600" b="1" dirty="0"/>
          </a:p>
        </p:txBody>
      </p:sp>
      <p:sp>
        <p:nvSpPr>
          <p:cNvPr id="3" name="Content Placeholder 2"/>
          <p:cNvSpPr>
            <a:spLocks noGrp="1"/>
          </p:cNvSpPr>
          <p:nvPr>
            <p:ph idx="1"/>
          </p:nvPr>
        </p:nvSpPr>
        <p:spPr>
          <a:xfrm>
            <a:off x="228600" y="1305229"/>
            <a:ext cx="8686800" cy="5115233"/>
          </a:xfrm>
        </p:spPr>
        <p:txBody>
          <a:bodyPr>
            <a:noAutofit/>
          </a:bodyPr>
          <a:lstStyle/>
          <a:p>
            <a:r>
              <a:rPr lang="en-ID" sz="1600" b="1" dirty="0" err="1"/>
              <a:t>Ketidakmatangan</a:t>
            </a:r>
            <a:r>
              <a:rPr lang="en-ID" sz="1600" b="1" dirty="0"/>
              <a:t> </a:t>
            </a:r>
            <a:r>
              <a:rPr lang="en-ID" sz="1600" b="1" dirty="0" err="1"/>
              <a:t>pengambilan</a:t>
            </a:r>
            <a:r>
              <a:rPr lang="en-ID" sz="1600" b="1" dirty="0"/>
              <a:t> Keputusan. </a:t>
            </a:r>
            <a:r>
              <a:rPr lang="en-ID" sz="1600" dirty="0" err="1"/>
              <a:t>Secara</a:t>
            </a:r>
            <a:r>
              <a:rPr lang="en-ID" sz="1600" dirty="0"/>
              <a:t> </a:t>
            </a:r>
            <a:r>
              <a:rPr lang="en-ID" sz="1600" dirty="0" err="1"/>
              <a:t>perkembangan</a:t>
            </a:r>
            <a:r>
              <a:rPr lang="en-ID" sz="1600" dirty="0"/>
              <a:t> </a:t>
            </a:r>
            <a:r>
              <a:rPr lang="en-ID" sz="1600" dirty="0" err="1"/>
              <a:t>psikologis</a:t>
            </a:r>
            <a:r>
              <a:rPr lang="en-ID" sz="1600" dirty="0"/>
              <a:t>, </a:t>
            </a:r>
            <a:r>
              <a:rPr lang="en-ID" sz="1600" dirty="0" err="1"/>
              <a:t>remaja</a:t>
            </a:r>
            <a:r>
              <a:rPr lang="en-ID" sz="1600" dirty="0"/>
              <a:t> </a:t>
            </a:r>
            <a:r>
              <a:rPr lang="en-ID" sz="1600" dirty="0" err="1"/>
              <a:t>masih</a:t>
            </a:r>
            <a:r>
              <a:rPr lang="en-ID" sz="1600" dirty="0"/>
              <a:t> </a:t>
            </a:r>
            <a:r>
              <a:rPr lang="en-ID" sz="1600" dirty="0" err="1"/>
              <a:t>berada</a:t>
            </a:r>
            <a:r>
              <a:rPr lang="en-ID" sz="1600" dirty="0"/>
              <a:t> </a:t>
            </a:r>
            <a:r>
              <a:rPr lang="en-ID" sz="1600" dirty="0" err="1"/>
              <a:t>dalam</a:t>
            </a:r>
            <a:r>
              <a:rPr lang="en-ID" sz="1600" dirty="0"/>
              <a:t> </a:t>
            </a:r>
            <a:r>
              <a:rPr lang="en-ID" sz="1600" dirty="0" err="1"/>
              <a:t>tahap</a:t>
            </a:r>
            <a:r>
              <a:rPr lang="en-ID" sz="1600" dirty="0"/>
              <a:t> </a:t>
            </a:r>
            <a:r>
              <a:rPr lang="en-ID" sz="1600" dirty="0" err="1"/>
              <a:t>pembentukan</a:t>
            </a:r>
            <a:r>
              <a:rPr lang="en-ID" sz="1600" dirty="0"/>
              <a:t> </a:t>
            </a:r>
            <a:r>
              <a:rPr lang="en-ID" sz="1600" dirty="0" err="1"/>
              <a:t>kontrol</a:t>
            </a:r>
            <a:r>
              <a:rPr lang="en-ID" sz="1600" dirty="0"/>
              <a:t> </a:t>
            </a:r>
            <a:r>
              <a:rPr lang="en-ID" sz="1600" dirty="0" err="1"/>
              <a:t>diri</a:t>
            </a:r>
            <a:r>
              <a:rPr lang="en-ID" sz="1600" dirty="0"/>
              <a:t>, </a:t>
            </a:r>
            <a:r>
              <a:rPr lang="en-ID" sz="1600" dirty="0" err="1"/>
              <a:t>identitas</a:t>
            </a:r>
            <a:r>
              <a:rPr lang="en-ID" sz="1600" dirty="0"/>
              <a:t>, dan </a:t>
            </a:r>
            <a:r>
              <a:rPr lang="en-ID" sz="1600" dirty="0" err="1"/>
              <a:t>kemampuan</a:t>
            </a:r>
            <a:r>
              <a:rPr lang="en-ID" sz="1600" dirty="0"/>
              <a:t> </a:t>
            </a:r>
            <a:r>
              <a:rPr lang="en-ID" sz="1600" dirty="0" err="1"/>
              <a:t>mempertimbangkan</a:t>
            </a:r>
            <a:r>
              <a:rPr lang="en-ID" sz="1600" dirty="0"/>
              <a:t> </a:t>
            </a:r>
            <a:r>
              <a:rPr lang="en-ID" sz="1600" dirty="0" err="1"/>
              <a:t>konsekuensi</a:t>
            </a:r>
            <a:r>
              <a:rPr lang="en-ID" sz="1600" dirty="0"/>
              <a:t> </a:t>
            </a:r>
            <a:r>
              <a:rPr lang="en-ID" sz="1600" dirty="0" err="1"/>
              <a:t>jangka</a:t>
            </a:r>
            <a:r>
              <a:rPr lang="en-ID" sz="1600" dirty="0"/>
              <a:t> </a:t>
            </a:r>
            <a:r>
              <a:rPr lang="en-ID" sz="1600" dirty="0" err="1"/>
              <a:t>panjang</a:t>
            </a:r>
            <a:r>
              <a:rPr lang="en-ID" sz="1600" dirty="0"/>
              <a:t>. Hal </a:t>
            </a:r>
            <a:r>
              <a:rPr lang="en-ID" sz="1600" dirty="0" err="1"/>
              <a:t>ini</a:t>
            </a:r>
            <a:r>
              <a:rPr lang="en-ID" sz="1600" dirty="0"/>
              <a:t> </a:t>
            </a:r>
            <a:r>
              <a:rPr lang="en-ID" sz="1600" dirty="0" err="1"/>
              <a:t>membuat</a:t>
            </a:r>
            <a:r>
              <a:rPr lang="en-ID" sz="1600" dirty="0"/>
              <a:t> </a:t>
            </a:r>
            <a:r>
              <a:rPr lang="en-ID" sz="1600" dirty="0" err="1"/>
              <a:t>keputusan</a:t>
            </a:r>
            <a:r>
              <a:rPr lang="en-ID" sz="1600" dirty="0"/>
              <a:t> yang </a:t>
            </a:r>
            <a:r>
              <a:rPr lang="en-ID" sz="1600" dirty="0" err="1"/>
              <a:t>diambil</a:t>
            </a:r>
            <a:r>
              <a:rPr lang="en-ID" sz="1600" dirty="0"/>
              <a:t> </a:t>
            </a:r>
            <a:r>
              <a:rPr lang="en-ID" sz="1600" dirty="0" err="1"/>
              <a:t>sering</a:t>
            </a:r>
            <a:r>
              <a:rPr lang="en-ID" sz="1600" dirty="0"/>
              <a:t> </a:t>
            </a:r>
            <a:r>
              <a:rPr lang="en-ID" sz="1600" dirty="0" err="1"/>
              <a:t>bersifat</a:t>
            </a:r>
            <a:r>
              <a:rPr lang="en-ID" sz="1600" dirty="0"/>
              <a:t> </a:t>
            </a:r>
            <a:r>
              <a:rPr lang="en-ID" sz="1600" dirty="0" err="1"/>
              <a:t>situasional</a:t>
            </a:r>
            <a:r>
              <a:rPr lang="en-ID" sz="1600" dirty="0"/>
              <a:t> dan </a:t>
            </a:r>
            <a:r>
              <a:rPr lang="en-ID" sz="1600" dirty="0" err="1"/>
              <a:t>emosional</a:t>
            </a:r>
            <a:r>
              <a:rPr lang="en-ID" sz="1600" dirty="0"/>
              <a:t>. </a:t>
            </a:r>
            <a:r>
              <a:rPr lang="en-ID" sz="1600" dirty="0" err="1"/>
              <a:t>Akibatnya</a:t>
            </a:r>
            <a:r>
              <a:rPr lang="en-ID" sz="1600" dirty="0"/>
              <a:t>, </a:t>
            </a:r>
            <a:r>
              <a:rPr lang="en-ID" sz="1600" dirty="0" err="1"/>
              <a:t>risiko</a:t>
            </a:r>
            <a:r>
              <a:rPr lang="en-ID" sz="1600" dirty="0"/>
              <a:t> </a:t>
            </a:r>
            <a:r>
              <a:rPr lang="en-ID" sz="1600" dirty="0" err="1"/>
              <a:t>perilaku</a:t>
            </a:r>
            <a:r>
              <a:rPr lang="en-ID" sz="1600" dirty="0"/>
              <a:t> </a:t>
            </a:r>
            <a:r>
              <a:rPr lang="en-ID" sz="1600" dirty="0" err="1"/>
              <a:t>seksual</a:t>
            </a:r>
            <a:r>
              <a:rPr lang="en-ID" sz="1600" dirty="0"/>
              <a:t> </a:t>
            </a:r>
            <a:r>
              <a:rPr lang="en-ID" sz="1600" dirty="0" err="1"/>
              <a:t>tanpa</a:t>
            </a:r>
            <a:r>
              <a:rPr lang="en-ID" sz="1600" dirty="0"/>
              <a:t> </a:t>
            </a:r>
            <a:r>
              <a:rPr lang="en-ID" sz="1600" dirty="0" err="1"/>
              <a:t>perlindungan</a:t>
            </a:r>
            <a:r>
              <a:rPr lang="en-ID" sz="1600" dirty="0"/>
              <a:t> </a:t>
            </a:r>
            <a:r>
              <a:rPr lang="en-ID" sz="1600" dirty="0" err="1"/>
              <a:t>dapat</a:t>
            </a:r>
            <a:r>
              <a:rPr lang="en-ID" sz="1600" dirty="0"/>
              <a:t> </a:t>
            </a:r>
            <a:r>
              <a:rPr lang="en-ID" sz="1600" dirty="0" err="1"/>
              <a:t>meningkat</a:t>
            </a:r>
            <a:r>
              <a:rPr lang="en-ID" sz="1600" dirty="0"/>
              <a:t>. </a:t>
            </a:r>
          </a:p>
          <a:p>
            <a:r>
              <a:rPr lang="en-ID" sz="1600" b="1" dirty="0"/>
              <a:t>Minimnya </a:t>
            </a:r>
            <a:r>
              <a:rPr lang="en-ID" sz="1600" b="1" dirty="0" err="1"/>
              <a:t>akses</a:t>
            </a:r>
            <a:r>
              <a:rPr lang="en-ID" sz="1600" b="1" dirty="0"/>
              <a:t> </a:t>
            </a:r>
            <a:r>
              <a:rPr lang="en-ID" sz="1600" b="1" dirty="0" err="1"/>
              <a:t>informasi</a:t>
            </a:r>
            <a:r>
              <a:rPr lang="en-ID" sz="1600" b="1" dirty="0"/>
              <a:t>. </a:t>
            </a:r>
            <a:r>
              <a:rPr lang="en-ID" sz="1600" dirty="0" err="1"/>
              <a:t>Remaja</a:t>
            </a:r>
            <a:r>
              <a:rPr lang="en-ID" sz="1600" dirty="0"/>
              <a:t> </a:t>
            </a:r>
            <a:r>
              <a:rPr lang="en-ID" sz="1600" dirty="0" err="1"/>
              <a:t>sering</a:t>
            </a:r>
            <a:r>
              <a:rPr lang="en-ID" sz="1600" dirty="0"/>
              <a:t> </a:t>
            </a:r>
            <a:r>
              <a:rPr lang="en-ID" sz="1600" dirty="0" err="1"/>
              <a:t>tidak</a:t>
            </a:r>
            <a:r>
              <a:rPr lang="en-ID" sz="1600" dirty="0"/>
              <a:t> </a:t>
            </a:r>
            <a:r>
              <a:rPr lang="en-ID" sz="1600" dirty="0" err="1"/>
              <a:t>mendapatkan</a:t>
            </a:r>
            <a:r>
              <a:rPr lang="en-ID" sz="1600" dirty="0"/>
              <a:t> </a:t>
            </a:r>
            <a:r>
              <a:rPr lang="en-ID" sz="1600" dirty="0" err="1"/>
              <a:t>pendidikan</a:t>
            </a:r>
            <a:r>
              <a:rPr lang="en-ID" sz="1600" dirty="0"/>
              <a:t> </a:t>
            </a:r>
            <a:r>
              <a:rPr lang="en-ID" sz="1600" dirty="0" err="1"/>
              <a:t>seksual</a:t>
            </a:r>
            <a:r>
              <a:rPr lang="en-ID" sz="1600" dirty="0"/>
              <a:t> yang </a:t>
            </a:r>
            <a:r>
              <a:rPr lang="en-ID" sz="1600" dirty="0" err="1"/>
              <a:t>memadai</a:t>
            </a:r>
            <a:r>
              <a:rPr lang="en-ID" sz="1600" dirty="0"/>
              <a:t> </a:t>
            </a:r>
            <a:r>
              <a:rPr lang="en-ID" sz="1600" dirty="0" err="1"/>
              <a:t>dari</a:t>
            </a:r>
            <a:r>
              <a:rPr lang="en-ID" sz="1600" dirty="0"/>
              <a:t> </a:t>
            </a:r>
            <a:r>
              <a:rPr lang="en-ID" sz="1600" dirty="0" err="1"/>
              <a:t>sekolah</a:t>
            </a:r>
            <a:r>
              <a:rPr lang="en-ID" sz="1600" dirty="0"/>
              <a:t> </a:t>
            </a:r>
            <a:r>
              <a:rPr lang="en-ID" sz="1600" dirty="0" err="1"/>
              <a:t>maupun</a:t>
            </a:r>
            <a:r>
              <a:rPr lang="en-ID" sz="1600" dirty="0"/>
              <a:t> </a:t>
            </a:r>
            <a:r>
              <a:rPr lang="en-ID" sz="1600" dirty="0" err="1"/>
              <a:t>keluarga</a:t>
            </a:r>
            <a:r>
              <a:rPr lang="en-ID" sz="1600" dirty="0"/>
              <a:t>. </a:t>
            </a:r>
            <a:r>
              <a:rPr lang="en-ID" sz="1600" dirty="0" err="1"/>
              <a:t>Informasi</a:t>
            </a:r>
            <a:r>
              <a:rPr lang="en-ID" sz="1600" dirty="0"/>
              <a:t> yang </a:t>
            </a:r>
            <a:r>
              <a:rPr lang="en-ID" sz="1600" dirty="0" err="1"/>
              <a:t>mereka</a:t>
            </a:r>
            <a:r>
              <a:rPr lang="en-ID" sz="1600" dirty="0"/>
              <a:t> </a:t>
            </a:r>
            <a:r>
              <a:rPr lang="en-ID" sz="1600" dirty="0" err="1"/>
              <a:t>miliki</a:t>
            </a:r>
            <a:r>
              <a:rPr lang="en-ID" sz="1600" dirty="0"/>
              <a:t> </a:t>
            </a:r>
            <a:r>
              <a:rPr lang="en-ID" sz="1600" dirty="0" err="1"/>
              <a:t>sering</a:t>
            </a:r>
            <a:r>
              <a:rPr lang="en-ID" sz="1600" dirty="0"/>
              <a:t> </a:t>
            </a:r>
            <a:r>
              <a:rPr lang="en-ID" sz="1600" dirty="0" err="1"/>
              <a:t>bersifat</a:t>
            </a:r>
            <a:r>
              <a:rPr lang="en-ID" sz="1600" dirty="0"/>
              <a:t> </a:t>
            </a:r>
            <a:r>
              <a:rPr lang="en-ID" sz="1600" dirty="0" err="1"/>
              <a:t>sepotong-sepotong</a:t>
            </a:r>
            <a:r>
              <a:rPr lang="en-ID" sz="1600" dirty="0"/>
              <a:t>, </a:t>
            </a:r>
            <a:r>
              <a:rPr lang="en-ID" sz="1600" dirty="0" err="1"/>
              <a:t>penuh</a:t>
            </a:r>
            <a:r>
              <a:rPr lang="en-ID" sz="1600" dirty="0"/>
              <a:t> </a:t>
            </a:r>
            <a:r>
              <a:rPr lang="en-ID" sz="1600" dirty="0" err="1"/>
              <a:t>mitos</a:t>
            </a:r>
            <a:r>
              <a:rPr lang="en-ID" sz="1600" dirty="0"/>
              <a:t>, </a:t>
            </a:r>
            <a:r>
              <a:rPr lang="en-ID" sz="1600" dirty="0" err="1"/>
              <a:t>atau</a:t>
            </a:r>
            <a:r>
              <a:rPr lang="en-ID" sz="1600" dirty="0"/>
              <a:t> </a:t>
            </a:r>
            <a:r>
              <a:rPr lang="en-ID" sz="1600" dirty="0" err="1"/>
              <a:t>berasal</a:t>
            </a:r>
            <a:r>
              <a:rPr lang="en-ID" sz="1600" dirty="0"/>
              <a:t> </a:t>
            </a:r>
            <a:r>
              <a:rPr lang="en-ID" sz="1600" dirty="0" err="1"/>
              <a:t>dari</a:t>
            </a:r>
            <a:r>
              <a:rPr lang="en-ID" sz="1600" dirty="0"/>
              <a:t> media yang </a:t>
            </a:r>
            <a:r>
              <a:rPr lang="en-ID" sz="1600" dirty="0" err="1"/>
              <a:t>tidak</a:t>
            </a:r>
            <a:r>
              <a:rPr lang="en-ID" sz="1600" dirty="0"/>
              <a:t> </a:t>
            </a:r>
            <a:r>
              <a:rPr lang="en-ID" sz="1600" dirty="0" err="1"/>
              <a:t>mendidik</a:t>
            </a:r>
            <a:r>
              <a:rPr lang="en-ID" sz="1600" dirty="0"/>
              <a:t>. </a:t>
            </a:r>
          </a:p>
          <a:p>
            <a:r>
              <a:rPr lang="en-ID" sz="1600" b="1" dirty="0" err="1"/>
              <a:t>Pengaruh</a:t>
            </a:r>
            <a:r>
              <a:rPr lang="en-ID" sz="1600" b="1" dirty="0"/>
              <a:t> </a:t>
            </a:r>
            <a:r>
              <a:rPr lang="en-ID" sz="1600" b="1" dirty="0" err="1"/>
              <a:t>teman</a:t>
            </a:r>
            <a:r>
              <a:rPr lang="en-ID" sz="1600" b="1" dirty="0"/>
              <a:t> </a:t>
            </a:r>
            <a:r>
              <a:rPr lang="en-ID" sz="1600" b="1" dirty="0" err="1"/>
              <a:t>sebaya</a:t>
            </a:r>
            <a:r>
              <a:rPr lang="en-ID" sz="1600" b="1" dirty="0"/>
              <a:t>. </a:t>
            </a:r>
            <a:r>
              <a:rPr lang="en-ID" sz="1600" dirty="0" err="1"/>
              <a:t>Kelompok</a:t>
            </a:r>
            <a:r>
              <a:rPr lang="en-ID" sz="1600" dirty="0"/>
              <a:t> </a:t>
            </a:r>
            <a:r>
              <a:rPr lang="en-ID" sz="1600" dirty="0" err="1"/>
              <a:t>teman</a:t>
            </a:r>
            <a:r>
              <a:rPr lang="en-ID" sz="1600" dirty="0"/>
              <a:t> </a:t>
            </a:r>
            <a:r>
              <a:rPr lang="en-ID" sz="1600" dirty="0" err="1"/>
              <a:t>sebaya</a:t>
            </a:r>
            <a:r>
              <a:rPr lang="en-ID" sz="1600" dirty="0"/>
              <a:t> </a:t>
            </a:r>
            <a:r>
              <a:rPr lang="en-ID" sz="1600" dirty="0" err="1"/>
              <a:t>memiliki</a:t>
            </a:r>
            <a:r>
              <a:rPr lang="en-ID" sz="1600" dirty="0"/>
              <a:t> </a:t>
            </a:r>
            <a:r>
              <a:rPr lang="en-ID" sz="1600" dirty="0" err="1"/>
              <a:t>pengaruh</a:t>
            </a:r>
            <a:r>
              <a:rPr lang="en-ID" sz="1600" dirty="0"/>
              <a:t> </a:t>
            </a:r>
            <a:r>
              <a:rPr lang="en-ID" sz="1600" dirty="0" err="1"/>
              <a:t>besar</a:t>
            </a:r>
            <a:r>
              <a:rPr lang="en-ID" sz="1600" dirty="0"/>
              <a:t> </a:t>
            </a:r>
            <a:r>
              <a:rPr lang="en-ID" sz="1600" dirty="0" err="1"/>
              <a:t>dalam</a:t>
            </a:r>
            <a:r>
              <a:rPr lang="en-ID" sz="1600" dirty="0"/>
              <a:t> </a:t>
            </a:r>
            <a:r>
              <a:rPr lang="en-ID" sz="1600" dirty="0" err="1"/>
              <a:t>membentuk</a:t>
            </a:r>
            <a:r>
              <a:rPr lang="en-ID" sz="1600" dirty="0"/>
              <a:t> norma </a:t>
            </a:r>
            <a:r>
              <a:rPr lang="en-ID" sz="1600" dirty="0" err="1"/>
              <a:t>perilaku</a:t>
            </a:r>
            <a:r>
              <a:rPr lang="en-ID" sz="1600" dirty="0"/>
              <a:t> </a:t>
            </a:r>
            <a:r>
              <a:rPr lang="en-ID" sz="1600" dirty="0" err="1"/>
              <a:t>remaja</a:t>
            </a:r>
            <a:r>
              <a:rPr lang="en-ID" sz="1600" dirty="0"/>
              <a:t>. Jika </a:t>
            </a:r>
            <a:r>
              <a:rPr lang="en-ID" sz="1600" dirty="0" err="1"/>
              <a:t>lingkungan</a:t>
            </a:r>
            <a:r>
              <a:rPr lang="en-ID" sz="1600" dirty="0"/>
              <a:t> </a:t>
            </a:r>
            <a:r>
              <a:rPr lang="en-ID" sz="1600" dirty="0" err="1"/>
              <a:t>pergaulan</a:t>
            </a:r>
            <a:r>
              <a:rPr lang="en-ID" sz="1600" dirty="0"/>
              <a:t> </a:t>
            </a:r>
            <a:r>
              <a:rPr lang="en-ID" sz="1600" dirty="0" err="1"/>
              <a:t>menormalisasi</a:t>
            </a:r>
            <a:r>
              <a:rPr lang="en-ID" sz="1600" dirty="0"/>
              <a:t> </a:t>
            </a:r>
            <a:r>
              <a:rPr lang="en-ID" sz="1600" dirty="0" err="1"/>
              <a:t>hubungan</a:t>
            </a:r>
            <a:r>
              <a:rPr lang="en-ID" sz="1600" dirty="0"/>
              <a:t> </a:t>
            </a:r>
            <a:r>
              <a:rPr lang="en-ID" sz="1600" dirty="0" err="1"/>
              <a:t>seksual</a:t>
            </a:r>
            <a:r>
              <a:rPr lang="en-ID" sz="1600" dirty="0"/>
              <a:t> </a:t>
            </a:r>
            <a:r>
              <a:rPr lang="en-ID" sz="1600" dirty="0" err="1"/>
              <a:t>tanpa</a:t>
            </a:r>
            <a:r>
              <a:rPr lang="en-ID" sz="1600" dirty="0"/>
              <a:t> </a:t>
            </a:r>
            <a:r>
              <a:rPr lang="en-ID" sz="1600" dirty="0" err="1"/>
              <a:t>disertai</a:t>
            </a:r>
            <a:r>
              <a:rPr lang="en-ID" sz="1600" dirty="0"/>
              <a:t> </a:t>
            </a:r>
            <a:r>
              <a:rPr lang="en-ID" sz="1600" dirty="0" err="1"/>
              <a:t>pendidikan</a:t>
            </a:r>
            <a:r>
              <a:rPr lang="en-ID" sz="1600" dirty="0"/>
              <a:t> </a:t>
            </a:r>
            <a:r>
              <a:rPr lang="en-ID" sz="1600" dirty="0" err="1"/>
              <a:t>perlindungan</a:t>
            </a:r>
            <a:r>
              <a:rPr lang="en-ID" sz="1600" dirty="0"/>
              <a:t>, </a:t>
            </a:r>
            <a:r>
              <a:rPr lang="en-ID" sz="1600" dirty="0" err="1"/>
              <a:t>maka</a:t>
            </a:r>
            <a:r>
              <a:rPr lang="en-ID" sz="1600" dirty="0"/>
              <a:t> </a:t>
            </a:r>
            <a:r>
              <a:rPr lang="en-ID" sz="1600" dirty="0" err="1"/>
              <a:t>remaja</a:t>
            </a:r>
            <a:r>
              <a:rPr lang="en-ID" sz="1600" dirty="0"/>
              <a:t> </a:t>
            </a:r>
            <a:r>
              <a:rPr lang="en-ID" sz="1600" dirty="0" err="1"/>
              <a:t>lebih</a:t>
            </a:r>
            <a:r>
              <a:rPr lang="en-ID" sz="1600" dirty="0"/>
              <a:t> </a:t>
            </a:r>
            <a:r>
              <a:rPr lang="en-ID" sz="1600" dirty="0" err="1"/>
              <a:t>rentan</a:t>
            </a:r>
            <a:r>
              <a:rPr lang="en-ID" sz="1600" dirty="0"/>
              <a:t> </a:t>
            </a:r>
            <a:r>
              <a:rPr lang="en-ID" sz="1600" dirty="0" err="1"/>
              <a:t>mengikuti</a:t>
            </a:r>
            <a:r>
              <a:rPr lang="en-ID" sz="1600" dirty="0"/>
              <a:t> </a:t>
            </a:r>
            <a:r>
              <a:rPr lang="en-ID" sz="1600" dirty="0" err="1"/>
              <a:t>pola</a:t>
            </a:r>
            <a:r>
              <a:rPr lang="en-ID" sz="1600" dirty="0"/>
              <a:t> </a:t>
            </a:r>
            <a:r>
              <a:rPr lang="en-ID" sz="1600" dirty="0" err="1"/>
              <a:t>tersebut</a:t>
            </a:r>
            <a:r>
              <a:rPr lang="en-ID" sz="1600" dirty="0"/>
              <a:t>. </a:t>
            </a:r>
          </a:p>
          <a:p>
            <a:r>
              <a:rPr lang="en-ID" sz="1600" b="1" dirty="0" err="1"/>
              <a:t>Ketergantungan</a:t>
            </a:r>
            <a:r>
              <a:rPr lang="en-ID" sz="1600" b="1" dirty="0"/>
              <a:t> pada </a:t>
            </a:r>
            <a:r>
              <a:rPr lang="en-ID" sz="1600" b="1" dirty="0" err="1"/>
              <a:t>lingkungan</a:t>
            </a:r>
            <a:r>
              <a:rPr lang="en-ID" sz="1600" b="1" dirty="0"/>
              <a:t>. </a:t>
            </a:r>
            <a:r>
              <a:rPr lang="en-ID" sz="1600" dirty="0" err="1"/>
              <a:t>Remaja</a:t>
            </a:r>
            <a:r>
              <a:rPr lang="en-ID" sz="1600" dirty="0"/>
              <a:t> </a:t>
            </a:r>
            <a:r>
              <a:rPr lang="en-ID" sz="1600" dirty="0" err="1"/>
              <a:t>masih</a:t>
            </a:r>
            <a:r>
              <a:rPr lang="en-ID" sz="1600" dirty="0"/>
              <a:t> </a:t>
            </a:r>
            <a:r>
              <a:rPr lang="en-ID" sz="1600" dirty="0" err="1"/>
              <a:t>bergantung</a:t>
            </a:r>
            <a:r>
              <a:rPr lang="en-ID" sz="1600" dirty="0"/>
              <a:t> pada </a:t>
            </a:r>
            <a:r>
              <a:rPr lang="en-ID" sz="1600" dirty="0" err="1"/>
              <a:t>keluarga</a:t>
            </a:r>
            <a:r>
              <a:rPr lang="en-ID" sz="1600" dirty="0"/>
              <a:t>, </a:t>
            </a:r>
            <a:r>
              <a:rPr lang="en-ID" sz="1600" dirty="0" err="1"/>
              <a:t>sekolah</a:t>
            </a:r>
            <a:r>
              <a:rPr lang="en-ID" sz="1600" dirty="0"/>
              <a:t>, dan </a:t>
            </a:r>
            <a:r>
              <a:rPr lang="en-ID" sz="1600" dirty="0" err="1"/>
              <a:t>komunitas</a:t>
            </a:r>
            <a:r>
              <a:rPr lang="en-ID" sz="1600" dirty="0"/>
              <a:t> </a:t>
            </a:r>
            <a:r>
              <a:rPr lang="en-ID" sz="1600" dirty="0" err="1"/>
              <a:t>untuk</a:t>
            </a:r>
            <a:r>
              <a:rPr lang="en-ID" sz="1600" dirty="0"/>
              <a:t> </a:t>
            </a:r>
            <a:r>
              <a:rPr lang="en-ID" sz="1600" dirty="0" err="1"/>
              <a:t>dukungan</a:t>
            </a:r>
            <a:r>
              <a:rPr lang="en-ID" sz="1600" dirty="0"/>
              <a:t> </a:t>
            </a:r>
            <a:r>
              <a:rPr lang="en-ID" sz="1600" dirty="0" err="1"/>
              <a:t>emosional</a:t>
            </a:r>
            <a:r>
              <a:rPr lang="en-ID" sz="1600" dirty="0"/>
              <a:t> </a:t>
            </a:r>
            <a:r>
              <a:rPr lang="en-ID" sz="1600" dirty="0" err="1"/>
              <a:t>serta</a:t>
            </a:r>
            <a:r>
              <a:rPr lang="en-ID" sz="1600" dirty="0"/>
              <a:t> </a:t>
            </a:r>
            <a:r>
              <a:rPr lang="en-ID" sz="1600" dirty="0" err="1"/>
              <a:t>akses</a:t>
            </a:r>
            <a:r>
              <a:rPr lang="en-ID" sz="1600" dirty="0"/>
              <a:t> </a:t>
            </a:r>
            <a:r>
              <a:rPr lang="en-ID" sz="1600" dirty="0" err="1"/>
              <a:t>layanan</a:t>
            </a:r>
            <a:r>
              <a:rPr lang="en-ID" sz="1600" dirty="0"/>
              <a:t> </a:t>
            </a:r>
            <a:r>
              <a:rPr lang="en-ID" sz="1600" dirty="0" err="1"/>
              <a:t>kesehatan</a:t>
            </a:r>
            <a:r>
              <a:rPr lang="en-ID" sz="1600" dirty="0"/>
              <a:t>. Bila </a:t>
            </a:r>
            <a:r>
              <a:rPr lang="en-ID" sz="1600" dirty="0" err="1"/>
              <a:t>lingkungan</a:t>
            </a:r>
            <a:r>
              <a:rPr lang="en-ID" sz="1600" dirty="0"/>
              <a:t> </a:t>
            </a:r>
            <a:r>
              <a:rPr lang="en-ID" sz="1600" dirty="0" err="1"/>
              <a:t>ini</a:t>
            </a:r>
            <a:r>
              <a:rPr lang="en-ID" sz="1600" dirty="0"/>
              <a:t> </a:t>
            </a:r>
            <a:r>
              <a:rPr lang="en-ID" sz="1600" dirty="0" err="1"/>
              <a:t>tidak</a:t>
            </a:r>
            <a:r>
              <a:rPr lang="en-ID" sz="1600" dirty="0"/>
              <a:t> </a:t>
            </a:r>
            <a:r>
              <a:rPr lang="en-ID" sz="1600" dirty="0" err="1"/>
              <a:t>mendukung</a:t>
            </a:r>
            <a:r>
              <a:rPr lang="en-ID" sz="1600" dirty="0"/>
              <a:t>, </a:t>
            </a:r>
            <a:r>
              <a:rPr lang="en-ID" sz="1600" dirty="0" err="1"/>
              <a:t>maka</a:t>
            </a:r>
            <a:r>
              <a:rPr lang="en-ID" sz="1600" dirty="0"/>
              <a:t> </a:t>
            </a:r>
            <a:r>
              <a:rPr lang="en-ID" sz="1600" dirty="0" err="1"/>
              <a:t>remaja</a:t>
            </a:r>
            <a:r>
              <a:rPr lang="en-ID" sz="1600" dirty="0"/>
              <a:t> </a:t>
            </a:r>
            <a:r>
              <a:rPr lang="en-ID" sz="1600" dirty="0" err="1"/>
              <a:t>menjadi</a:t>
            </a:r>
            <a:r>
              <a:rPr lang="en-ID" sz="1600" dirty="0"/>
              <a:t> </a:t>
            </a:r>
            <a:r>
              <a:rPr lang="en-ID" sz="1600" dirty="0" err="1"/>
              <a:t>semakin</a:t>
            </a:r>
            <a:r>
              <a:rPr lang="en-ID" sz="1600" dirty="0"/>
              <a:t> </a:t>
            </a:r>
            <a:r>
              <a:rPr lang="en-ID" sz="1600" dirty="0" err="1"/>
              <a:t>sulit</a:t>
            </a:r>
            <a:r>
              <a:rPr lang="en-ID" sz="1600" dirty="0"/>
              <a:t> </a:t>
            </a:r>
            <a:r>
              <a:rPr lang="en-ID" sz="1600" dirty="0" err="1"/>
              <a:t>mencari</a:t>
            </a:r>
            <a:r>
              <a:rPr lang="en-ID" sz="1600" dirty="0"/>
              <a:t> </a:t>
            </a:r>
            <a:r>
              <a:rPr lang="en-ID" sz="1600" dirty="0" err="1"/>
              <a:t>pertolongan</a:t>
            </a:r>
            <a:r>
              <a:rPr lang="en-ID" sz="1600" dirty="0"/>
              <a:t> </a:t>
            </a:r>
            <a:r>
              <a:rPr lang="en-ID" sz="1600" dirty="0" err="1"/>
              <a:t>ketika</a:t>
            </a:r>
            <a:r>
              <a:rPr lang="en-ID" sz="1600" dirty="0"/>
              <a:t> </a:t>
            </a:r>
            <a:r>
              <a:rPr lang="en-ID" sz="1600" dirty="0" err="1"/>
              <a:t>menghadapi</a:t>
            </a:r>
            <a:r>
              <a:rPr lang="en-ID" sz="1600" dirty="0"/>
              <a:t> </a:t>
            </a:r>
            <a:r>
              <a:rPr lang="en-ID" sz="1600" dirty="0" err="1"/>
              <a:t>masalah</a:t>
            </a:r>
            <a:r>
              <a:rPr lang="en-ID" sz="1600" dirty="0"/>
              <a:t> </a:t>
            </a:r>
            <a:r>
              <a:rPr lang="en-ID" sz="1600" dirty="0" err="1"/>
              <a:t>reproduksi</a:t>
            </a:r>
            <a:r>
              <a:rPr lang="en-ID" sz="1600" dirty="0"/>
              <a:t>. </a:t>
            </a:r>
            <a:r>
              <a:rPr lang="en-ID" sz="1600" dirty="0" err="1"/>
              <a:t>Kondisi</a:t>
            </a:r>
            <a:r>
              <a:rPr lang="en-ID" sz="1600" dirty="0"/>
              <a:t> </a:t>
            </a:r>
            <a:r>
              <a:rPr lang="en-ID" sz="1600" dirty="0" err="1"/>
              <a:t>tersebut</a:t>
            </a:r>
            <a:r>
              <a:rPr lang="en-ID" sz="1600" dirty="0"/>
              <a:t> </a:t>
            </a:r>
            <a:r>
              <a:rPr lang="en-ID" sz="1600" dirty="0" err="1"/>
              <a:t>memperparah</a:t>
            </a:r>
            <a:r>
              <a:rPr lang="en-ID" sz="1600" dirty="0"/>
              <a:t> </a:t>
            </a:r>
            <a:r>
              <a:rPr lang="en-ID" sz="1600" dirty="0" err="1"/>
              <a:t>dampak</a:t>
            </a:r>
            <a:r>
              <a:rPr lang="en-ID" sz="1600" dirty="0"/>
              <a:t> </a:t>
            </a:r>
            <a:r>
              <a:rPr lang="en-ID" sz="1600" dirty="0" err="1"/>
              <a:t>dari</a:t>
            </a:r>
            <a:r>
              <a:rPr lang="en-ID" sz="1600" dirty="0"/>
              <a:t> </a:t>
            </a:r>
            <a:r>
              <a:rPr lang="en-ID" sz="1600" dirty="0" err="1"/>
              <a:t>kehamilan</a:t>
            </a:r>
            <a:r>
              <a:rPr lang="en-ID" sz="1600" dirty="0"/>
              <a:t> yang </a:t>
            </a:r>
            <a:r>
              <a:rPr lang="en-ID" sz="1600" dirty="0" err="1"/>
              <a:t>tidak</a:t>
            </a:r>
            <a:r>
              <a:rPr lang="en-ID" sz="1600" dirty="0"/>
              <a:t> </a:t>
            </a:r>
            <a:r>
              <a:rPr lang="en-ID" sz="1600" dirty="0" err="1"/>
              <a:t>diinginkan</a:t>
            </a:r>
            <a:r>
              <a:rPr lang="en-ID" sz="1600"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048" y="333630"/>
            <a:ext cx="8608142" cy="1143000"/>
          </a:xfrm>
        </p:spPr>
        <p:txBody>
          <a:bodyPr>
            <a:normAutofit/>
          </a:bodyPr>
          <a:lstStyle/>
          <a:p>
            <a:r>
              <a:rPr lang="en-ID" b="1" dirty="0" err="1"/>
              <a:t>Masalah</a:t>
            </a:r>
            <a:r>
              <a:rPr lang="en-ID" b="1" dirty="0"/>
              <a:t> Ekonomi</a:t>
            </a:r>
            <a:endParaRPr b="1" dirty="0"/>
          </a:p>
        </p:txBody>
      </p:sp>
      <p:sp>
        <p:nvSpPr>
          <p:cNvPr id="3" name="Content Placeholder 2"/>
          <p:cNvSpPr>
            <a:spLocks noGrp="1"/>
          </p:cNvSpPr>
          <p:nvPr>
            <p:ph idx="1"/>
          </p:nvPr>
        </p:nvSpPr>
        <p:spPr>
          <a:xfrm>
            <a:off x="457200" y="1305232"/>
            <a:ext cx="8229600" cy="5219138"/>
          </a:xfrm>
        </p:spPr>
        <p:txBody>
          <a:bodyPr>
            <a:noAutofit/>
          </a:bodyPr>
          <a:lstStyle/>
          <a:p>
            <a:r>
              <a:rPr lang="en-ID" sz="1600" b="1" dirty="0" err="1"/>
              <a:t>Ketidakmampuan</a:t>
            </a:r>
            <a:r>
              <a:rPr lang="en-ID" sz="1600" b="1" dirty="0"/>
              <a:t> </a:t>
            </a:r>
            <a:r>
              <a:rPr lang="en-ID" sz="1600" b="1" dirty="0" err="1"/>
              <a:t>finansial</a:t>
            </a:r>
            <a:br>
              <a:rPr lang="en-ID" sz="1600" dirty="0"/>
            </a:br>
            <a:r>
              <a:rPr lang="en-ID" sz="1600" dirty="0" err="1"/>
              <a:t>Individu</a:t>
            </a:r>
            <a:r>
              <a:rPr lang="en-ID" sz="1600" dirty="0"/>
              <a:t> </a:t>
            </a:r>
            <a:r>
              <a:rPr lang="en-ID" sz="1600" dirty="0" err="1"/>
              <a:t>dengan</a:t>
            </a:r>
            <a:r>
              <a:rPr lang="en-ID" sz="1600" dirty="0"/>
              <a:t> </a:t>
            </a:r>
            <a:r>
              <a:rPr lang="en-ID" sz="1600" dirty="0" err="1"/>
              <a:t>kondisi</a:t>
            </a:r>
            <a:r>
              <a:rPr lang="en-ID" sz="1600" dirty="0"/>
              <a:t> </a:t>
            </a:r>
            <a:r>
              <a:rPr lang="en-ID" sz="1600" dirty="0" err="1"/>
              <a:t>ekonomi</a:t>
            </a:r>
            <a:r>
              <a:rPr lang="en-ID" sz="1600" dirty="0"/>
              <a:t> </a:t>
            </a:r>
            <a:r>
              <a:rPr lang="en-ID" sz="1600" dirty="0" err="1"/>
              <a:t>rendah</a:t>
            </a:r>
            <a:r>
              <a:rPr lang="en-ID" sz="1600" dirty="0"/>
              <a:t> </a:t>
            </a:r>
            <a:r>
              <a:rPr lang="en-ID" sz="1600" dirty="0" err="1"/>
              <a:t>sering</a:t>
            </a:r>
            <a:r>
              <a:rPr lang="en-ID" sz="1600" dirty="0"/>
              <a:t> kali </a:t>
            </a:r>
            <a:r>
              <a:rPr lang="en-ID" sz="1600" dirty="0" err="1"/>
              <a:t>merasa</a:t>
            </a:r>
            <a:r>
              <a:rPr lang="en-ID" sz="1600" dirty="0"/>
              <a:t> </a:t>
            </a:r>
            <a:r>
              <a:rPr lang="en-ID" sz="1600" dirty="0" err="1"/>
              <a:t>tidak</a:t>
            </a:r>
            <a:r>
              <a:rPr lang="en-ID" sz="1600" dirty="0"/>
              <a:t> </a:t>
            </a:r>
            <a:r>
              <a:rPr lang="en-ID" sz="1600" dirty="0" err="1"/>
              <a:t>mampu</a:t>
            </a:r>
            <a:r>
              <a:rPr lang="en-ID" sz="1600" dirty="0"/>
              <a:t> </a:t>
            </a:r>
            <a:r>
              <a:rPr lang="en-ID" sz="1600" dirty="0" err="1"/>
              <a:t>memenuhi</a:t>
            </a:r>
            <a:r>
              <a:rPr lang="en-ID" sz="1600" dirty="0"/>
              <a:t> </a:t>
            </a:r>
            <a:r>
              <a:rPr lang="en-ID" sz="1600" dirty="0" err="1"/>
              <a:t>kebutuhan</a:t>
            </a:r>
            <a:r>
              <a:rPr lang="en-ID" sz="1600" dirty="0"/>
              <a:t> </a:t>
            </a:r>
            <a:r>
              <a:rPr lang="en-ID" sz="1600" dirty="0" err="1"/>
              <a:t>dasar</a:t>
            </a:r>
            <a:r>
              <a:rPr lang="en-ID" sz="1600" dirty="0"/>
              <a:t> </a:t>
            </a:r>
            <a:r>
              <a:rPr lang="en-ID" sz="1600" dirty="0" err="1"/>
              <a:t>selama</a:t>
            </a:r>
            <a:r>
              <a:rPr lang="en-ID" sz="1600" dirty="0"/>
              <a:t> </a:t>
            </a:r>
            <a:r>
              <a:rPr lang="en-ID" sz="1600" dirty="0" err="1"/>
              <a:t>kehamilan</a:t>
            </a:r>
            <a:r>
              <a:rPr lang="en-ID" sz="1600" dirty="0"/>
              <a:t> dan </a:t>
            </a:r>
            <a:r>
              <a:rPr lang="en-ID" sz="1600" dirty="0" err="1"/>
              <a:t>setelah</a:t>
            </a:r>
            <a:r>
              <a:rPr lang="en-ID" sz="1600" dirty="0"/>
              <a:t> </a:t>
            </a:r>
            <a:r>
              <a:rPr lang="en-ID" sz="1600" dirty="0" err="1"/>
              <a:t>melahirkan</a:t>
            </a:r>
            <a:r>
              <a:rPr lang="en-ID" sz="1600" dirty="0"/>
              <a:t>. Hal </a:t>
            </a:r>
            <a:r>
              <a:rPr lang="en-ID" sz="1600" dirty="0" err="1"/>
              <a:t>ini</a:t>
            </a:r>
            <a:r>
              <a:rPr lang="en-ID" sz="1600" dirty="0"/>
              <a:t> </a:t>
            </a:r>
            <a:r>
              <a:rPr lang="en-ID" sz="1600" dirty="0" err="1"/>
              <a:t>meningkatkan</a:t>
            </a:r>
            <a:r>
              <a:rPr lang="en-ID" sz="1600" dirty="0"/>
              <a:t> </a:t>
            </a:r>
            <a:r>
              <a:rPr lang="en-ID" sz="1600" dirty="0" err="1"/>
              <a:t>tekanan</a:t>
            </a:r>
            <a:r>
              <a:rPr lang="en-ID" sz="1600" dirty="0"/>
              <a:t> </a:t>
            </a:r>
            <a:r>
              <a:rPr lang="en-ID" sz="1600" dirty="0" err="1"/>
              <a:t>untuk</a:t>
            </a:r>
            <a:r>
              <a:rPr lang="en-ID" sz="1600" dirty="0"/>
              <a:t> </a:t>
            </a:r>
            <a:r>
              <a:rPr lang="en-ID" sz="1600" dirty="0" err="1"/>
              <a:t>menghindari</a:t>
            </a:r>
            <a:r>
              <a:rPr lang="en-ID" sz="1600" dirty="0"/>
              <a:t> </a:t>
            </a:r>
            <a:r>
              <a:rPr lang="en-ID" sz="1600" dirty="0" err="1"/>
              <a:t>kelahiran</a:t>
            </a:r>
            <a:r>
              <a:rPr lang="en-ID" sz="1600" dirty="0"/>
              <a:t> </a:t>
            </a:r>
            <a:r>
              <a:rPr lang="en-ID" sz="1600" dirty="0" err="1"/>
              <a:t>anak</a:t>
            </a:r>
            <a:r>
              <a:rPr lang="en-ID" sz="1600" dirty="0"/>
              <a:t>. Faktor </a:t>
            </a:r>
            <a:r>
              <a:rPr lang="en-ID" sz="1600" dirty="0" err="1"/>
              <a:t>ini</a:t>
            </a:r>
            <a:r>
              <a:rPr lang="en-ID" sz="1600" dirty="0"/>
              <a:t> </a:t>
            </a:r>
            <a:r>
              <a:rPr lang="en-ID" sz="1600" dirty="0" err="1"/>
              <a:t>menjadi</a:t>
            </a:r>
            <a:r>
              <a:rPr lang="en-ID" sz="1600" dirty="0"/>
              <a:t> salah </a:t>
            </a:r>
            <a:r>
              <a:rPr lang="en-ID" sz="1600" dirty="0" err="1"/>
              <a:t>satu</a:t>
            </a:r>
            <a:r>
              <a:rPr lang="en-ID" sz="1600" dirty="0"/>
              <a:t> </a:t>
            </a:r>
            <a:r>
              <a:rPr lang="en-ID" sz="1600" dirty="0" err="1"/>
              <a:t>pendorong</a:t>
            </a:r>
            <a:r>
              <a:rPr lang="en-ID" sz="1600" dirty="0"/>
              <a:t> </a:t>
            </a:r>
            <a:r>
              <a:rPr lang="en-ID" sz="1600" dirty="0" err="1"/>
              <a:t>utama</a:t>
            </a:r>
            <a:r>
              <a:rPr lang="en-ID" sz="1600" dirty="0"/>
              <a:t> </a:t>
            </a:r>
            <a:r>
              <a:rPr lang="en-ID" sz="1600" dirty="0" err="1"/>
              <a:t>aborsi</a:t>
            </a:r>
            <a:r>
              <a:rPr lang="en-ID" sz="1600" dirty="0"/>
              <a:t>. </a:t>
            </a:r>
          </a:p>
          <a:p>
            <a:r>
              <a:rPr lang="en-ID" sz="1600" b="1" dirty="0" err="1"/>
              <a:t>Biaya</a:t>
            </a:r>
            <a:r>
              <a:rPr lang="en-ID" sz="1600" b="1" dirty="0"/>
              <a:t> </a:t>
            </a:r>
            <a:r>
              <a:rPr lang="en-ID" sz="1600" b="1" dirty="0" err="1"/>
              <a:t>perawatan</a:t>
            </a:r>
            <a:r>
              <a:rPr lang="en-ID" sz="1600" b="1" dirty="0"/>
              <a:t> </a:t>
            </a:r>
            <a:r>
              <a:rPr lang="en-ID" sz="1600" b="1" dirty="0" err="1"/>
              <a:t>kehamilan</a:t>
            </a:r>
            <a:br>
              <a:rPr lang="en-ID" sz="1600" dirty="0"/>
            </a:br>
            <a:r>
              <a:rPr lang="en-ID" sz="1600" dirty="0" err="1"/>
              <a:t>Perawatan</a:t>
            </a:r>
            <a:r>
              <a:rPr lang="en-ID" sz="1600" dirty="0"/>
              <a:t> </a:t>
            </a:r>
            <a:r>
              <a:rPr lang="en-ID" sz="1600" dirty="0" err="1"/>
              <a:t>kehamilan</a:t>
            </a:r>
            <a:r>
              <a:rPr lang="en-ID" sz="1600" dirty="0"/>
              <a:t> </a:t>
            </a:r>
            <a:r>
              <a:rPr lang="en-ID" sz="1600" dirty="0" err="1"/>
              <a:t>membutuhkan</a:t>
            </a:r>
            <a:r>
              <a:rPr lang="en-ID" sz="1600" dirty="0"/>
              <a:t> </a:t>
            </a:r>
            <a:r>
              <a:rPr lang="en-ID" sz="1600" dirty="0" err="1"/>
              <a:t>biaya</a:t>
            </a:r>
            <a:r>
              <a:rPr lang="en-ID" sz="1600" dirty="0"/>
              <a:t> yang </a:t>
            </a:r>
            <a:r>
              <a:rPr lang="en-ID" sz="1600" dirty="0" err="1"/>
              <a:t>tidak</a:t>
            </a:r>
            <a:r>
              <a:rPr lang="en-ID" sz="1600" dirty="0"/>
              <a:t> </a:t>
            </a:r>
            <a:r>
              <a:rPr lang="en-ID" sz="1600" dirty="0" err="1"/>
              <a:t>sedikit</a:t>
            </a:r>
            <a:r>
              <a:rPr lang="en-ID" sz="1600" dirty="0"/>
              <a:t>, </a:t>
            </a:r>
            <a:r>
              <a:rPr lang="en-ID" sz="1600" dirty="0" err="1"/>
              <a:t>termasuk</a:t>
            </a:r>
            <a:r>
              <a:rPr lang="en-ID" sz="1600" dirty="0"/>
              <a:t> </a:t>
            </a:r>
            <a:r>
              <a:rPr lang="en-ID" sz="1600" dirty="0" err="1"/>
              <a:t>pemeriksaan</a:t>
            </a:r>
            <a:r>
              <a:rPr lang="en-ID" sz="1600" dirty="0"/>
              <a:t> antenatal dan </a:t>
            </a:r>
            <a:r>
              <a:rPr lang="en-ID" sz="1600" dirty="0" err="1"/>
              <a:t>persalinan</a:t>
            </a:r>
            <a:r>
              <a:rPr lang="en-ID" sz="1600" dirty="0"/>
              <a:t>. </a:t>
            </a:r>
            <a:r>
              <a:rPr lang="en-ID" sz="1600" dirty="0" err="1"/>
              <a:t>Keterbatasan</a:t>
            </a:r>
            <a:r>
              <a:rPr lang="en-ID" sz="1600" dirty="0"/>
              <a:t> dana </a:t>
            </a:r>
            <a:r>
              <a:rPr lang="en-ID" sz="1600" dirty="0" err="1"/>
              <a:t>dapat</a:t>
            </a:r>
            <a:r>
              <a:rPr lang="en-ID" sz="1600" dirty="0"/>
              <a:t> </a:t>
            </a:r>
            <a:r>
              <a:rPr lang="en-ID" sz="1600" dirty="0" err="1"/>
              <a:t>menyebabkan</a:t>
            </a:r>
            <a:r>
              <a:rPr lang="en-ID" sz="1600" dirty="0"/>
              <a:t> </a:t>
            </a:r>
            <a:r>
              <a:rPr lang="en-ID" sz="1600" dirty="0" err="1"/>
              <a:t>individu</a:t>
            </a:r>
            <a:r>
              <a:rPr lang="en-ID" sz="1600" dirty="0"/>
              <a:t> </a:t>
            </a:r>
            <a:r>
              <a:rPr lang="en-ID" sz="1600" dirty="0" err="1"/>
              <a:t>tidak</a:t>
            </a:r>
            <a:r>
              <a:rPr lang="en-ID" sz="1600" dirty="0"/>
              <a:t> </a:t>
            </a:r>
            <a:r>
              <a:rPr lang="en-ID" sz="1600" dirty="0" err="1"/>
              <a:t>mendapatkan</a:t>
            </a:r>
            <a:r>
              <a:rPr lang="en-ID" sz="1600" dirty="0"/>
              <a:t> </a:t>
            </a:r>
            <a:r>
              <a:rPr lang="en-ID" sz="1600" dirty="0" err="1"/>
              <a:t>layanan</a:t>
            </a:r>
            <a:r>
              <a:rPr lang="en-ID" sz="1600" dirty="0"/>
              <a:t> yang </a:t>
            </a:r>
            <a:r>
              <a:rPr lang="en-ID" sz="1600" dirty="0" err="1"/>
              <a:t>memadai</a:t>
            </a:r>
            <a:r>
              <a:rPr lang="en-ID" sz="1600" dirty="0"/>
              <a:t>. Hal </a:t>
            </a:r>
            <a:r>
              <a:rPr lang="en-ID" sz="1600" dirty="0" err="1"/>
              <a:t>ini</a:t>
            </a:r>
            <a:r>
              <a:rPr lang="en-ID" sz="1600" dirty="0"/>
              <a:t> </a:t>
            </a:r>
            <a:r>
              <a:rPr lang="en-ID" sz="1600" dirty="0" err="1"/>
              <a:t>meningkatkan</a:t>
            </a:r>
            <a:r>
              <a:rPr lang="en-ID" sz="1600" dirty="0"/>
              <a:t> </a:t>
            </a:r>
            <a:r>
              <a:rPr lang="en-ID" sz="1600" dirty="0" err="1"/>
              <a:t>risiko</a:t>
            </a:r>
            <a:r>
              <a:rPr lang="en-ID" sz="1600" dirty="0"/>
              <a:t> </a:t>
            </a:r>
            <a:r>
              <a:rPr lang="en-ID" sz="1600" dirty="0" err="1"/>
              <a:t>komplikasi</a:t>
            </a:r>
            <a:r>
              <a:rPr lang="en-ID" sz="1600" dirty="0"/>
              <a:t>. </a:t>
            </a:r>
          </a:p>
          <a:p>
            <a:r>
              <a:rPr lang="en-ID" sz="1600" b="1" dirty="0"/>
              <a:t>Beban </a:t>
            </a:r>
            <a:r>
              <a:rPr lang="en-ID" sz="1600" b="1" dirty="0" err="1"/>
              <a:t>ekonomi</a:t>
            </a:r>
            <a:r>
              <a:rPr lang="en-ID" sz="1600" b="1" dirty="0"/>
              <a:t> </a:t>
            </a:r>
            <a:r>
              <a:rPr lang="en-ID" sz="1600" b="1" dirty="0" err="1"/>
              <a:t>keluarga</a:t>
            </a:r>
            <a:br>
              <a:rPr lang="en-ID" sz="1600" dirty="0"/>
            </a:br>
            <a:r>
              <a:rPr lang="en-ID" sz="1600" dirty="0" err="1"/>
              <a:t>Kehamilan</a:t>
            </a:r>
            <a:r>
              <a:rPr lang="en-ID" sz="1600" dirty="0"/>
              <a:t> </a:t>
            </a:r>
            <a:r>
              <a:rPr lang="en-ID" sz="1600" dirty="0" err="1"/>
              <a:t>dapat</a:t>
            </a:r>
            <a:r>
              <a:rPr lang="en-ID" sz="1600" dirty="0"/>
              <a:t> </a:t>
            </a:r>
            <a:r>
              <a:rPr lang="en-ID" sz="1600" dirty="0" err="1"/>
              <a:t>menambah</a:t>
            </a:r>
            <a:r>
              <a:rPr lang="en-ID" sz="1600" dirty="0"/>
              <a:t> </a:t>
            </a:r>
            <a:r>
              <a:rPr lang="en-ID" sz="1600" dirty="0" err="1"/>
              <a:t>beban</a:t>
            </a:r>
            <a:r>
              <a:rPr lang="en-ID" sz="1600" dirty="0"/>
              <a:t> </a:t>
            </a:r>
            <a:r>
              <a:rPr lang="en-ID" sz="1600" dirty="0" err="1"/>
              <a:t>ekonomi</a:t>
            </a:r>
            <a:r>
              <a:rPr lang="en-ID" sz="1600" dirty="0"/>
              <a:t> </a:t>
            </a:r>
            <a:r>
              <a:rPr lang="en-ID" sz="1600" dirty="0" err="1"/>
              <a:t>keluarga</a:t>
            </a:r>
            <a:r>
              <a:rPr lang="en-ID" sz="1600" dirty="0"/>
              <a:t>, </a:t>
            </a:r>
            <a:r>
              <a:rPr lang="en-ID" sz="1600" dirty="0" err="1"/>
              <a:t>terutama</a:t>
            </a:r>
            <a:r>
              <a:rPr lang="en-ID" sz="1600" dirty="0"/>
              <a:t> </a:t>
            </a:r>
            <a:r>
              <a:rPr lang="en-ID" sz="1600" dirty="0" err="1"/>
              <a:t>jika</a:t>
            </a:r>
            <a:r>
              <a:rPr lang="en-ID" sz="1600" dirty="0"/>
              <a:t> </a:t>
            </a:r>
            <a:r>
              <a:rPr lang="en-ID" sz="1600" dirty="0" err="1"/>
              <a:t>kondisi</a:t>
            </a:r>
            <a:r>
              <a:rPr lang="en-ID" sz="1600" dirty="0"/>
              <a:t> </a:t>
            </a:r>
            <a:r>
              <a:rPr lang="en-ID" sz="1600" dirty="0" err="1"/>
              <a:t>ekonomi</a:t>
            </a:r>
            <a:r>
              <a:rPr lang="en-ID" sz="1600" dirty="0"/>
              <a:t> </a:t>
            </a:r>
            <a:r>
              <a:rPr lang="en-ID" sz="1600" dirty="0" err="1"/>
              <a:t>sudah</a:t>
            </a:r>
            <a:r>
              <a:rPr lang="en-ID" sz="1600" dirty="0"/>
              <a:t> </a:t>
            </a:r>
            <a:r>
              <a:rPr lang="en-ID" sz="1600" dirty="0" err="1"/>
              <a:t>terbatas</a:t>
            </a:r>
            <a:r>
              <a:rPr lang="en-ID" sz="1600" dirty="0"/>
              <a:t>. Hal </a:t>
            </a:r>
            <a:r>
              <a:rPr lang="en-ID" sz="1600" dirty="0" err="1"/>
              <a:t>ini</a:t>
            </a:r>
            <a:r>
              <a:rPr lang="en-ID" sz="1600" dirty="0"/>
              <a:t> </a:t>
            </a:r>
            <a:r>
              <a:rPr lang="en-ID" sz="1600" dirty="0" err="1"/>
              <a:t>dapat</a:t>
            </a:r>
            <a:r>
              <a:rPr lang="en-ID" sz="1600" dirty="0"/>
              <a:t> </a:t>
            </a:r>
            <a:r>
              <a:rPr lang="en-ID" sz="1600" dirty="0" err="1"/>
              <a:t>memicu</a:t>
            </a:r>
            <a:r>
              <a:rPr lang="en-ID" sz="1600" dirty="0"/>
              <a:t> </a:t>
            </a:r>
            <a:r>
              <a:rPr lang="en-ID" sz="1600" dirty="0" err="1"/>
              <a:t>konflik</a:t>
            </a:r>
            <a:r>
              <a:rPr lang="en-ID" sz="1600" dirty="0"/>
              <a:t> </a:t>
            </a:r>
            <a:r>
              <a:rPr lang="en-ID" sz="1600" dirty="0" err="1"/>
              <a:t>dalam</a:t>
            </a:r>
            <a:r>
              <a:rPr lang="en-ID" sz="1600" dirty="0"/>
              <a:t> </a:t>
            </a:r>
            <a:r>
              <a:rPr lang="en-ID" sz="1600" dirty="0" err="1"/>
              <a:t>keluarga</a:t>
            </a:r>
            <a:r>
              <a:rPr lang="en-ID" sz="1600" dirty="0"/>
              <a:t>. Keputusan </a:t>
            </a:r>
            <a:r>
              <a:rPr lang="en-ID" sz="1600" dirty="0" err="1"/>
              <a:t>terkait</a:t>
            </a:r>
            <a:r>
              <a:rPr lang="en-ID" sz="1600" dirty="0"/>
              <a:t> </a:t>
            </a:r>
            <a:r>
              <a:rPr lang="en-ID" sz="1600" dirty="0" err="1"/>
              <a:t>kehamilan</a:t>
            </a:r>
            <a:r>
              <a:rPr lang="en-ID" sz="1600" dirty="0"/>
              <a:t> </a:t>
            </a:r>
            <a:r>
              <a:rPr lang="en-ID" sz="1600" dirty="0" err="1"/>
              <a:t>sering</a:t>
            </a:r>
            <a:r>
              <a:rPr lang="en-ID" sz="1600" dirty="0"/>
              <a:t> </a:t>
            </a:r>
            <a:r>
              <a:rPr lang="en-ID" sz="1600" dirty="0" err="1"/>
              <a:t>dipengaruhi</a:t>
            </a:r>
            <a:r>
              <a:rPr lang="en-ID" sz="1600" dirty="0"/>
              <a:t> oleh </a:t>
            </a:r>
            <a:r>
              <a:rPr lang="en-ID" sz="1600" dirty="0" err="1"/>
              <a:t>kondisi</a:t>
            </a:r>
            <a:r>
              <a:rPr lang="en-ID" sz="1600" dirty="0"/>
              <a:t> </a:t>
            </a:r>
            <a:r>
              <a:rPr lang="en-ID" sz="1600" dirty="0" err="1"/>
              <a:t>ini</a:t>
            </a:r>
            <a:r>
              <a:rPr lang="en-ID" sz="1600" dirty="0"/>
              <a:t>. </a:t>
            </a:r>
          </a:p>
          <a:p>
            <a:r>
              <a:rPr lang="en-ID" sz="1600" b="1" dirty="0" err="1"/>
              <a:t>Ketergantungan</a:t>
            </a:r>
            <a:r>
              <a:rPr lang="en-ID" sz="1600" b="1" dirty="0"/>
              <a:t> </a:t>
            </a:r>
            <a:r>
              <a:rPr lang="en-ID" sz="1600" b="1" dirty="0" err="1"/>
              <a:t>ekonomi</a:t>
            </a:r>
            <a:br>
              <a:rPr lang="en-ID" sz="1600" dirty="0"/>
            </a:br>
            <a:r>
              <a:rPr lang="en-ID" sz="1600" dirty="0"/>
              <a:t>Perempuan yang </a:t>
            </a:r>
            <a:r>
              <a:rPr lang="en-ID" sz="1600" dirty="0" err="1"/>
              <a:t>bergantung</a:t>
            </a:r>
            <a:r>
              <a:rPr lang="en-ID" sz="1600" dirty="0"/>
              <a:t> </a:t>
            </a:r>
            <a:r>
              <a:rPr lang="en-ID" sz="1600" dirty="0" err="1"/>
              <a:t>secara</a:t>
            </a:r>
            <a:r>
              <a:rPr lang="en-ID" sz="1600" dirty="0"/>
              <a:t> </a:t>
            </a:r>
            <a:r>
              <a:rPr lang="en-ID" sz="1600" dirty="0" err="1"/>
              <a:t>ekonomi</a:t>
            </a:r>
            <a:r>
              <a:rPr lang="en-ID" sz="1600" dirty="0"/>
              <a:t> pada </a:t>
            </a:r>
            <a:r>
              <a:rPr lang="en-ID" sz="1600" dirty="0" err="1"/>
              <a:t>pasangan</a:t>
            </a:r>
            <a:r>
              <a:rPr lang="en-ID" sz="1600" dirty="0"/>
              <a:t> </a:t>
            </a:r>
            <a:r>
              <a:rPr lang="en-ID" sz="1600" dirty="0" err="1"/>
              <a:t>atau</a:t>
            </a:r>
            <a:r>
              <a:rPr lang="en-ID" sz="1600" dirty="0"/>
              <a:t> </a:t>
            </a:r>
            <a:r>
              <a:rPr lang="en-ID" sz="1600" dirty="0" err="1"/>
              <a:t>keluarga</a:t>
            </a:r>
            <a:r>
              <a:rPr lang="en-ID" sz="1600" dirty="0"/>
              <a:t> </a:t>
            </a:r>
            <a:r>
              <a:rPr lang="en-ID" sz="1600" dirty="0" err="1"/>
              <a:t>memiliki</a:t>
            </a:r>
            <a:r>
              <a:rPr lang="en-ID" sz="1600" dirty="0"/>
              <a:t> </a:t>
            </a:r>
            <a:r>
              <a:rPr lang="en-ID" sz="1600" dirty="0" err="1"/>
              <a:t>keterbatasan</a:t>
            </a:r>
            <a:r>
              <a:rPr lang="en-ID" sz="1600" dirty="0"/>
              <a:t> </a:t>
            </a:r>
            <a:r>
              <a:rPr lang="en-ID" sz="1600" dirty="0" err="1"/>
              <a:t>dalam</a:t>
            </a:r>
            <a:r>
              <a:rPr lang="en-ID" sz="1600" dirty="0"/>
              <a:t> </a:t>
            </a:r>
            <a:r>
              <a:rPr lang="en-ID" sz="1600" dirty="0" err="1"/>
              <a:t>pengambilan</a:t>
            </a:r>
            <a:r>
              <a:rPr lang="en-ID" sz="1600" dirty="0"/>
              <a:t> </a:t>
            </a:r>
            <a:r>
              <a:rPr lang="en-ID" sz="1600" dirty="0" err="1"/>
              <a:t>keputusan</a:t>
            </a:r>
            <a:r>
              <a:rPr lang="en-ID" sz="1600" dirty="0"/>
              <a:t>. </a:t>
            </a:r>
            <a:r>
              <a:rPr lang="en-ID" sz="1600" dirty="0" err="1"/>
              <a:t>Ketergantungan</a:t>
            </a:r>
            <a:r>
              <a:rPr lang="en-ID" sz="1600" dirty="0"/>
              <a:t> </a:t>
            </a:r>
            <a:r>
              <a:rPr lang="en-ID" sz="1600" dirty="0" err="1"/>
              <a:t>ini</a:t>
            </a:r>
            <a:r>
              <a:rPr lang="en-ID" sz="1600" dirty="0"/>
              <a:t> </a:t>
            </a:r>
            <a:r>
              <a:rPr lang="en-ID" sz="1600" dirty="0" err="1"/>
              <a:t>dapat</a:t>
            </a:r>
            <a:r>
              <a:rPr lang="en-ID" sz="1600" dirty="0"/>
              <a:t> </a:t>
            </a:r>
            <a:r>
              <a:rPr lang="en-ID" sz="1600" dirty="0" err="1"/>
              <a:t>menyebabkan</a:t>
            </a:r>
            <a:r>
              <a:rPr lang="en-ID" sz="1600" dirty="0"/>
              <a:t> </a:t>
            </a:r>
            <a:r>
              <a:rPr lang="en-ID" sz="1600" dirty="0" err="1"/>
              <a:t>tekanan</a:t>
            </a:r>
            <a:r>
              <a:rPr lang="en-ID" sz="1600" dirty="0"/>
              <a:t> </a:t>
            </a:r>
            <a:r>
              <a:rPr lang="en-ID" sz="1600" dirty="0" err="1"/>
              <a:t>untuk</a:t>
            </a:r>
            <a:r>
              <a:rPr lang="en-ID" sz="1600" dirty="0"/>
              <a:t> </a:t>
            </a:r>
            <a:r>
              <a:rPr lang="en-ID" sz="1600" dirty="0" err="1"/>
              <a:t>mengikuti</a:t>
            </a:r>
            <a:r>
              <a:rPr lang="en-ID" sz="1600" dirty="0"/>
              <a:t> </a:t>
            </a:r>
            <a:r>
              <a:rPr lang="en-ID" sz="1600" dirty="0" err="1"/>
              <a:t>keputusan</a:t>
            </a:r>
            <a:r>
              <a:rPr lang="en-ID" sz="1600" dirty="0"/>
              <a:t> </a:t>
            </a:r>
            <a:r>
              <a:rPr lang="en-ID" sz="1600" dirty="0" err="1"/>
              <a:t>pihak</a:t>
            </a:r>
            <a:r>
              <a:rPr lang="en-ID" sz="1600" dirty="0"/>
              <a:t> lain. Hal </a:t>
            </a:r>
            <a:r>
              <a:rPr lang="en-ID" sz="1600" dirty="0" err="1"/>
              <a:t>ini</a:t>
            </a:r>
            <a:r>
              <a:rPr lang="en-ID" sz="1600" dirty="0"/>
              <a:t> </a:t>
            </a:r>
            <a:r>
              <a:rPr lang="en-ID" sz="1600" dirty="0" err="1"/>
              <a:t>mengurangi</a:t>
            </a:r>
            <a:r>
              <a:rPr lang="en-ID" sz="1600" dirty="0"/>
              <a:t> </a:t>
            </a:r>
            <a:r>
              <a:rPr lang="en-ID" sz="1600" dirty="0" err="1"/>
              <a:t>otonomi</a:t>
            </a:r>
            <a:r>
              <a:rPr lang="en-ID" sz="1600" dirty="0"/>
              <a:t> </a:t>
            </a:r>
            <a:r>
              <a:rPr lang="en-ID" sz="1600" dirty="0" err="1"/>
              <a:t>dalam</a:t>
            </a:r>
            <a:r>
              <a:rPr lang="en-ID" sz="1600" dirty="0"/>
              <a:t> </a:t>
            </a:r>
            <a:r>
              <a:rPr lang="en-ID" sz="1600" dirty="0" err="1"/>
              <a:t>kesehatan</a:t>
            </a:r>
            <a:r>
              <a:rPr lang="en-ID" sz="1600" dirty="0"/>
              <a:t> </a:t>
            </a:r>
            <a:r>
              <a:rPr lang="en-ID" sz="1600" dirty="0" err="1"/>
              <a:t>reproduksi</a:t>
            </a:r>
            <a:r>
              <a:rPr lang="en-ID" sz="16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D" b="1" dirty="0"/>
              <a:t>Stigma </a:t>
            </a:r>
            <a:r>
              <a:rPr lang="en-ID" b="1" dirty="0" err="1"/>
              <a:t>Keluarga</a:t>
            </a:r>
            <a:r>
              <a:rPr lang="en-ID" b="1" dirty="0"/>
              <a:t> dan Masyarakat</a:t>
            </a:r>
            <a:endParaRPr b="1" dirty="0"/>
          </a:p>
        </p:txBody>
      </p:sp>
      <p:sp>
        <p:nvSpPr>
          <p:cNvPr id="3" name="Content Placeholder 2"/>
          <p:cNvSpPr>
            <a:spLocks noGrp="1"/>
          </p:cNvSpPr>
          <p:nvPr>
            <p:ph idx="1"/>
          </p:nvPr>
        </p:nvSpPr>
        <p:spPr>
          <a:xfrm>
            <a:off x="298704" y="1988978"/>
            <a:ext cx="8845296" cy="4525963"/>
          </a:xfrm>
        </p:spPr>
        <p:txBody>
          <a:bodyPr>
            <a:noAutofit/>
          </a:bodyPr>
          <a:lstStyle/>
          <a:p>
            <a:r>
              <a:rPr lang="en-ID" sz="1800" b="1" dirty="0" err="1"/>
              <a:t>Penolakan</a:t>
            </a:r>
            <a:r>
              <a:rPr lang="en-ID" sz="1800" b="1" dirty="0"/>
              <a:t> </a:t>
            </a:r>
            <a:r>
              <a:rPr lang="en-ID" sz="1800" b="1" dirty="0" err="1"/>
              <a:t>keluarga</a:t>
            </a:r>
            <a:br>
              <a:rPr lang="en-ID" sz="1800" dirty="0"/>
            </a:br>
            <a:r>
              <a:rPr lang="en-ID" sz="1800" dirty="0" err="1"/>
              <a:t>Keluarga</a:t>
            </a:r>
            <a:r>
              <a:rPr lang="en-ID" sz="1800" dirty="0"/>
              <a:t> </a:t>
            </a:r>
            <a:r>
              <a:rPr lang="en-ID" sz="1800" dirty="0" err="1"/>
              <a:t>sebagai</a:t>
            </a:r>
            <a:r>
              <a:rPr lang="en-ID" sz="1800" dirty="0"/>
              <a:t> </a:t>
            </a:r>
            <a:r>
              <a:rPr lang="en-ID" sz="1800" dirty="0" err="1"/>
              <a:t>sistem</a:t>
            </a:r>
            <a:r>
              <a:rPr lang="en-ID" sz="1800" dirty="0"/>
              <a:t> </a:t>
            </a:r>
            <a:r>
              <a:rPr lang="en-ID" sz="1800" dirty="0" err="1"/>
              <a:t>pendukung</a:t>
            </a:r>
            <a:r>
              <a:rPr lang="en-ID" sz="1800" dirty="0"/>
              <a:t> </a:t>
            </a:r>
            <a:r>
              <a:rPr lang="en-ID" sz="1800" dirty="0" err="1"/>
              <a:t>utama</a:t>
            </a:r>
            <a:r>
              <a:rPr lang="en-ID" sz="1800" dirty="0"/>
              <a:t> </a:t>
            </a:r>
            <a:r>
              <a:rPr lang="en-ID" sz="1800" dirty="0" err="1"/>
              <a:t>dapat</a:t>
            </a:r>
            <a:r>
              <a:rPr lang="en-ID" sz="1800" dirty="0"/>
              <a:t> </a:t>
            </a:r>
            <a:r>
              <a:rPr lang="en-ID" sz="1800" dirty="0" err="1"/>
              <a:t>memberikan</a:t>
            </a:r>
            <a:r>
              <a:rPr lang="en-ID" sz="1800" dirty="0"/>
              <a:t> </a:t>
            </a:r>
            <a:r>
              <a:rPr lang="en-ID" sz="1800" dirty="0" err="1"/>
              <a:t>reaksi</a:t>
            </a:r>
            <a:r>
              <a:rPr lang="en-ID" sz="1800" dirty="0"/>
              <a:t> </a:t>
            </a:r>
            <a:r>
              <a:rPr lang="en-ID" sz="1800" dirty="0" err="1"/>
              <a:t>negatif</a:t>
            </a:r>
            <a:r>
              <a:rPr lang="en-ID" sz="1800" dirty="0"/>
              <a:t> </a:t>
            </a:r>
            <a:r>
              <a:rPr lang="en-ID" sz="1800" dirty="0" err="1"/>
              <a:t>terhadap</a:t>
            </a:r>
            <a:r>
              <a:rPr lang="en-ID" sz="1800" dirty="0"/>
              <a:t> </a:t>
            </a:r>
            <a:r>
              <a:rPr lang="en-ID" sz="1800" dirty="0" err="1"/>
              <a:t>kehamilan</a:t>
            </a:r>
            <a:r>
              <a:rPr lang="en-ID" sz="1800" dirty="0"/>
              <a:t> yang </a:t>
            </a:r>
            <a:r>
              <a:rPr lang="en-ID" sz="1800" dirty="0" err="1"/>
              <a:t>tidak</a:t>
            </a:r>
            <a:r>
              <a:rPr lang="en-ID" sz="1800" dirty="0"/>
              <a:t> </a:t>
            </a:r>
            <a:r>
              <a:rPr lang="en-ID" sz="1800" dirty="0" err="1"/>
              <a:t>diinginkan</a:t>
            </a:r>
            <a:r>
              <a:rPr lang="en-ID" sz="1800" dirty="0"/>
              <a:t>. </a:t>
            </a:r>
            <a:r>
              <a:rPr lang="en-ID" sz="1800" dirty="0" err="1"/>
              <a:t>Penolakan</a:t>
            </a:r>
            <a:r>
              <a:rPr lang="en-ID" sz="1800" dirty="0"/>
              <a:t> </a:t>
            </a:r>
            <a:r>
              <a:rPr lang="en-ID" sz="1800" dirty="0" err="1"/>
              <a:t>ini</a:t>
            </a:r>
            <a:r>
              <a:rPr lang="en-ID" sz="1800" dirty="0"/>
              <a:t> </a:t>
            </a:r>
            <a:r>
              <a:rPr lang="en-ID" sz="1800" dirty="0" err="1"/>
              <a:t>dapat</a:t>
            </a:r>
            <a:r>
              <a:rPr lang="en-ID" sz="1800" dirty="0"/>
              <a:t> </a:t>
            </a:r>
            <a:r>
              <a:rPr lang="en-ID" sz="1800" dirty="0" err="1"/>
              <a:t>menyebabkan</a:t>
            </a:r>
            <a:r>
              <a:rPr lang="en-ID" sz="1800" dirty="0"/>
              <a:t> </a:t>
            </a:r>
            <a:r>
              <a:rPr lang="en-ID" sz="1800" dirty="0" err="1"/>
              <a:t>individu</a:t>
            </a:r>
            <a:r>
              <a:rPr lang="en-ID" sz="1800" dirty="0"/>
              <a:t> </a:t>
            </a:r>
            <a:r>
              <a:rPr lang="en-ID" sz="1800" dirty="0" err="1"/>
              <a:t>kehilangan</a:t>
            </a:r>
            <a:r>
              <a:rPr lang="en-ID" sz="1800" dirty="0"/>
              <a:t> </a:t>
            </a:r>
            <a:r>
              <a:rPr lang="en-ID" sz="1800" dirty="0" err="1"/>
              <a:t>dukungan</a:t>
            </a:r>
            <a:r>
              <a:rPr lang="en-ID" sz="1800" dirty="0"/>
              <a:t> </a:t>
            </a:r>
            <a:r>
              <a:rPr lang="en-ID" sz="1800" dirty="0" err="1"/>
              <a:t>emosional</a:t>
            </a:r>
            <a:r>
              <a:rPr lang="en-ID" sz="1800" dirty="0"/>
              <a:t> dan </a:t>
            </a:r>
            <a:r>
              <a:rPr lang="en-ID" sz="1800" dirty="0" err="1"/>
              <a:t>finansial</a:t>
            </a:r>
            <a:r>
              <a:rPr lang="en-ID" sz="1800" dirty="0"/>
              <a:t>. Hal </a:t>
            </a:r>
            <a:r>
              <a:rPr lang="en-ID" sz="1800" dirty="0" err="1"/>
              <a:t>ini</a:t>
            </a:r>
            <a:r>
              <a:rPr lang="en-ID" sz="1800" dirty="0"/>
              <a:t> </a:t>
            </a:r>
            <a:r>
              <a:rPr lang="en-ID" sz="1800" dirty="0" err="1"/>
              <a:t>memperburuk</a:t>
            </a:r>
            <a:r>
              <a:rPr lang="en-ID" sz="1800" dirty="0"/>
              <a:t> </a:t>
            </a:r>
            <a:r>
              <a:rPr lang="en-ID" sz="1800" dirty="0" err="1"/>
              <a:t>kondisi</a:t>
            </a:r>
            <a:r>
              <a:rPr lang="en-ID" sz="1800" dirty="0"/>
              <a:t> </a:t>
            </a:r>
            <a:r>
              <a:rPr lang="en-ID" sz="1800" dirty="0" err="1"/>
              <a:t>psikologis</a:t>
            </a:r>
            <a:r>
              <a:rPr lang="en-ID" sz="1800" dirty="0"/>
              <a:t>. </a:t>
            </a:r>
          </a:p>
          <a:p>
            <a:r>
              <a:rPr lang="en-ID" sz="1800" b="1" dirty="0" err="1"/>
              <a:t>Diskriminasi</a:t>
            </a:r>
            <a:r>
              <a:rPr lang="en-ID" sz="1800" b="1" dirty="0"/>
              <a:t> </a:t>
            </a:r>
            <a:r>
              <a:rPr lang="en-ID" sz="1800" b="1" dirty="0" err="1"/>
              <a:t>sosial</a:t>
            </a:r>
            <a:br>
              <a:rPr lang="en-ID" sz="1800" dirty="0"/>
            </a:br>
            <a:r>
              <a:rPr lang="en-ID" sz="1800" dirty="0" err="1"/>
              <a:t>Individu</a:t>
            </a:r>
            <a:r>
              <a:rPr lang="en-ID" sz="1800" dirty="0"/>
              <a:t> yang </a:t>
            </a:r>
            <a:r>
              <a:rPr lang="en-ID" sz="1800" dirty="0" err="1"/>
              <a:t>mengalami</a:t>
            </a:r>
            <a:r>
              <a:rPr lang="en-ID" sz="1800" dirty="0"/>
              <a:t> </a:t>
            </a:r>
            <a:r>
              <a:rPr lang="en-ID" sz="1800" dirty="0" err="1"/>
              <a:t>kehamilan</a:t>
            </a:r>
            <a:r>
              <a:rPr lang="en-ID" sz="1800" dirty="0"/>
              <a:t> </a:t>
            </a:r>
            <a:r>
              <a:rPr lang="en-ID" sz="1800" dirty="0" err="1"/>
              <a:t>tidak</a:t>
            </a:r>
            <a:r>
              <a:rPr lang="en-ID" sz="1800" dirty="0"/>
              <a:t> </a:t>
            </a:r>
            <a:r>
              <a:rPr lang="en-ID" sz="1800" dirty="0" err="1"/>
              <a:t>diinginkan</a:t>
            </a:r>
            <a:r>
              <a:rPr lang="en-ID" sz="1800" dirty="0"/>
              <a:t> </a:t>
            </a:r>
            <a:r>
              <a:rPr lang="en-ID" sz="1800" dirty="0" err="1"/>
              <a:t>sering</a:t>
            </a:r>
            <a:r>
              <a:rPr lang="en-ID" sz="1800" dirty="0"/>
              <a:t> </a:t>
            </a:r>
            <a:r>
              <a:rPr lang="en-ID" sz="1800" dirty="0" err="1"/>
              <a:t>menghadapi</a:t>
            </a:r>
            <a:r>
              <a:rPr lang="en-ID" sz="1800" dirty="0"/>
              <a:t> </a:t>
            </a:r>
            <a:r>
              <a:rPr lang="en-ID" sz="1800" dirty="0" err="1"/>
              <a:t>diskriminasi</a:t>
            </a:r>
            <a:r>
              <a:rPr lang="en-ID" sz="1800" dirty="0"/>
              <a:t> di </a:t>
            </a:r>
            <a:r>
              <a:rPr lang="en-ID" sz="1800" dirty="0" err="1"/>
              <a:t>lingkungan</a:t>
            </a:r>
            <a:r>
              <a:rPr lang="en-ID" sz="1800" dirty="0"/>
              <a:t> </a:t>
            </a:r>
            <a:r>
              <a:rPr lang="en-ID" sz="1800" dirty="0" err="1"/>
              <a:t>sosial</a:t>
            </a:r>
            <a:r>
              <a:rPr lang="en-ID" sz="1800" dirty="0"/>
              <a:t>. Hal </a:t>
            </a:r>
            <a:r>
              <a:rPr lang="en-ID" sz="1800" dirty="0" err="1"/>
              <a:t>ini</a:t>
            </a:r>
            <a:r>
              <a:rPr lang="en-ID" sz="1800" dirty="0"/>
              <a:t> </a:t>
            </a:r>
            <a:r>
              <a:rPr lang="en-ID" sz="1800" dirty="0" err="1"/>
              <a:t>dapat</a:t>
            </a:r>
            <a:r>
              <a:rPr lang="en-ID" sz="1800" dirty="0"/>
              <a:t> </a:t>
            </a:r>
            <a:r>
              <a:rPr lang="en-ID" sz="1800" dirty="0" err="1"/>
              <a:t>berupa</a:t>
            </a:r>
            <a:r>
              <a:rPr lang="en-ID" sz="1800" dirty="0"/>
              <a:t> </a:t>
            </a:r>
            <a:r>
              <a:rPr lang="en-ID" sz="1800" dirty="0" err="1"/>
              <a:t>perlakuan</a:t>
            </a:r>
            <a:r>
              <a:rPr lang="en-ID" sz="1800" dirty="0"/>
              <a:t> </a:t>
            </a:r>
            <a:r>
              <a:rPr lang="en-ID" sz="1800" dirty="0" err="1"/>
              <a:t>tidak</a:t>
            </a:r>
            <a:r>
              <a:rPr lang="en-ID" sz="1800" dirty="0"/>
              <a:t> </a:t>
            </a:r>
            <a:r>
              <a:rPr lang="en-ID" sz="1800" dirty="0" err="1"/>
              <a:t>adil</a:t>
            </a:r>
            <a:r>
              <a:rPr lang="en-ID" sz="1800" dirty="0"/>
              <a:t> </a:t>
            </a:r>
            <a:r>
              <a:rPr lang="en-ID" sz="1800" dirty="0" err="1"/>
              <a:t>atau</a:t>
            </a:r>
            <a:r>
              <a:rPr lang="en-ID" sz="1800" dirty="0"/>
              <a:t> </a:t>
            </a:r>
            <a:r>
              <a:rPr lang="en-ID" sz="1800" dirty="0" err="1"/>
              <a:t>pengucilan</a:t>
            </a:r>
            <a:r>
              <a:rPr lang="en-ID" sz="1800" dirty="0"/>
              <a:t>. </a:t>
            </a:r>
            <a:r>
              <a:rPr lang="en-ID" sz="1800" dirty="0" err="1"/>
              <a:t>Dampaknya</a:t>
            </a:r>
            <a:r>
              <a:rPr lang="en-ID" sz="1800" dirty="0"/>
              <a:t> sangat </a:t>
            </a:r>
            <a:r>
              <a:rPr lang="en-ID" sz="1800" dirty="0" err="1"/>
              <a:t>besar</a:t>
            </a:r>
            <a:r>
              <a:rPr lang="en-ID" sz="1800" dirty="0"/>
              <a:t> </a:t>
            </a:r>
            <a:r>
              <a:rPr lang="en-ID" sz="1800" dirty="0" err="1"/>
              <a:t>terhadap</a:t>
            </a:r>
            <a:r>
              <a:rPr lang="en-ID" sz="1800" dirty="0"/>
              <a:t> </a:t>
            </a:r>
            <a:r>
              <a:rPr lang="en-ID" sz="1800" dirty="0" err="1"/>
              <a:t>kesehatan</a:t>
            </a:r>
            <a:r>
              <a:rPr lang="en-ID" sz="1800" dirty="0"/>
              <a:t> mental. </a:t>
            </a:r>
          </a:p>
          <a:p>
            <a:r>
              <a:rPr lang="en-ID" sz="1800" b="1" dirty="0" err="1"/>
              <a:t>Isolasi</a:t>
            </a:r>
            <a:r>
              <a:rPr lang="en-ID" sz="1800" b="1" dirty="0"/>
              <a:t> </a:t>
            </a:r>
            <a:r>
              <a:rPr lang="en-ID" sz="1800" b="1" dirty="0" err="1"/>
              <a:t>sosial</a:t>
            </a:r>
            <a:br>
              <a:rPr lang="en-ID" sz="1800" dirty="0"/>
            </a:br>
            <a:r>
              <a:rPr lang="en-ID" sz="1800" dirty="0"/>
              <a:t>Stigma dan </a:t>
            </a:r>
            <a:r>
              <a:rPr lang="en-ID" sz="1800" dirty="0" err="1"/>
              <a:t>diskriminasi</a:t>
            </a:r>
            <a:r>
              <a:rPr lang="en-ID" sz="1800" dirty="0"/>
              <a:t> </a:t>
            </a:r>
            <a:r>
              <a:rPr lang="en-ID" sz="1800" dirty="0" err="1"/>
              <a:t>dapat</a:t>
            </a:r>
            <a:r>
              <a:rPr lang="en-ID" sz="1800" dirty="0"/>
              <a:t> </a:t>
            </a:r>
            <a:r>
              <a:rPr lang="en-ID" sz="1800" dirty="0" err="1"/>
              <a:t>menyebabkan</a:t>
            </a:r>
            <a:r>
              <a:rPr lang="en-ID" sz="1800" dirty="0"/>
              <a:t> </a:t>
            </a:r>
            <a:r>
              <a:rPr lang="en-ID" sz="1800" dirty="0" err="1"/>
              <a:t>individu</a:t>
            </a:r>
            <a:r>
              <a:rPr lang="en-ID" sz="1800" dirty="0"/>
              <a:t> </a:t>
            </a:r>
            <a:r>
              <a:rPr lang="en-ID" sz="1800" dirty="0" err="1"/>
              <a:t>menarik</a:t>
            </a:r>
            <a:r>
              <a:rPr lang="en-ID" sz="1800" dirty="0"/>
              <a:t> </a:t>
            </a:r>
            <a:r>
              <a:rPr lang="en-ID" sz="1800" dirty="0" err="1"/>
              <a:t>diri</a:t>
            </a:r>
            <a:r>
              <a:rPr lang="en-ID" sz="1800" dirty="0"/>
              <a:t> </a:t>
            </a:r>
            <a:r>
              <a:rPr lang="en-ID" sz="1800" dirty="0" err="1"/>
              <a:t>dari</a:t>
            </a:r>
            <a:r>
              <a:rPr lang="en-ID" sz="1800" dirty="0"/>
              <a:t> </a:t>
            </a:r>
            <a:r>
              <a:rPr lang="en-ID" sz="1800" dirty="0" err="1"/>
              <a:t>lingkungan</a:t>
            </a:r>
            <a:r>
              <a:rPr lang="en-ID" sz="1800" dirty="0"/>
              <a:t> </a:t>
            </a:r>
            <a:r>
              <a:rPr lang="en-ID" sz="1800" dirty="0" err="1"/>
              <a:t>sosial</a:t>
            </a:r>
            <a:r>
              <a:rPr lang="en-ID" sz="1800" dirty="0"/>
              <a:t>. </a:t>
            </a:r>
            <a:r>
              <a:rPr lang="en-ID" sz="1800" dirty="0" err="1"/>
              <a:t>Isolasi</a:t>
            </a:r>
            <a:r>
              <a:rPr lang="en-ID" sz="1800" dirty="0"/>
              <a:t> </a:t>
            </a:r>
            <a:r>
              <a:rPr lang="en-ID" sz="1800" dirty="0" err="1"/>
              <a:t>ini</a:t>
            </a:r>
            <a:r>
              <a:rPr lang="en-ID" sz="1800" dirty="0"/>
              <a:t> </a:t>
            </a:r>
            <a:r>
              <a:rPr lang="en-ID" sz="1800" dirty="0" err="1"/>
              <a:t>memperburuk</a:t>
            </a:r>
            <a:r>
              <a:rPr lang="en-ID" sz="1800" dirty="0"/>
              <a:t> </a:t>
            </a:r>
            <a:r>
              <a:rPr lang="en-ID" sz="1800" dirty="0" err="1"/>
              <a:t>kondisi</a:t>
            </a:r>
            <a:r>
              <a:rPr lang="en-ID" sz="1800" dirty="0"/>
              <a:t> </a:t>
            </a:r>
            <a:r>
              <a:rPr lang="en-ID" sz="1800" dirty="0" err="1"/>
              <a:t>psikologis</a:t>
            </a:r>
            <a:r>
              <a:rPr lang="en-ID" sz="1800" dirty="0"/>
              <a:t> dan </a:t>
            </a:r>
            <a:r>
              <a:rPr lang="en-ID" sz="1800" dirty="0" err="1"/>
              <a:t>mengurangi</a:t>
            </a:r>
            <a:r>
              <a:rPr lang="en-ID" sz="1800" dirty="0"/>
              <a:t> </a:t>
            </a:r>
            <a:r>
              <a:rPr lang="en-ID" sz="1800" dirty="0" err="1"/>
              <a:t>akses</a:t>
            </a:r>
            <a:r>
              <a:rPr lang="en-ID" sz="1800" dirty="0"/>
              <a:t> </a:t>
            </a:r>
            <a:r>
              <a:rPr lang="en-ID" sz="1800" dirty="0" err="1"/>
              <a:t>terhadap</a:t>
            </a:r>
            <a:r>
              <a:rPr lang="en-ID" sz="1800" dirty="0"/>
              <a:t> </a:t>
            </a:r>
            <a:r>
              <a:rPr lang="en-ID" sz="1800" dirty="0" err="1"/>
              <a:t>bantuan</a:t>
            </a:r>
            <a:r>
              <a:rPr lang="en-ID" sz="1800" dirty="0"/>
              <a:t>. Hal </a:t>
            </a:r>
            <a:r>
              <a:rPr lang="en-ID" sz="1800" dirty="0" err="1"/>
              <a:t>ini</a:t>
            </a:r>
            <a:r>
              <a:rPr lang="en-ID" sz="1800" dirty="0"/>
              <a:t> </a:t>
            </a:r>
            <a:r>
              <a:rPr lang="en-ID" sz="1800" dirty="0" err="1"/>
              <a:t>meningkatkan</a:t>
            </a:r>
            <a:r>
              <a:rPr lang="en-ID" sz="1800" dirty="0"/>
              <a:t> </a:t>
            </a:r>
            <a:r>
              <a:rPr lang="en-ID" sz="1800" dirty="0" err="1"/>
              <a:t>risiko</a:t>
            </a:r>
            <a:r>
              <a:rPr lang="en-ID" sz="1800" dirty="0"/>
              <a:t> </a:t>
            </a:r>
            <a:r>
              <a:rPr lang="en-ID" sz="1800" dirty="0" err="1"/>
              <a:t>keputusan</a:t>
            </a:r>
            <a:r>
              <a:rPr lang="en-ID" sz="1800" dirty="0"/>
              <a:t> yang </a:t>
            </a:r>
            <a:r>
              <a:rPr lang="en-ID" sz="1800" dirty="0" err="1"/>
              <a:t>tidak</a:t>
            </a:r>
            <a:r>
              <a:rPr lang="en-ID" sz="1800" dirty="0"/>
              <a:t> </a:t>
            </a:r>
            <a:r>
              <a:rPr lang="en-ID" sz="1800" dirty="0" err="1"/>
              <a:t>tepat</a:t>
            </a:r>
            <a:r>
              <a:rPr lang="en-ID" sz="1800"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55" y="192647"/>
            <a:ext cx="9080090" cy="1143000"/>
          </a:xfrm>
        </p:spPr>
        <p:txBody>
          <a:bodyPr>
            <a:noAutofit/>
          </a:bodyPr>
          <a:lstStyle/>
          <a:p>
            <a:r>
              <a:rPr lang="fi-FI" sz="3600" b="1" dirty="0"/>
              <a:t>Keterbatasan Akses Layanan Kesehatan Reproduksi</a:t>
            </a:r>
            <a:endParaRPr lang="en-ID" sz="3600" b="1" dirty="0"/>
          </a:p>
        </p:txBody>
      </p:sp>
      <p:sp>
        <p:nvSpPr>
          <p:cNvPr id="3" name="Content Placeholder 2"/>
          <p:cNvSpPr>
            <a:spLocks noGrp="1"/>
          </p:cNvSpPr>
          <p:nvPr>
            <p:ph idx="1"/>
          </p:nvPr>
        </p:nvSpPr>
        <p:spPr>
          <a:xfrm>
            <a:off x="93408" y="1354007"/>
            <a:ext cx="8844116" cy="5257800"/>
          </a:xfrm>
        </p:spPr>
        <p:txBody>
          <a:bodyPr>
            <a:noAutofit/>
          </a:bodyPr>
          <a:lstStyle/>
          <a:p>
            <a:r>
              <a:rPr lang="en-ID" sz="1700" b="1" dirty="0" err="1"/>
              <a:t>Keterbatasan</a:t>
            </a:r>
            <a:r>
              <a:rPr lang="en-ID" sz="1700" b="1" dirty="0"/>
              <a:t> </a:t>
            </a:r>
            <a:r>
              <a:rPr lang="en-ID" sz="1700" b="1" dirty="0" err="1"/>
              <a:t>fasilitas</a:t>
            </a:r>
            <a:r>
              <a:rPr lang="en-ID" sz="1700" b="1" dirty="0"/>
              <a:t> </a:t>
            </a:r>
            <a:r>
              <a:rPr lang="en-ID" sz="1700" b="1" dirty="0" err="1"/>
              <a:t>kesehatan</a:t>
            </a:r>
            <a:br>
              <a:rPr lang="en-ID" sz="1700" dirty="0"/>
            </a:br>
            <a:r>
              <a:rPr lang="en-ID" sz="1700" dirty="0"/>
              <a:t>Tidak </a:t>
            </a:r>
            <a:r>
              <a:rPr lang="en-ID" sz="1700" dirty="0" err="1"/>
              <a:t>semua</a:t>
            </a:r>
            <a:r>
              <a:rPr lang="en-ID" sz="1700" dirty="0"/>
              <a:t> wilayah </a:t>
            </a:r>
            <a:r>
              <a:rPr lang="en-ID" sz="1700" dirty="0" err="1"/>
              <a:t>memiliki</a:t>
            </a:r>
            <a:r>
              <a:rPr lang="en-ID" sz="1700" dirty="0"/>
              <a:t> </a:t>
            </a:r>
            <a:r>
              <a:rPr lang="en-ID" sz="1700" dirty="0" err="1"/>
              <a:t>fasilitas</a:t>
            </a:r>
            <a:r>
              <a:rPr lang="en-ID" sz="1700" dirty="0"/>
              <a:t> </a:t>
            </a:r>
            <a:r>
              <a:rPr lang="en-ID" sz="1700" dirty="0" err="1"/>
              <a:t>kesehatan</a:t>
            </a:r>
            <a:r>
              <a:rPr lang="en-ID" sz="1700" dirty="0"/>
              <a:t> yang </a:t>
            </a:r>
            <a:r>
              <a:rPr lang="en-ID" sz="1700" dirty="0" err="1"/>
              <a:t>menyediakan</a:t>
            </a:r>
            <a:r>
              <a:rPr lang="en-ID" sz="1700" dirty="0"/>
              <a:t> </a:t>
            </a:r>
            <a:r>
              <a:rPr lang="en-ID" sz="1700" dirty="0" err="1"/>
              <a:t>layanan</a:t>
            </a:r>
            <a:r>
              <a:rPr lang="en-ID" sz="1700" dirty="0"/>
              <a:t> </a:t>
            </a:r>
            <a:r>
              <a:rPr lang="en-ID" sz="1700" dirty="0" err="1"/>
              <a:t>kesehatan</a:t>
            </a:r>
            <a:r>
              <a:rPr lang="en-ID" sz="1700" dirty="0"/>
              <a:t> </a:t>
            </a:r>
            <a:r>
              <a:rPr lang="en-ID" sz="1700" dirty="0" err="1"/>
              <a:t>reproduksi</a:t>
            </a:r>
            <a:r>
              <a:rPr lang="en-ID" sz="1700" dirty="0"/>
              <a:t> </a:t>
            </a:r>
            <a:r>
              <a:rPr lang="en-ID" sz="1700" dirty="0" err="1"/>
              <a:t>secara</a:t>
            </a:r>
            <a:r>
              <a:rPr lang="en-ID" sz="1700" dirty="0"/>
              <a:t> </a:t>
            </a:r>
            <a:r>
              <a:rPr lang="en-ID" sz="1700" dirty="0" err="1"/>
              <a:t>lengkap</a:t>
            </a:r>
            <a:r>
              <a:rPr lang="en-ID" sz="1700" dirty="0"/>
              <a:t>. Hal </a:t>
            </a:r>
            <a:r>
              <a:rPr lang="en-ID" sz="1700" dirty="0" err="1"/>
              <a:t>ini</a:t>
            </a:r>
            <a:r>
              <a:rPr lang="en-ID" sz="1700" dirty="0"/>
              <a:t> </a:t>
            </a:r>
            <a:r>
              <a:rPr lang="en-ID" sz="1700" dirty="0" err="1"/>
              <a:t>menyebabkan</a:t>
            </a:r>
            <a:r>
              <a:rPr lang="en-ID" sz="1700" dirty="0"/>
              <a:t> </a:t>
            </a:r>
            <a:r>
              <a:rPr lang="en-ID" sz="1700" dirty="0" err="1"/>
              <a:t>individu</a:t>
            </a:r>
            <a:r>
              <a:rPr lang="en-ID" sz="1700" dirty="0"/>
              <a:t> </a:t>
            </a:r>
            <a:r>
              <a:rPr lang="en-ID" sz="1700" dirty="0" err="1"/>
              <a:t>kesulitan</a:t>
            </a:r>
            <a:r>
              <a:rPr lang="en-ID" sz="1700" dirty="0"/>
              <a:t> </a:t>
            </a:r>
            <a:r>
              <a:rPr lang="en-ID" sz="1700" dirty="0" err="1"/>
              <a:t>mendapatkan</a:t>
            </a:r>
            <a:r>
              <a:rPr lang="en-ID" sz="1700" dirty="0"/>
              <a:t> </a:t>
            </a:r>
            <a:r>
              <a:rPr lang="en-ID" sz="1700" dirty="0" err="1"/>
              <a:t>layanan</a:t>
            </a:r>
            <a:r>
              <a:rPr lang="en-ID" sz="1700" dirty="0"/>
              <a:t> yang </a:t>
            </a:r>
            <a:r>
              <a:rPr lang="en-ID" sz="1700" dirty="0" err="1"/>
              <a:t>dibutuhkan</a:t>
            </a:r>
            <a:r>
              <a:rPr lang="en-ID" sz="1700" dirty="0"/>
              <a:t>. </a:t>
            </a:r>
            <a:r>
              <a:rPr lang="en-ID" sz="1700" dirty="0" err="1"/>
              <a:t>Akibatnya</a:t>
            </a:r>
            <a:r>
              <a:rPr lang="en-ID" sz="1700" dirty="0"/>
              <a:t>, </a:t>
            </a:r>
            <a:r>
              <a:rPr lang="en-ID" sz="1700" dirty="0" err="1"/>
              <a:t>risiko</a:t>
            </a:r>
            <a:r>
              <a:rPr lang="en-ID" sz="1700" dirty="0"/>
              <a:t> </a:t>
            </a:r>
            <a:r>
              <a:rPr lang="en-ID" sz="1700" dirty="0" err="1"/>
              <a:t>kehamilan</a:t>
            </a:r>
            <a:r>
              <a:rPr lang="en-ID" sz="1700" dirty="0"/>
              <a:t> </a:t>
            </a:r>
            <a:r>
              <a:rPr lang="en-ID" sz="1700" dirty="0" err="1"/>
              <a:t>tidak</a:t>
            </a:r>
            <a:r>
              <a:rPr lang="en-ID" sz="1700" dirty="0"/>
              <a:t> </a:t>
            </a:r>
            <a:r>
              <a:rPr lang="en-ID" sz="1700" dirty="0" err="1"/>
              <a:t>diinginkan</a:t>
            </a:r>
            <a:r>
              <a:rPr lang="en-ID" sz="1700" dirty="0"/>
              <a:t> </a:t>
            </a:r>
            <a:r>
              <a:rPr lang="en-ID" sz="1700" dirty="0" err="1"/>
              <a:t>meningkat</a:t>
            </a:r>
            <a:r>
              <a:rPr lang="en-ID" sz="1700" dirty="0"/>
              <a:t>. </a:t>
            </a:r>
          </a:p>
          <a:p>
            <a:r>
              <a:rPr lang="en-ID" sz="1700" b="1" dirty="0" err="1"/>
              <a:t>Kurangnya</a:t>
            </a:r>
            <a:r>
              <a:rPr lang="en-ID" sz="1700" b="1" dirty="0"/>
              <a:t> </a:t>
            </a:r>
            <a:r>
              <a:rPr lang="en-ID" sz="1700" b="1" dirty="0" err="1"/>
              <a:t>tenaga</a:t>
            </a:r>
            <a:r>
              <a:rPr lang="en-ID" sz="1700" b="1" dirty="0"/>
              <a:t> </a:t>
            </a:r>
            <a:r>
              <a:rPr lang="en-ID" sz="1700" b="1" dirty="0" err="1"/>
              <a:t>kesehatan</a:t>
            </a:r>
            <a:r>
              <a:rPr lang="en-ID" sz="1700" b="1" dirty="0"/>
              <a:t> </a:t>
            </a:r>
            <a:r>
              <a:rPr lang="en-ID" sz="1700" b="1" dirty="0" err="1"/>
              <a:t>terlatih</a:t>
            </a:r>
            <a:br>
              <a:rPr lang="en-ID" sz="1700" dirty="0"/>
            </a:br>
            <a:r>
              <a:rPr lang="en-ID" sz="1700" dirty="0"/>
              <a:t>Tenaga </a:t>
            </a:r>
            <a:r>
              <a:rPr lang="en-ID" sz="1700" dirty="0" err="1"/>
              <a:t>kesehatan</a:t>
            </a:r>
            <a:r>
              <a:rPr lang="en-ID" sz="1700" dirty="0"/>
              <a:t> yang </a:t>
            </a:r>
            <a:r>
              <a:rPr lang="en-ID" sz="1700" dirty="0" err="1"/>
              <a:t>memiliki</a:t>
            </a:r>
            <a:r>
              <a:rPr lang="en-ID" sz="1700" dirty="0"/>
              <a:t> </a:t>
            </a:r>
            <a:r>
              <a:rPr lang="en-ID" sz="1700" dirty="0" err="1"/>
              <a:t>kompetensi</a:t>
            </a:r>
            <a:r>
              <a:rPr lang="en-ID" sz="1700" dirty="0"/>
              <a:t> </a:t>
            </a:r>
            <a:r>
              <a:rPr lang="en-ID" sz="1700" dirty="0" err="1"/>
              <a:t>dalam</a:t>
            </a:r>
            <a:r>
              <a:rPr lang="en-ID" sz="1700" dirty="0"/>
              <a:t> </a:t>
            </a:r>
            <a:r>
              <a:rPr lang="en-ID" sz="1700" dirty="0" err="1"/>
              <a:t>kesehatan</a:t>
            </a:r>
            <a:r>
              <a:rPr lang="en-ID" sz="1700" dirty="0"/>
              <a:t> </a:t>
            </a:r>
            <a:r>
              <a:rPr lang="en-ID" sz="1700" dirty="0" err="1"/>
              <a:t>reproduksi</a:t>
            </a:r>
            <a:r>
              <a:rPr lang="en-ID" sz="1700" dirty="0"/>
              <a:t> </a:t>
            </a:r>
            <a:r>
              <a:rPr lang="en-ID" sz="1700" dirty="0" err="1"/>
              <a:t>masih</a:t>
            </a:r>
            <a:r>
              <a:rPr lang="en-ID" sz="1700" dirty="0"/>
              <a:t> </a:t>
            </a:r>
            <a:r>
              <a:rPr lang="en-ID" sz="1700" dirty="0" err="1"/>
              <a:t>terbatas</a:t>
            </a:r>
            <a:r>
              <a:rPr lang="en-ID" sz="1700" dirty="0"/>
              <a:t> di </a:t>
            </a:r>
            <a:r>
              <a:rPr lang="en-ID" sz="1700" dirty="0" err="1"/>
              <a:t>beberapa</a:t>
            </a:r>
            <a:r>
              <a:rPr lang="en-ID" sz="1700" dirty="0"/>
              <a:t> </a:t>
            </a:r>
            <a:r>
              <a:rPr lang="en-ID" sz="1700" dirty="0" err="1"/>
              <a:t>daerah</a:t>
            </a:r>
            <a:r>
              <a:rPr lang="en-ID" sz="1700" dirty="0"/>
              <a:t>. Hal </a:t>
            </a:r>
            <a:r>
              <a:rPr lang="en-ID" sz="1700" dirty="0" err="1"/>
              <a:t>ini</a:t>
            </a:r>
            <a:r>
              <a:rPr lang="en-ID" sz="1700" dirty="0"/>
              <a:t> </a:t>
            </a:r>
            <a:r>
              <a:rPr lang="en-ID" sz="1700" dirty="0" err="1"/>
              <a:t>memengaruhi</a:t>
            </a:r>
            <a:r>
              <a:rPr lang="en-ID" sz="1700" dirty="0"/>
              <a:t> </a:t>
            </a:r>
            <a:r>
              <a:rPr lang="en-ID" sz="1700" dirty="0" err="1"/>
              <a:t>kualitas</a:t>
            </a:r>
            <a:r>
              <a:rPr lang="en-ID" sz="1700" dirty="0"/>
              <a:t> </a:t>
            </a:r>
            <a:r>
              <a:rPr lang="en-ID" sz="1700" dirty="0" err="1"/>
              <a:t>layanan</a:t>
            </a:r>
            <a:r>
              <a:rPr lang="en-ID" sz="1700" dirty="0"/>
              <a:t> yang </a:t>
            </a:r>
            <a:r>
              <a:rPr lang="en-ID" sz="1700" dirty="0" err="1"/>
              <a:t>diberikan</a:t>
            </a:r>
            <a:r>
              <a:rPr lang="en-ID" sz="1700" dirty="0"/>
              <a:t>. </a:t>
            </a:r>
            <a:r>
              <a:rPr lang="en-ID" sz="1700" dirty="0" err="1"/>
              <a:t>Kurangnya</a:t>
            </a:r>
            <a:r>
              <a:rPr lang="en-ID" sz="1700" dirty="0"/>
              <a:t> </a:t>
            </a:r>
            <a:r>
              <a:rPr lang="en-ID" sz="1700" dirty="0" err="1"/>
              <a:t>tenaga</a:t>
            </a:r>
            <a:r>
              <a:rPr lang="en-ID" sz="1700" dirty="0"/>
              <a:t> </a:t>
            </a:r>
            <a:r>
              <a:rPr lang="en-ID" sz="1700" dirty="0" err="1"/>
              <a:t>terlatih</a:t>
            </a:r>
            <a:r>
              <a:rPr lang="en-ID" sz="1700" dirty="0"/>
              <a:t> juga </a:t>
            </a:r>
            <a:r>
              <a:rPr lang="en-ID" sz="1700" dirty="0" err="1"/>
              <a:t>berdampak</a:t>
            </a:r>
            <a:r>
              <a:rPr lang="en-ID" sz="1700" dirty="0"/>
              <a:t> pada </a:t>
            </a:r>
            <a:r>
              <a:rPr lang="en-ID" sz="1700" dirty="0" err="1"/>
              <a:t>rendahnya</a:t>
            </a:r>
            <a:r>
              <a:rPr lang="en-ID" sz="1700" dirty="0"/>
              <a:t> </a:t>
            </a:r>
            <a:r>
              <a:rPr lang="en-ID" sz="1700" dirty="0" err="1"/>
              <a:t>edukasi</a:t>
            </a:r>
            <a:r>
              <a:rPr lang="en-ID" sz="1700" dirty="0"/>
              <a:t> yang </a:t>
            </a:r>
            <a:r>
              <a:rPr lang="en-ID" sz="1700" dirty="0" err="1"/>
              <a:t>diberikan</a:t>
            </a:r>
            <a:r>
              <a:rPr lang="en-ID" sz="1700" dirty="0"/>
              <a:t> </a:t>
            </a:r>
            <a:r>
              <a:rPr lang="en-ID" sz="1700" dirty="0" err="1"/>
              <a:t>kepada</a:t>
            </a:r>
            <a:r>
              <a:rPr lang="en-ID" sz="1700" dirty="0"/>
              <a:t> </a:t>
            </a:r>
            <a:r>
              <a:rPr lang="en-ID" sz="1700" dirty="0" err="1"/>
              <a:t>masyarakat</a:t>
            </a:r>
            <a:r>
              <a:rPr lang="en-ID" sz="1700" dirty="0"/>
              <a:t>. </a:t>
            </a:r>
          </a:p>
          <a:p>
            <a:r>
              <a:rPr lang="en-ID" sz="1700" b="1" dirty="0" err="1"/>
              <a:t>Informasi</a:t>
            </a:r>
            <a:r>
              <a:rPr lang="en-ID" sz="1700" b="1" dirty="0"/>
              <a:t> </a:t>
            </a:r>
            <a:r>
              <a:rPr lang="en-ID" sz="1700" b="1" dirty="0" err="1"/>
              <a:t>layanan</a:t>
            </a:r>
            <a:r>
              <a:rPr lang="en-ID" sz="1700" b="1" dirty="0"/>
              <a:t> yang </a:t>
            </a:r>
            <a:r>
              <a:rPr lang="en-ID" sz="1700" b="1" dirty="0" err="1"/>
              <a:t>terbatas</a:t>
            </a:r>
            <a:br>
              <a:rPr lang="en-ID" sz="1700" dirty="0"/>
            </a:br>
            <a:r>
              <a:rPr lang="en-ID" sz="1700" dirty="0"/>
              <a:t>Banyak </a:t>
            </a:r>
            <a:r>
              <a:rPr lang="en-ID" sz="1700" dirty="0" err="1"/>
              <a:t>individu</a:t>
            </a:r>
            <a:r>
              <a:rPr lang="en-ID" sz="1700" dirty="0"/>
              <a:t> </a:t>
            </a:r>
            <a:r>
              <a:rPr lang="en-ID" sz="1700" dirty="0" err="1"/>
              <a:t>tidak</a:t>
            </a:r>
            <a:r>
              <a:rPr lang="en-ID" sz="1700" dirty="0"/>
              <a:t> </a:t>
            </a:r>
            <a:r>
              <a:rPr lang="en-ID" sz="1700" dirty="0" err="1"/>
              <a:t>mengetahui</a:t>
            </a:r>
            <a:r>
              <a:rPr lang="en-ID" sz="1700" dirty="0"/>
              <a:t> </a:t>
            </a:r>
            <a:r>
              <a:rPr lang="en-ID" sz="1700" dirty="0" err="1"/>
              <a:t>layanan</a:t>
            </a:r>
            <a:r>
              <a:rPr lang="en-ID" sz="1700" dirty="0"/>
              <a:t> </a:t>
            </a:r>
            <a:r>
              <a:rPr lang="en-ID" sz="1700" dirty="0" err="1"/>
              <a:t>kesehatan</a:t>
            </a:r>
            <a:r>
              <a:rPr lang="en-ID" sz="1700" dirty="0"/>
              <a:t> </a:t>
            </a:r>
            <a:r>
              <a:rPr lang="en-ID" sz="1700" dirty="0" err="1"/>
              <a:t>reproduksi</a:t>
            </a:r>
            <a:r>
              <a:rPr lang="en-ID" sz="1700" dirty="0"/>
              <a:t> yang </a:t>
            </a:r>
            <a:r>
              <a:rPr lang="en-ID" sz="1700" dirty="0" err="1"/>
              <a:t>tersedia</a:t>
            </a:r>
            <a:r>
              <a:rPr lang="en-ID" sz="1700" dirty="0"/>
              <a:t>. </a:t>
            </a:r>
            <a:r>
              <a:rPr lang="en-ID" sz="1700" dirty="0" err="1"/>
              <a:t>Kurangnya</a:t>
            </a:r>
            <a:r>
              <a:rPr lang="en-ID" sz="1700" dirty="0"/>
              <a:t> </a:t>
            </a:r>
            <a:r>
              <a:rPr lang="en-ID" sz="1700" dirty="0" err="1"/>
              <a:t>informasi</a:t>
            </a:r>
            <a:r>
              <a:rPr lang="en-ID" sz="1700" dirty="0"/>
              <a:t> </a:t>
            </a:r>
            <a:r>
              <a:rPr lang="en-ID" sz="1700" dirty="0" err="1"/>
              <a:t>ini</a:t>
            </a:r>
            <a:r>
              <a:rPr lang="en-ID" sz="1700" dirty="0"/>
              <a:t> </a:t>
            </a:r>
            <a:r>
              <a:rPr lang="en-ID" sz="1700" dirty="0" err="1"/>
              <a:t>menghambat</a:t>
            </a:r>
            <a:r>
              <a:rPr lang="en-ID" sz="1700" dirty="0"/>
              <a:t> </a:t>
            </a:r>
            <a:r>
              <a:rPr lang="en-ID" sz="1700" dirty="0" err="1"/>
              <a:t>pemanfaatan</a:t>
            </a:r>
            <a:r>
              <a:rPr lang="en-ID" sz="1700" dirty="0"/>
              <a:t> </a:t>
            </a:r>
            <a:r>
              <a:rPr lang="en-ID" sz="1700" dirty="0" err="1"/>
              <a:t>layanan</a:t>
            </a:r>
            <a:r>
              <a:rPr lang="en-ID" sz="1700" dirty="0"/>
              <a:t>. Hal </a:t>
            </a:r>
            <a:r>
              <a:rPr lang="en-ID" sz="1700" dirty="0" err="1"/>
              <a:t>ini</a:t>
            </a:r>
            <a:r>
              <a:rPr lang="en-ID" sz="1700" dirty="0"/>
              <a:t> </a:t>
            </a:r>
            <a:r>
              <a:rPr lang="en-ID" sz="1700" dirty="0" err="1"/>
              <a:t>menunjukkan</a:t>
            </a:r>
            <a:r>
              <a:rPr lang="en-ID" sz="1700" dirty="0"/>
              <a:t> </a:t>
            </a:r>
            <a:r>
              <a:rPr lang="en-ID" sz="1700" dirty="0" err="1"/>
              <a:t>pentingnya</a:t>
            </a:r>
            <a:r>
              <a:rPr lang="en-ID" sz="1700" dirty="0"/>
              <a:t> </a:t>
            </a:r>
            <a:r>
              <a:rPr lang="en-ID" sz="1700" dirty="0" err="1"/>
              <a:t>promosi</a:t>
            </a:r>
            <a:r>
              <a:rPr lang="en-ID" sz="1700" dirty="0"/>
              <a:t> </a:t>
            </a:r>
            <a:r>
              <a:rPr lang="en-ID" sz="1700" dirty="0" err="1"/>
              <a:t>kesehatan</a:t>
            </a:r>
            <a:r>
              <a:rPr lang="en-ID" sz="1700" dirty="0"/>
              <a:t>. </a:t>
            </a:r>
          </a:p>
          <a:p>
            <a:r>
              <a:rPr lang="en-ID" sz="1700" b="1" dirty="0" err="1"/>
              <a:t>Hambatan</a:t>
            </a:r>
            <a:r>
              <a:rPr lang="en-ID" sz="1700" b="1" dirty="0"/>
              <a:t> </a:t>
            </a:r>
            <a:r>
              <a:rPr lang="en-ID" sz="1700" b="1" dirty="0" err="1"/>
              <a:t>geografis</a:t>
            </a:r>
            <a:r>
              <a:rPr lang="en-ID" sz="1700" b="1" dirty="0"/>
              <a:t> dan </a:t>
            </a:r>
            <a:r>
              <a:rPr lang="en-ID" sz="1700" b="1" dirty="0" err="1"/>
              <a:t>sosial</a:t>
            </a:r>
            <a:br>
              <a:rPr lang="en-ID" sz="1700" dirty="0"/>
            </a:br>
            <a:r>
              <a:rPr lang="en-ID" sz="1700" dirty="0"/>
              <a:t>Jarak yang </a:t>
            </a:r>
            <a:r>
              <a:rPr lang="en-ID" sz="1700" dirty="0" err="1"/>
              <a:t>jauh</a:t>
            </a:r>
            <a:r>
              <a:rPr lang="en-ID" sz="1700" dirty="0"/>
              <a:t> dan </a:t>
            </a:r>
            <a:r>
              <a:rPr lang="en-ID" sz="1700" dirty="0" err="1"/>
              <a:t>kondisi</a:t>
            </a:r>
            <a:r>
              <a:rPr lang="en-ID" sz="1700" dirty="0"/>
              <a:t> </a:t>
            </a:r>
            <a:r>
              <a:rPr lang="en-ID" sz="1700" dirty="0" err="1"/>
              <a:t>geografis</a:t>
            </a:r>
            <a:r>
              <a:rPr lang="en-ID" sz="1700" dirty="0"/>
              <a:t> </a:t>
            </a:r>
            <a:r>
              <a:rPr lang="en-ID" sz="1700" dirty="0" err="1"/>
              <a:t>sulit</a:t>
            </a:r>
            <a:r>
              <a:rPr lang="en-ID" sz="1700" dirty="0"/>
              <a:t> </a:t>
            </a:r>
            <a:r>
              <a:rPr lang="en-ID" sz="1700" dirty="0" err="1"/>
              <a:t>menjadi</a:t>
            </a:r>
            <a:r>
              <a:rPr lang="en-ID" sz="1700" dirty="0"/>
              <a:t> </a:t>
            </a:r>
            <a:r>
              <a:rPr lang="en-ID" sz="1700" dirty="0" err="1"/>
              <a:t>hambatan</a:t>
            </a:r>
            <a:r>
              <a:rPr lang="en-ID" sz="1700" dirty="0"/>
              <a:t> </a:t>
            </a:r>
            <a:r>
              <a:rPr lang="en-ID" sz="1700" dirty="0" err="1"/>
              <a:t>dalam</a:t>
            </a:r>
            <a:r>
              <a:rPr lang="en-ID" sz="1700" dirty="0"/>
              <a:t> </a:t>
            </a:r>
            <a:r>
              <a:rPr lang="en-ID" sz="1700" dirty="0" err="1"/>
              <a:t>mengakses</a:t>
            </a:r>
            <a:r>
              <a:rPr lang="en-ID" sz="1700" dirty="0"/>
              <a:t> </a:t>
            </a:r>
            <a:r>
              <a:rPr lang="en-ID" sz="1700" dirty="0" err="1"/>
              <a:t>layanan</a:t>
            </a:r>
            <a:r>
              <a:rPr lang="en-ID" sz="1700" dirty="0"/>
              <a:t> </a:t>
            </a:r>
            <a:r>
              <a:rPr lang="en-ID" sz="1700" dirty="0" err="1"/>
              <a:t>kesehatan</a:t>
            </a:r>
            <a:r>
              <a:rPr lang="en-ID" sz="1700" dirty="0"/>
              <a:t>. Selain </a:t>
            </a:r>
            <a:r>
              <a:rPr lang="en-ID" sz="1700" dirty="0" err="1"/>
              <a:t>itu</a:t>
            </a:r>
            <a:r>
              <a:rPr lang="en-ID" sz="1700" dirty="0"/>
              <a:t>, </a:t>
            </a:r>
            <a:r>
              <a:rPr lang="en-ID" sz="1700" dirty="0" err="1"/>
              <a:t>faktor</a:t>
            </a:r>
            <a:r>
              <a:rPr lang="en-ID" sz="1700" dirty="0"/>
              <a:t> </a:t>
            </a:r>
            <a:r>
              <a:rPr lang="en-ID" sz="1700" dirty="0" err="1"/>
              <a:t>sosial</a:t>
            </a:r>
            <a:r>
              <a:rPr lang="en-ID" sz="1700" dirty="0"/>
              <a:t> </a:t>
            </a:r>
            <a:r>
              <a:rPr lang="en-ID" sz="1700" dirty="0" err="1"/>
              <a:t>seperti</a:t>
            </a:r>
            <a:r>
              <a:rPr lang="en-ID" sz="1700" dirty="0"/>
              <a:t> stigma juga </a:t>
            </a:r>
            <a:r>
              <a:rPr lang="en-ID" sz="1700" dirty="0" err="1"/>
              <a:t>dapat</a:t>
            </a:r>
            <a:r>
              <a:rPr lang="en-ID" sz="1700" dirty="0"/>
              <a:t> </a:t>
            </a:r>
            <a:r>
              <a:rPr lang="en-ID" sz="1700" dirty="0" err="1"/>
              <a:t>menghambat</a:t>
            </a:r>
            <a:r>
              <a:rPr lang="en-ID" sz="1700" dirty="0"/>
              <a:t> </a:t>
            </a:r>
            <a:r>
              <a:rPr lang="en-ID" sz="1700" dirty="0" err="1"/>
              <a:t>individu</a:t>
            </a:r>
            <a:r>
              <a:rPr lang="en-ID" sz="1700" dirty="0"/>
              <a:t> </a:t>
            </a:r>
            <a:r>
              <a:rPr lang="en-ID" sz="1700" dirty="0" err="1"/>
              <a:t>untuk</a:t>
            </a:r>
            <a:r>
              <a:rPr lang="en-ID" sz="1700" dirty="0"/>
              <a:t> </a:t>
            </a:r>
            <a:r>
              <a:rPr lang="en-ID" sz="1700" dirty="0" err="1"/>
              <a:t>mencari</a:t>
            </a:r>
            <a:r>
              <a:rPr lang="en-ID" sz="1700" dirty="0"/>
              <a:t> </a:t>
            </a:r>
            <a:r>
              <a:rPr lang="en-ID" sz="1700" dirty="0" err="1"/>
              <a:t>layanan</a:t>
            </a:r>
            <a:r>
              <a:rPr lang="en-ID" sz="1700" dirty="0"/>
              <a:t>. </a:t>
            </a:r>
            <a:r>
              <a:rPr lang="en-ID" sz="1700" dirty="0" err="1"/>
              <a:t>Kondisi</a:t>
            </a:r>
            <a:r>
              <a:rPr lang="en-ID" sz="1700" dirty="0"/>
              <a:t> </a:t>
            </a:r>
            <a:r>
              <a:rPr lang="en-ID" sz="1700" dirty="0" err="1"/>
              <a:t>ini</a:t>
            </a:r>
            <a:r>
              <a:rPr lang="en-ID" sz="1700" dirty="0"/>
              <a:t> </a:t>
            </a:r>
            <a:r>
              <a:rPr lang="en-ID" sz="1700" dirty="0" err="1"/>
              <a:t>meningkatkan</a:t>
            </a:r>
            <a:r>
              <a:rPr lang="en-ID" sz="1700" dirty="0"/>
              <a:t> </a:t>
            </a:r>
            <a:r>
              <a:rPr lang="en-ID" sz="1700" dirty="0" err="1"/>
              <a:t>risiko</a:t>
            </a:r>
            <a:r>
              <a:rPr lang="en-ID" sz="1700" dirty="0"/>
              <a:t> </a:t>
            </a:r>
            <a:r>
              <a:rPr lang="en-ID" sz="1700" dirty="0" err="1"/>
              <a:t>praktik</a:t>
            </a:r>
            <a:r>
              <a:rPr lang="en-ID" sz="1700" dirty="0"/>
              <a:t> </a:t>
            </a:r>
            <a:r>
              <a:rPr lang="en-ID" sz="1700" dirty="0" err="1"/>
              <a:t>tidak</a:t>
            </a:r>
            <a:r>
              <a:rPr lang="en-ID" sz="1700" dirty="0"/>
              <a:t> </a:t>
            </a:r>
            <a:r>
              <a:rPr lang="en-ID" sz="1700" dirty="0" err="1"/>
              <a:t>aman</a:t>
            </a:r>
            <a:r>
              <a:rPr lang="en-ID" sz="1700"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D" b="1" dirty="0" err="1"/>
              <a:t>Dampak</a:t>
            </a:r>
            <a:r>
              <a:rPr lang="en-ID" b="1" dirty="0"/>
              <a:t> Fisik pada Ibu</a:t>
            </a:r>
            <a:endParaRPr b="1" dirty="0"/>
          </a:p>
        </p:txBody>
      </p:sp>
      <p:sp>
        <p:nvSpPr>
          <p:cNvPr id="3" name="Content Placeholder 2"/>
          <p:cNvSpPr>
            <a:spLocks noGrp="1"/>
          </p:cNvSpPr>
          <p:nvPr>
            <p:ph idx="1"/>
          </p:nvPr>
        </p:nvSpPr>
        <p:spPr>
          <a:xfrm>
            <a:off x="-4912" y="1167976"/>
            <a:ext cx="9148916" cy="4525963"/>
          </a:xfrm>
        </p:spPr>
        <p:txBody>
          <a:bodyPr>
            <a:noAutofit/>
          </a:bodyPr>
          <a:lstStyle/>
          <a:p>
            <a:r>
              <a:rPr lang="en-ID" sz="1700" b="1" dirty="0"/>
              <a:t>Risiko </a:t>
            </a:r>
            <a:r>
              <a:rPr lang="en-ID" sz="1700" b="1" dirty="0" err="1"/>
              <a:t>komplikasi</a:t>
            </a:r>
            <a:r>
              <a:rPr lang="en-ID" sz="1700" b="1" dirty="0"/>
              <a:t> </a:t>
            </a:r>
            <a:r>
              <a:rPr lang="en-ID" sz="1700" b="1" dirty="0" err="1"/>
              <a:t>kehamilan</a:t>
            </a:r>
            <a:br>
              <a:rPr lang="en-ID" sz="1700" dirty="0"/>
            </a:br>
            <a:r>
              <a:rPr lang="en-ID" sz="1700" dirty="0" err="1"/>
              <a:t>Kehamilan</a:t>
            </a:r>
            <a:r>
              <a:rPr lang="en-ID" sz="1700" dirty="0"/>
              <a:t> yang </a:t>
            </a:r>
            <a:r>
              <a:rPr lang="en-ID" sz="1700" dirty="0" err="1"/>
              <a:t>tidak</a:t>
            </a:r>
            <a:r>
              <a:rPr lang="en-ID" sz="1700" dirty="0"/>
              <a:t> </a:t>
            </a:r>
            <a:r>
              <a:rPr lang="en-ID" sz="1700" dirty="0" err="1"/>
              <a:t>direncanakan</a:t>
            </a:r>
            <a:r>
              <a:rPr lang="en-ID" sz="1700" dirty="0"/>
              <a:t> </a:t>
            </a:r>
            <a:r>
              <a:rPr lang="en-ID" sz="1700" dirty="0" err="1"/>
              <a:t>sering</a:t>
            </a:r>
            <a:r>
              <a:rPr lang="en-ID" sz="1700" dirty="0"/>
              <a:t> kali </a:t>
            </a:r>
            <a:r>
              <a:rPr lang="en-ID" sz="1700" dirty="0" err="1"/>
              <a:t>tidak</a:t>
            </a:r>
            <a:r>
              <a:rPr lang="en-ID" sz="1700" dirty="0"/>
              <a:t> </a:t>
            </a:r>
            <a:r>
              <a:rPr lang="en-ID" sz="1700" dirty="0" err="1"/>
              <a:t>disertai</a:t>
            </a:r>
            <a:r>
              <a:rPr lang="en-ID" sz="1700" dirty="0"/>
              <a:t> </a:t>
            </a:r>
            <a:r>
              <a:rPr lang="en-ID" sz="1700" dirty="0" err="1"/>
              <a:t>dengan</a:t>
            </a:r>
            <a:r>
              <a:rPr lang="en-ID" sz="1700" dirty="0"/>
              <a:t> </a:t>
            </a:r>
            <a:r>
              <a:rPr lang="en-ID" sz="1700" dirty="0" err="1"/>
              <a:t>persiapan</a:t>
            </a:r>
            <a:r>
              <a:rPr lang="en-ID" sz="1700" dirty="0"/>
              <a:t> </a:t>
            </a:r>
            <a:r>
              <a:rPr lang="en-ID" sz="1700" dirty="0" err="1"/>
              <a:t>kesehatan</a:t>
            </a:r>
            <a:r>
              <a:rPr lang="en-ID" sz="1700" dirty="0"/>
              <a:t> yang </a:t>
            </a:r>
            <a:r>
              <a:rPr lang="en-ID" sz="1700" dirty="0" err="1"/>
              <a:t>memadai</a:t>
            </a:r>
            <a:r>
              <a:rPr lang="en-ID" sz="1700" dirty="0"/>
              <a:t>, </a:t>
            </a:r>
            <a:r>
              <a:rPr lang="en-ID" sz="1700" dirty="0" err="1"/>
              <a:t>seperti</a:t>
            </a:r>
            <a:r>
              <a:rPr lang="en-ID" sz="1700" dirty="0"/>
              <a:t> </a:t>
            </a:r>
            <a:r>
              <a:rPr lang="en-ID" sz="1700" dirty="0" err="1"/>
              <a:t>pemeriksaan</a:t>
            </a:r>
            <a:r>
              <a:rPr lang="en-ID" sz="1700" dirty="0"/>
              <a:t> </a:t>
            </a:r>
            <a:r>
              <a:rPr lang="en-ID" sz="1700" dirty="0" err="1"/>
              <a:t>kesehatan</a:t>
            </a:r>
            <a:r>
              <a:rPr lang="en-ID" sz="1700" dirty="0"/>
              <a:t> </a:t>
            </a:r>
            <a:r>
              <a:rPr lang="en-ID" sz="1700" dirty="0" err="1"/>
              <a:t>sebelum</a:t>
            </a:r>
            <a:r>
              <a:rPr lang="en-ID" sz="1700" dirty="0"/>
              <a:t> </a:t>
            </a:r>
            <a:r>
              <a:rPr lang="en-ID" sz="1700" dirty="0" err="1"/>
              <a:t>hamil</a:t>
            </a:r>
            <a:r>
              <a:rPr lang="en-ID" sz="1700" dirty="0"/>
              <a:t>. Hal </a:t>
            </a:r>
            <a:r>
              <a:rPr lang="en-ID" sz="1700" dirty="0" err="1"/>
              <a:t>ini</a:t>
            </a:r>
            <a:r>
              <a:rPr lang="en-ID" sz="1700" dirty="0"/>
              <a:t> </a:t>
            </a:r>
            <a:r>
              <a:rPr lang="en-ID" sz="1700" dirty="0" err="1"/>
              <a:t>meningkatkan</a:t>
            </a:r>
            <a:r>
              <a:rPr lang="en-ID" sz="1700" dirty="0"/>
              <a:t> </a:t>
            </a:r>
            <a:r>
              <a:rPr lang="en-ID" sz="1700" dirty="0" err="1"/>
              <a:t>risiko</a:t>
            </a:r>
            <a:r>
              <a:rPr lang="en-ID" sz="1700" dirty="0"/>
              <a:t> </a:t>
            </a:r>
            <a:r>
              <a:rPr lang="en-ID" sz="1700" dirty="0" err="1"/>
              <a:t>komplikasi</a:t>
            </a:r>
            <a:r>
              <a:rPr lang="en-ID" sz="1700" dirty="0"/>
              <a:t> </a:t>
            </a:r>
            <a:r>
              <a:rPr lang="en-ID" sz="1700" dirty="0" err="1"/>
              <a:t>seperti</a:t>
            </a:r>
            <a:r>
              <a:rPr lang="en-ID" sz="1700" dirty="0"/>
              <a:t> </a:t>
            </a:r>
            <a:r>
              <a:rPr lang="en-ID" sz="1700" dirty="0" err="1"/>
              <a:t>anemia</a:t>
            </a:r>
            <a:r>
              <a:rPr lang="en-ID" sz="1700" dirty="0"/>
              <a:t>, </a:t>
            </a:r>
            <a:r>
              <a:rPr lang="en-ID" sz="1700" dirty="0" err="1"/>
              <a:t>preeklamsia</a:t>
            </a:r>
            <a:r>
              <a:rPr lang="en-ID" sz="1700" dirty="0"/>
              <a:t>, dan </a:t>
            </a:r>
            <a:r>
              <a:rPr lang="en-ID" sz="1700" dirty="0" err="1"/>
              <a:t>perdarahan</a:t>
            </a:r>
            <a:r>
              <a:rPr lang="en-ID" sz="1700" dirty="0"/>
              <a:t>. </a:t>
            </a:r>
          </a:p>
          <a:p>
            <a:r>
              <a:rPr lang="en-ID" sz="1700" b="1" dirty="0" err="1"/>
              <a:t>Kurangnya</a:t>
            </a:r>
            <a:r>
              <a:rPr lang="en-ID" sz="1700" b="1" dirty="0"/>
              <a:t> </a:t>
            </a:r>
            <a:r>
              <a:rPr lang="en-ID" sz="1700" b="1" dirty="0" err="1"/>
              <a:t>perawatan</a:t>
            </a:r>
            <a:r>
              <a:rPr lang="en-ID" sz="1700" b="1" dirty="0"/>
              <a:t> antenatal</a:t>
            </a:r>
            <a:br>
              <a:rPr lang="en-ID" sz="1700" dirty="0"/>
            </a:br>
            <a:r>
              <a:rPr lang="en-ID" sz="1700" dirty="0" err="1"/>
              <a:t>Individu</a:t>
            </a:r>
            <a:r>
              <a:rPr lang="en-ID" sz="1700" dirty="0"/>
              <a:t> </a:t>
            </a:r>
            <a:r>
              <a:rPr lang="en-ID" sz="1700" dirty="0" err="1"/>
              <a:t>dengan</a:t>
            </a:r>
            <a:r>
              <a:rPr lang="en-ID" sz="1700" dirty="0"/>
              <a:t> </a:t>
            </a:r>
            <a:r>
              <a:rPr lang="en-ID" sz="1700" dirty="0" err="1"/>
              <a:t>kehamilan</a:t>
            </a:r>
            <a:r>
              <a:rPr lang="en-ID" sz="1700" dirty="0"/>
              <a:t> </a:t>
            </a:r>
            <a:r>
              <a:rPr lang="en-ID" sz="1700" dirty="0" err="1"/>
              <a:t>tidak</a:t>
            </a:r>
            <a:r>
              <a:rPr lang="en-ID" sz="1700" dirty="0"/>
              <a:t> </a:t>
            </a:r>
            <a:r>
              <a:rPr lang="en-ID" sz="1700" dirty="0" err="1"/>
              <a:t>diinginkan</a:t>
            </a:r>
            <a:r>
              <a:rPr lang="en-ID" sz="1700" dirty="0"/>
              <a:t> </a:t>
            </a:r>
            <a:r>
              <a:rPr lang="en-ID" sz="1700" dirty="0" err="1"/>
              <a:t>cenderung</a:t>
            </a:r>
            <a:r>
              <a:rPr lang="en-ID" sz="1700" dirty="0"/>
              <a:t> </a:t>
            </a:r>
            <a:r>
              <a:rPr lang="en-ID" sz="1700" dirty="0" err="1"/>
              <a:t>menunda</a:t>
            </a:r>
            <a:r>
              <a:rPr lang="en-ID" sz="1700" dirty="0"/>
              <a:t> </a:t>
            </a:r>
            <a:r>
              <a:rPr lang="en-ID" sz="1700" dirty="0" err="1"/>
              <a:t>atau</a:t>
            </a:r>
            <a:r>
              <a:rPr lang="en-ID" sz="1700" dirty="0"/>
              <a:t> </a:t>
            </a:r>
            <a:r>
              <a:rPr lang="en-ID" sz="1700" dirty="0" err="1"/>
              <a:t>bahkan</a:t>
            </a:r>
            <a:r>
              <a:rPr lang="en-ID" sz="1700" dirty="0"/>
              <a:t> </a:t>
            </a:r>
            <a:r>
              <a:rPr lang="en-ID" sz="1700" dirty="0" err="1"/>
              <a:t>tidak</a:t>
            </a:r>
            <a:r>
              <a:rPr lang="en-ID" sz="1700" dirty="0"/>
              <a:t> </a:t>
            </a:r>
            <a:r>
              <a:rPr lang="en-ID" sz="1700" dirty="0" err="1"/>
              <a:t>melakukan</a:t>
            </a:r>
            <a:r>
              <a:rPr lang="en-ID" sz="1700" dirty="0"/>
              <a:t> </a:t>
            </a:r>
            <a:r>
              <a:rPr lang="en-ID" sz="1700" dirty="0" err="1"/>
              <a:t>pemeriksaan</a:t>
            </a:r>
            <a:r>
              <a:rPr lang="en-ID" sz="1700" dirty="0"/>
              <a:t> antenatal. Hal </a:t>
            </a:r>
            <a:r>
              <a:rPr lang="en-ID" sz="1700" dirty="0" err="1"/>
              <a:t>ini</a:t>
            </a:r>
            <a:r>
              <a:rPr lang="en-ID" sz="1700" dirty="0"/>
              <a:t> </a:t>
            </a:r>
            <a:r>
              <a:rPr lang="en-ID" sz="1700" dirty="0" err="1"/>
              <a:t>menyebabkan</a:t>
            </a:r>
            <a:r>
              <a:rPr lang="en-ID" sz="1700" dirty="0"/>
              <a:t> </a:t>
            </a:r>
            <a:r>
              <a:rPr lang="en-ID" sz="1700" dirty="0" err="1"/>
              <a:t>kondisi</a:t>
            </a:r>
            <a:r>
              <a:rPr lang="en-ID" sz="1700" dirty="0"/>
              <a:t> </a:t>
            </a:r>
            <a:r>
              <a:rPr lang="en-ID" sz="1700" dirty="0" err="1"/>
              <a:t>kesehatan</a:t>
            </a:r>
            <a:r>
              <a:rPr lang="en-ID" sz="1700" dirty="0"/>
              <a:t> yang </a:t>
            </a:r>
            <a:r>
              <a:rPr lang="en-ID" sz="1700" dirty="0" err="1"/>
              <a:t>berisiko</a:t>
            </a:r>
            <a:r>
              <a:rPr lang="en-ID" sz="1700" dirty="0"/>
              <a:t> </a:t>
            </a:r>
            <a:r>
              <a:rPr lang="en-ID" sz="1700" dirty="0" err="1"/>
              <a:t>tidak</a:t>
            </a:r>
            <a:r>
              <a:rPr lang="en-ID" sz="1700" dirty="0"/>
              <a:t> </a:t>
            </a:r>
            <a:r>
              <a:rPr lang="en-ID" sz="1700" dirty="0" err="1"/>
              <a:t>terdeteksi</a:t>
            </a:r>
            <a:r>
              <a:rPr lang="en-ID" sz="1700" dirty="0"/>
              <a:t> </a:t>
            </a:r>
            <a:r>
              <a:rPr lang="en-ID" sz="1700" dirty="0" err="1"/>
              <a:t>sejak</a:t>
            </a:r>
            <a:r>
              <a:rPr lang="en-ID" sz="1700" dirty="0"/>
              <a:t> </a:t>
            </a:r>
            <a:r>
              <a:rPr lang="en-ID" sz="1700" dirty="0" err="1"/>
              <a:t>dini</a:t>
            </a:r>
            <a:r>
              <a:rPr lang="en-ID" sz="1700" dirty="0"/>
              <a:t>. </a:t>
            </a:r>
            <a:r>
              <a:rPr lang="en-ID" sz="1700" dirty="0" err="1"/>
              <a:t>Akibatnya</a:t>
            </a:r>
            <a:r>
              <a:rPr lang="en-ID" sz="1700" dirty="0"/>
              <a:t>, </a:t>
            </a:r>
            <a:r>
              <a:rPr lang="en-ID" sz="1700" dirty="0" err="1"/>
              <a:t>komplikasi</a:t>
            </a:r>
            <a:r>
              <a:rPr lang="en-ID" sz="1700" dirty="0"/>
              <a:t> </a:t>
            </a:r>
            <a:r>
              <a:rPr lang="en-ID" sz="1700" dirty="0" err="1"/>
              <a:t>dapat</a:t>
            </a:r>
            <a:r>
              <a:rPr lang="en-ID" sz="1700" dirty="0"/>
              <a:t> </a:t>
            </a:r>
            <a:r>
              <a:rPr lang="en-ID" sz="1700" dirty="0" err="1"/>
              <a:t>berkembang</a:t>
            </a:r>
            <a:r>
              <a:rPr lang="en-ID" sz="1700" dirty="0"/>
              <a:t> </a:t>
            </a:r>
            <a:r>
              <a:rPr lang="en-ID" sz="1700" dirty="0" err="1"/>
              <a:t>tanpa</a:t>
            </a:r>
            <a:r>
              <a:rPr lang="en-ID" sz="1700" dirty="0"/>
              <a:t> </a:t>
            </a:r>
            <a:r>
              <a:rPr lang="en-ID" sz="1700" dirty="0" err="1"/>
              <a:t>penanganan</a:t>
            </a:r>
            <a:r>
              <a:rPr lang="en-ID" sz="1700" dirty="0"/>
              <a:t> yang </a:t>
            </a:r>
            <a:r>
              <a:rPr lang="en-ID" sz="1700" dirty="0" err="1"/>
              <a:t>tepat</a:t>
            </a:r>
            <a:r>
              <a:rPr lang="en-ID" sz="1700" dirty="0"/>
              <a:t>. </a:t>
            </a:r>
          </a:p>
          <a:p>
            <a:r>
              <a:rPr lang="en-ID" sz="1700" b="1" dirty="0" err="1"/>
              <a:t>Peningkatan</a:t>
            </a:r>
            <a:r>
              <a:rPr lang="en-ID" sz="1700" b="1" dirty="0"/>
              <a:t> </a:t>
            </a:r>
            <a:r>
              <a:rPr lang="en-ID" sz="1700" b="1" dirty="0" err="1"/>
              <a:t>morbiditas</a:t>
            </a:r>
            <a:r>
              <a:rPr lang="en-ID" sz="1700" b="1" dirty="0"/>
              <a:t> maternal</a:t>
            </a:r>
            <a:br>
              <a:rPr lang="en-ID" sz="1700" dirty="0"/>
            </a:br>
            <a:r>
              <a:rPr lang="en-ID" sz="1700" dirty="0" err="1"/>
              <a:t>Morbiditas</a:t>
            </a:r>
            <a:r>
              <a:rPr lang="en-ID" sz="1700" dirty="0"/>
              <a:t> maternal </a:t>
            </a:r>
            <a:r>
              <a:rPr lang="en-ID" sz="1700" dirty="0" err="1"/>
              <a:t>mencakup</a:t>
            </a:r>
            <a:r>
              <a:rPr lang="en-ID" sz="1700" dirty="0"/>
              <a:t> </a:t>
            </a:r>
            <a:r>
              <a:rPr lang="en-ID" sz="1700" dirty="0" err="1"/>
              <a:t>berbagai</a:t>
            </a:r>
            <a:r>
              <a:rPr lang="en-ID" sz="1700" dirty="0"/>
              <a:t> </a:t>
            </a:r>
            <a:r>
              <a:rPr lang="en-ID" sz="1700" dirty="0" err="1"/>
              <a:t>kondisi</a:t>
            </a:r>
            <a:r>
              <a:rPr lang="en-ID" sz="1700" dirty="0"/>
              <a:t> </a:t>
            </a:r>
            <a:r>
              <a:rPr lang="en-ID" sz="1700" dirty="0" err="1"/>
              <a:t>kesehatan</a:t>
            </a:r>
            <a:r>
              <a:rPr lang="en-ID" sz="1700" dirty="0"/>
              <a:t> yang </a:t>
            </a:r>
            <a:r>
              <a:rPr lang="en-ID" sz="1700" dirty="0" err="1"/>
              <a:t>dialami</a:t>
            </a:r>
            <a:r>
              <a:rPr lang="en-ID" sz="1700" dirty="0"/>
              <a:t> </a:t>
            </a:r>
            <a:r>
              <a:rPr lang="en-ID" sz="1700" dirty="0" err="1"/>
              <a:t>ibu</a:t>
            </a:r>
            <a:r>
              <a:rPr lang="en-ID" sz="1700" dirty="0"/>
              <a:t> </a:t>
            </a:r>
            <a:r>
              <a:rPr lang="en-ID" sz="1700" dirty="0" err="1"/>
              <a:t>selama</a:t>
            </a:r>
            <a:r>
              <a:rPr lang="en-ID" sz="1700" dirty="0"/>
              <a:t> </a:t>
            </a:r>
            <a:r>
              <a:rPr lang="en-ID" sz="1700" dirty="0" err="1"/>
              <a:t>kehamilan</a:t>
            </a:r>
            <a:r>
              <a:rPr lang="en-ID" sz="1700" dirty="0"/>
              <a:t> dan </a:t>
            </a:r>
            <a:r>
              <a:rPr lang="en-ID" sz="1700" dirty="0" err="1"/>
              <a:t>persalinan</a:t>
            </a:r>
            <a:r>
              <a:rPr lang="en-ID" sz="1700" dirty="0"/>
              <a:t>. </a:t>
            </a:r>
            <a:r>
              <a:rPr lang="en-ID" sz="1700" dirty="0" err="1"/>
              <a:t>Kehamilan</a:t>
            </a:r>
            <a:r>
              <a:rPr lang="en-ID" sz="1700" dirty="0"/>
              <a:t> yang </a:t>
            </a:r>
            <a:r>
              <a:rPr lang="en-ID" sz="1700" dirty="0" err="1"/>
              <a:t>tidak</a:t>
            </a:r>
            <a:r>
              <a:rPr lang="en-ID" sz="1700" dirty="0"/>
              <a:t> </a:t>
            </a:r>
            <a:r>
              <a:rPr lang="en-ID" sz="1700" dirty="0" err="1"/>
              <a:t>diinginkan</a:t>
            </a:r>
            <a:r>
              <a:rPr lang="en-ID" sz="1700" dirty="0"/>
              <a:t> </a:t>
            </a:r>
            <a:r>
              <a:rPr lang="en-ID" sz="1700" dirty="0" err="1"/>
              <a:t>meningkatkan</a:t>
            </a:r>
            <a:r>
              <a:rPr lang="en-ID" sz="1700" dirty="0"/>
              <a:t> </a:t>
            </a:r>
            <a:r>
              <a:rPr lang="en-ID" sz="1700" dirty="0" err="1"/>
              <a:t>kemungkinan</a:t>
            </a:r>
            <a:r>
              <a:rPr lang="en-ID" sz="1700" dirty="0"/>
              <a:t> </a:t>
            </a:r>
            <a:r>
              <a:rPr lang="en-ID" sz="1700" dirty="0" err="1"/>
              <a:t>terjadinya</a:t>
            </a:r>
            <a:r>
              <a:rPr lang="en-ID" sz="1700" dirty="0"/>
              <a:t> </a:t>
            </a:r>
            <a:r>
              <a:rPr lang="en-ID" sz="1700" dirty="0" err="1"/>
              <a:t>kondisi</a:t>
            </a:r>
            <a:r>
              <a:rPr lang="en-ID" sz="1700" dirty="0"/>
              <a:t> </a:t>
            </a:r>
            <a:r>
              <a:rPr lang="en-ID" sz="1700" dirty="0" err="1"/>
              <a:t>ini</a:t>
            </a:r>
            <a:r>
              <a:rPr lang="en-ID" sz="1700" dirty="0"/>
              <a:t> </a:t>
            </a:r>
            <a:r>
              <a:rPr lang="en-ID" sz="1700" dirty="0" err="1"/>
              <a:t>karena</a:t>
            </a:r>
            <a:r>
              <a:rPr lang="en-ID" sz="1700" dirty="0"/>
              <a:t> </a:t>
            </a:r>
            <a:r>
              <a:rPr lang="en-ID" sz="1700" dirty="0" err="1"/>
              <a:t>kurangnya</a:t>
            </a:r>
            <a:r>
              <a:rPr lang="en-ID" sz="1700" dirty="0"/>
              <a:t> </a:t>
            </a:r>
            <a:r>
              <a:rPr lang="en-ID" sz="1700" dirty="0" err="1"/>
              <a:t>kesiapan</a:t>
            </a:r>
            <a:r>
              <a:rPr lang="en-ID" sz="1700" dirty="0"/>
              <a:t> dan </a:t>
            </a:r>
            <a:r>
              <a:rPr lang="en-ID" sz="1700" dirty="0" err="1"/>
              <a:t>perawatan</a:t>
            </a:r>
            <a:r>
              <a:rPr lang="en-ID" sz="1700" dirty="0"/>
              <a:t>. Hal </a:t>
            </a:r>
            <a:r>
              <a:rPr lang="en-ID" sz="1700" dirty="0" err="1"/>
              <a:t>ini</a:t>
            </a:r>
            <a:r>
              <a:rPr lang="en-ID" sz="1700" dirty="0"/>
              <a:t> </a:t>
            </a:r>
            <a:r>
              <a:rPr lang="en-ID" sz="1700" dirty="0" err="1"/>
              <a:t>berdampak</a:t>
            </a:r>
            <a:r>
              <a:rPr lang="en-ID" sz="1700" dirty="0"/>
              <a:t> pada </a:t>
            </a:r>
            <a:r>
              <a:rPr lang="en-ID" sz="1700" dirty="0" err="1"/>
              <a:t>kualitas</a:t>
            </a:r>
            <a:r>
              <a:rPr lang="en-ID" sz="1700" dirty="0"/>
              <a:t> </a:t>
            </a:r>
            <a:r>
              <a:rPr lang="en-ID" sz="1700" dirty="0" err="1"/>
              <a:t>hidup</a:t>
            </a:r>
            <a:r>
              <a:rPr lang="en-ID" sz="1700" dirty="0"/>
              <a:t> </a:t>
            </a:r>
            <a:r>
              <a:rPr lang="en-ID" sz="1700" dirty="0" err="1"/>
              <a:t>ibu</a:t>
            </a:r>
            <a:r>
              <a:rPr lang="en-ID" sz="1700" dirty="0"/>
              <a:t>. </a:t>
            </a:r>
          </a:p>
          <a:p>
            <a:r>
              <a:rPr lang="en-ID" sz="1700" b="1" dirty="0" err="1"/>
              <a:t>Gangguan</a:t>
            </a:r>
            <a:r>
              <a:rPr lang="en-ID" sz="1700" b="1" dirty="0"/>
              <a:t> </a:t>
            </a:r>
            <a:r>
              <a:rPr lang="en-ID" sz="1700" b="1" dirty="0" err="1"/>
              <a:t>kesehatan</a:t>
            </a:r>
            <a:r>
              <a:rPr lang="en-ID" sz="1700" b="1" dirty="0"/>
              <a:t> </a:t>
            </a:r>
            <a:r>
              <a:rPr lang="en-ID" sz="1700" b="1" dirty="0" err="1"/>
              <a:t>jangka</a:t>
            </a:r>
            <a:r>
              <a:rPr lang="en-ID" sz="1700" b="1" dirty="0"/>
              <a:t> </a:t>
            </a:r>
            <a:r>
              <a:rPr lang="en-ID" sz="1700" b="1" dirty="0" err="1"/>
              <a:t>panjang</a:t>
            </a:r>
            <a:br>
              <a:rPr lang="en-ID" sz="1700" dirty="0"/>
            </a:br>
            <a:r>
              <a:rPr lang="en-ID" sz="1700" dirty="0" err="1"/>
              <a:t>Komplikasi</a:t>
            </a:r>
            <a:r>
              <a:rPr lang="en-ID" sz="1700" dirty="0"/>
              <a:t> </a:t>
            </a:r>
            <a:r>
              <a:rPr lang="en-ID" sz="1700" dirty="0" err="1"/>
              <a:t>selama</a:t>
            </a:r>
            <a:r>
              <a:rPr lang="en-ID" sz="1700" dirty="0"/>
              <a:t> </a:t>
            </a:r>
            <a:r>
              <a:rPr lang="en-ID" sz="1700" dirty="0" err="1"/>
              <a:t>kehamilan</a:t>
            </a:r>
            <a:r>
              <a:rPr lang="en-ID" sz="1700" dirty="0"/>
              <a:t> </a:t>
            </a:r>
            <a:r>
              <a:rPr lang="en-ID" sz="1700" dirty="0" err="1"/>
              <a:t>dapat</a:t>
            </a:r>
            <a:r>
              <a:rPr lang="en-ID" sz="1700" dirty="0"/>
              <a:t> </a:t>
            </a:r>
            <a:r>
              <a:rPr lang="en-ID" sz="1700" dirty="0" err="1"/>
              <a:t>menyebabkan</a:t>
            </a:r>
            <a:r>
              <a:rPr lang="en-ID" sz="1700" dirty="0"/>
              <a:t> </a:t>
            </a:r>
            <a:r>
              <a:rPr lang="en-ID" sz="1700" dirty="0" err="1"/>
              <a:t>dampak</a:t>
            </a:r>
            <a:r>
              <a:rPr lang="en-ID" sz="1700" dirty="0"/>
              <a:t> </a:t>
            </a:r>
            <a:r>
              <a:rPr lang="en-ID" sz="1700" dirty="0" err="1"/>
              <a:t>kesehatan</a:t>
            </a:r>
            <a:r>
              <a:rPr lang="en-ID" sz="1700" dirty="0"/>
              <a:t> </a:t>
            </a:r>
            <a:r>
              <a:rPr lang="en-ID" sz="1700" dirty="0" err="1"/>
              <a:t>jangka</a:t>
            </a:r>
            <a:r>
              <a:rPr lang="en-ID" sz="1700" dirty="0"/>
              <a:t> </a:t>
            </a:r>
            <a:r>
              <a:rPr lang="en-ID" sz="1700" dirty="0" err="1"/>
              <a:t>panjang</a:t>
            </a:r>
            <a:r>
              <a:rPr lang="en-ID" sz="1700" dirty="0"/>
              <a:t>, </a:t>
            </a:r>
            <a:r>
              <a:rPr lang="en-ID" sz="1700" dirty="0" err="1"/>
              <a:t>seperti</a:t>
            </a:r>
            <a:r>
              <a:rPr lang="en-ID" sz="1700" dirty="0"/>
              <a:t> </a:t>
            </a:r>
            <a:r>
              <a:rPr lang="en-ID" sz="1700" dirty="0" err="1"/>
              <a:t>gangguan</a:t>
            </a:r>
            <a:r>
              <a:rPr lang="en-ID" sz="1700" dirty="0"/>
              <a:t> </a:t>
            </a:r>
            <a:r>
              <a:rPr lang="en-ID" sz="1700" dirty="0" err="1"/>
              <a:t>reproduksi</a:t>
            </a:r>
            <a:r>
              <a:rPr lang="en-ID" sz="1700" dirty="0"/>
              <a:t> </a:t>
            </a:r>
            <a:r>
              <a:rPr lang="en-ID" sz="1700" dirty="0" err="1"/>
              <a:t>atau</a:t>
            </a:r>
            <a:r>
              <a:rPr lang="en-ID" sz="1700" dirty="0"/>
              <a:t> </a:t>
            </a:r>
            <a:r>
              <a:rPr lang="en-ID" sz="1700" dirty="0" err="1"/>
              <a:t>penyakit</a:t>
            </a:r>
            <a:r>
              <a:rPr lang="en-ID" sz="1700" dirty="0"/>
              <a:t> </a:t>
            </a:r>
            <a:r>
              <a:rPr lang="en-ID" sz="1700" dirty="0" err="1"/>
              <a:t>kronis</a:t>
            </a:r>
            <a:r>
              <a:rPr lang="en-ID" sz="1700" dirty="0"/>
              <a:t>. </a:t>
            </a:r>
            <a:r>
              <a:rPr lang="en-ID" sz="1700" dirty="0" err="1"/>
              <a:t>Kondisi</a:t>
            </a:r>
            <a:r>
              <a:rPr lang="en-ID" sz="1700" dirty="0"/>
              <a:t> </a:t>
            </a:r>
            <a:r>
              <a:rPr lang="en-ID" sz="1700" dirty="0" err="1"/>
              <a:t>ini</a:t>
            </a:r>
            <a:r>
              <a:rPr lang="en-ID" sz="1700" dirty="0"/>
              <a:t> </a:t>
            </a:r>
            <a:r>
              <a:rPr lang="en-ID" sz="1700" dirty="0" err="1"/>
              <a:t>tidak</a:t>
            </a:r>
            <a:r>
              <a:rPr lang="en-ID" sz="1700" dirty="0"/>
              <a:t> </a:t>
            </a:r>
            <a:r>
              <a:rPr lang="en-ID" sz="1700" dirty="0" err="1"/>
              <a:t>hanya</a:t>
            </a:r>
            <a:r>
              <a:rPr lang="en-ID" sz="1700" dirty="0"/>
              <a:t> </a:t>
            </a:r>
            <a:r>
              <a:rPr lang="en-ID" sz="1700" dirty="0" err="1"/>
              <a:t>memengaruhi</a:t>
            </a:r>
            <a:r>
              <a:rPr lang="en-ID" sz="1700" dirty="0"/>
              <a:t> </a:t>
            </a:r>
            <a:r>
              <a:rPr lang="en-ID" sz="1700" dirty="0" err="1"/>
              <a:t>ibu</a:t>
            </a:r>
            <a:r>
              <a:rPr lang="en-ID" sz="1700" dirty="0"/>
              <a:t> </a:t>
            </a:r>
            <a:r>
              <a:rPr lang="en-ID" sz="1700" dirty="0" err="1"/>
              <a:t>tetapi</a:t>
            </a:r>
            <a:r>
              <a:rPr lang="en-ID" sz="1700" dirty="0"/>
              <a:t> juga </a:t>
            </a:r>
            <a:r>
              <a:rPr lang="en-ID" sz="1700" dirty="0" err="1"/>
              <a:t>kesejahteraan</a:t>
            </a:r>
            <a:r>
              <a:rPr lang="en-ID" sz="1700" dirty="0"/>
              <a:t> </a:t>
            </a:r>
            <a:r>
              <a:rPr lang="en-ID" sz="1700" dirty="0" err="1"/>
              <a:t>keluarga</a:t>
            </a:r>
            <a:r>
              <a:rPr lang="en-ID" sz="1700" dirty="0"/>
              <a:t> </a:t>
            </a:r>
            <a:r>
              <a:rPr lang="en-ID" sz="1700" dirty="0" err="1"/>
              <a:t>secara</a:t>
            </a:r>
            <a:r>
              <a:rPr lang="en-ID" sz="1700" dirty="0"/>
              <a:t> </a:t>
            </a:r>
            <a:r>
              <a:rPr lang="en-ID" sz="1700" dirty="0" err="1"/>
              <a:t>keseluruhan</a:t>
            </a:r>
            <a:r>
              <a:rPr lang="en-ID" sz="1700"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9198077" cy="1143000"/>
          </a:xfrm>
        </p:spPr>
        <p:txBody>
          <a:bodyPr>
            <a:noAutofit/>
          </a:bodyPr>
          <a:lstStyle/>
          <a:p>
            <a:r>
              <a:rPr sz="4000" b="1" dirty="0" err="1"/>
              <a:t>Dampak</a:t>
            </a:r>
            <a:r>
              <a:rPr sz="4000" b="1" dirty="0"/>
              <a:t> </a:t>
            </a:r>
            <a:r>
              <a:rPr sz="4000" b="1" dirty="0" err="1"/>
              <a:t>Psikologi</a:t>
            </a:r>
            <a:endParaRPr sz="4000" b="1" dirty="0"/>
          </a:p>
        </p:txBody>
      </p:sp>
      <p:sp>
        <p:nvSpPr>
          <p:cNvPr id="3" name="Content Placeholder 2"/>
          <p:cNvSpPr>
            <a:spLocks noGrp="1"/>
          </p:cNvSpPr>
          <p:nvPr>
            <p:ph idx="1"/>
          </p:nvPr>
        </p:nvSpPr>
        <p:spPr>
          <a:xfrm>
            <a:off x="53686" y="1181670"/>
            <a:ext cx="9109586" cy="5396113"/>
          </a:xfrm>
        </p:spPr>
        <p:txBody>
          <a:bodyPr>
            <a:noAutofit/>
          </a:bodyPr>
          <a:lstStyle/>
          <a:p>
            <a:r>
              <a:rPr lang="en-ID" sz="1700" b="1" dirty="0" err="1"/>
              <a:t>Stres</a:t>
            </a:r>
            <a:r>
              <a:rPr lang="en-ID" sz="1700" b="1" dirty="0"/>
              <a:t> dan </a:t>
            </a:r>
            <a:r>
              <a:rPr lang="en-ID" sz="1700" b="1" dirty="0" err="1"/>
              <a:t>kecemasan</a:t>
            </a:r>
            <a:r>
              <a:rPr lang="en-ID" sz="1700" b="1" dirty="0"/>
              <a:t>. </a:t>
            </a:r>
            <a:r>
              <a:rPr lang="en-ID" sz="1700" dirty="0" err="1"/>
              <a:t>Kehamilan</a:t>
            </a:r>
            <a:r>
              <a:rPr lang="en-ID" sz="1700" dirty="0"/>
              <a:t> yang </a:t>
            </a:r>
            <a:r>
              <a:rPr lang="en-ID" sz="1700" dirty="0" err="1"/>
              <a:t>tidak</a:t>
            </a:r>
            <a:r>
              <a:rPr lang="en-ID" sz="1700" dirty="0"/>
              <a:t> </a:t>
            </a:r>
            <a:r>
              <a:rPr lang="en-ID" sz="1700" dirty="0" err="1"/>
              <a:t>diinginkan</a:t>
            </a:r>
            <a:r>
              <a:rPr lang="en-ID" sz="1700" dirty="0"/>
              <a:t> </a:t>
            </a:r>
            <a:r>
              <a:rPr lang="en-ID" sz="1700" dirty="0" err="1"/>
              <a:t>sering</a:t>
            </a:r>
            <a:r>
              <a:rPr lang="en-ID" sz="1700" dirty="0"/>
              <a:t> </a:t>
            </a:r>
            <a:r>
              <a:rPr lang="en-ID" sz="1700" dirty="0" err="1"/>
              <a:t>menimbulkan</a:t>
            </a:r>
            <a:r>
              <a:rPr lang="en-ID" sz="1700" dirty="0"/>
              <a:t> </a:t>
            </a:r>
            <a:r>
              <a:rPr lang="en-ID" sz="1700" dirty="0" err="1"/>
              <a:t>kekhawatiran</a:t>
            </a:r>
            <a:r>
              <a:rPr lang="en-ID" sz="1700" dirty="0"/>
              <a:t> </a:t>
            </a:r>
            <a:r>
              <a:rPr lang="en-ID" sz="1700" dirty="0" err="1"/>
              <a:t>tentang</a:t>
            </a:r>
            <a:r>
              <a:rPr lang="en-ID" sz="1700" dirty="0"/>
              <a:t> masa </a:t>
            </a:r>
            <a:r>
              <a:rPr lang="en-ID" sz="1700" dirty="0" err="1"/>
              <a:t>depan</a:t>
            </a:r>
            <a:r>
              <a:rPr lang="en-ID" sz="1700" dirty="0"/>
              <a:t>, </a:t>
            </a:r>
            <a:r>
              <a:rPr lang="en-ID" sz="1700" dirty="0" err="1"/>
              <a:t>reaksi</a:t>
            </a:r>
            <a:r>
              <a:rPr lang="en-ID" sz="1700" dirty="0"/>
              <a:t> </a:t>
            </a:r>
            <a:r>
              <a:rPr lang="en-ID" sz="1700" dirty="0" err="1"/>
              <a:t>keluarga</a:t>
            </a:r>
            <a:r>
              <a:rPr lang="en-ID" sz="1700" dirty="0"/>
              <a:t>, status </a:t>
            </a:r>
            <a:r>
              <a:rPr lang="en-ID" sz="1700" dirty="0" err="1"/>
              <a:t>hubungan</a:t>
            </a:r>
            <a:r>
              <a:rPr lang="en-ID" sz="1700" dirty="0"/>
              <a:t>, dan </a:t>
            </a:r>
            <a:r>
              <a:rPr lang="en-ID" sz="1700" dirty="0" err="1"/>
              <a:t>keberlanjutan</a:t>
            </a:r>
            <a:r>
              <a:rPr lang="en-ID" sz="1700" dirty="0"/>
              <a:t> </a:t>
            </a:r>
            <a:r>
              <a:rPr lang="en-ID" sz="1700" dirty="0" err="1"/>
              <a:t>pendidikan</a:t>
            </a:r>
            <a:r>
              <a:rPr lang="en-ID" sz="1700" dirty="0"/>
              <a:t> </a:t>
            </a:r>
            <a:r>
              <a:rPr lang="en-ID" sz="1700" dirty="0" err="1"/>
              <a:t>atau</a:t>
            </a:r>
            <a:r>
              <a:rPr lang="en-ID" sz="1700" dirty="0"/>
              <a:t> </a:t>
            </a:r>
            <a:r>
              <a:rPr lang="en-ID" sz="1700" dirty="0" err="1"/>
              <a:t>pekerjaan</a:t>
            </a:r>
            <a:r>
              <a:rPr lang="en-ID" sz="1700" dirty="0"/>
              <a:t>. </a:t>
            </a:r>
            <a:r>
              <a:rPr lang="en-ID" sz="1700" dirty="0" err="1"/>
              <a:t>Ketidakpastian</a:t>
            </a:r>
            <a:r>
              <a:rPr lang="en-ID" sz="1700" dirty="0"/>
              <a:t> </a:t>
            </a:r>
            <a:r>
              <a:rPr lang="en-ID" sz="1700" dirty="0" err="1"/>
              <a:t>ini</a:t>
            </a:r>
            <a:r>
              <a:rPr lang="en-ID" sz="1700" dirty="0"/>
              <a:t> </a:t>
            </a:r>
            <a:r>
              <a:rPr lang="en-ID" sz="1700" dirty="0" err="1"/>
              <a:t>menghasilkan</a:t>
            </a:r>
            <a:r>
              <a:rPr lang="en-ID" sz="1700" dirty="0"/>
              <a:t> </a:t>
            </a:r>
            <a:r>
              <a:rPr lang="en-ID" sz="1700" dirty="0" err="1"/>
              <a:t>stres</a:t>
            </a:r>
            <a:r>
              <a:rPr lang="en-ID" sz="1700" dirty="0"/>
              <a:t> yang </a:t>
            </a:r>
            <a:r>
              <a:rPr lang="en-ID" sz="1700" dirty="0" err="1"/>
              <a:t>terus-menerus</a:t>
            </a:r>
            <a:r>
              <a:rPr lang="en-ID" sz="1700" dirty="0"/>
              <a:t>. </a:t>
            </a:r>
          </a:p>
          <a:p>
            <a:r>
              <a:rPr lang="en-ID" sz="1700" b="1" dirty="0"/>
              <a:t>Rasa </a:t>
            </a:r>
            <a:r>
              <a:rPr lang="en-ID" sz="1700" b="1" dirty="0" err="1"/>
              <a:t>bersalah</a:t>
            </a:r>
            <a:r>
              <a:rPr lang="en-ID" sz="1700" b="1" dirty="0"/>
              <a:t> dan </a:t>
            </a:r>
            <a:r>
              <a:rPr lang="en-ID" sz="1700" b="1" dirty="0" err="1"/>
              <a:t>malu</a:t>
            </a:r>
            <a:r>
              <a:rPr lang="en-ID" sz="1700" b="1" dirty="0"/>
              <a:t>. </a:t>
            </a:r>
            <a:r>
              <a:rPr lang="en-ID" sz="1700" dirty="0" err="1"/>
              <a:t>Dalam</a:t>
            </a:r>
            <a:r>
              <a:rPr lang="en-ID" sz="1700" dirty="0"/>
              <a:t> </a:t>
            </a:r>
            <a:r>
              <a:rPr lang="en-ID" sz="1700" dirty="0" err="1"/>
              <a:t>konteks</a:t>
            </a:r>
            <a:r>
              <a:rPr lang="en-ID" sz="1700" dirty="0"/>
              <a:t> </a:t>
            </a:r>
            <a:r>
              <a:rPr lang="en-ID" sz="1700" dirty="0" err="1"/>
              <a:t>sosial</a:t>
            </a:r>
            <a:r>
              <a:rPr lang="en-ID" sz="1700" dirty="0"/>
              <a:t> yang </a:t>
            </a:r>
            <a:r>
              <a:rPr lang="en-ID" sz="1700" dirty="0" err="1"/>
              <a:t>penuh</a:t>
            </a:r>
            <a:r>
              <a:rPr lang="en-ID" sz="1700" dirty="0"/>
              <a:t> stigma, </a:t>
            </a:r>
            <a:r>
              <a:rPr lang="en-ID" sz="1700" dirty="0" err="1"/>
              <a:t>perempuan</a:t>
            </a:r>
            <a:r>
              <a:rPr lang="en-ID" sz="1700" dirty="0"/>
              <a:t> </a:t>
            </a:r>
            <a:r>
              <a:rPr lang="en-ID" sz="1700" dirty="0" err="1"/>
              <a:t>sering</a:t>
            </a:r>
            <a:r>
              <a:rPr lang="en-ID" sz="1700" dirty="0"/>
              <a:t> </a:t>
            </a:r>
            <a:r>
              <a:rPr lang="en-ID" sz="1700" dirty="0" err="1"/>
              <a:t>memikul</a:t>
            </a:r>
            <a:r>
              <a:rPr lang="en-ID" sz="1700" dirty="0"/>
              <a:t> rasa </a:t>
            </a:r>
            <a:r>
              <a:rPr lang="en-ID" sz="1700" dirty="0" err="1"/>
              <a:t>bersalah</a:t>
            </a:r>
            <a:r>
              <a:rPr lang="en-ID" sz="1700" dirty="0"/>
              <a:t> dan </a:t>
            </a:r>
            <a:r>
              <a:rPr lang="en-ID" sz="1700" dirty="0" err="1"/>
              <a:t>malu</a:t>
            </a:r>
            <a:r>
              <a:rPr lang="en-ID" sz="1700" dirty="0"/>
              <a:t> yang </a:t>
            </a:r>
            <a:r>
              <a:rPr lang="en-ID" sz="1700" dirty="0" err="1"/>
              <a:t>besar</a:t>
            </a:r>
            <a:r>
              <a:rPr lang="en-ID" sz="1700" dirty="0"/>
              <a:t>. </a:t>
            </a:r>
            <a:r>
              <a:rPr lang="en-ID" sz="1700" dirty="0" err="1"/>
              <a:t>Perasaan</a:t>
            </a:r>
            <a:r>
              <a:rPr lang="en-ID" sz="1700" dirty="0"/>
              <a:t> </a:t>
            </a:r>
            <a:r>
              <a:rPr lang="en-ID" sz="1700" dirty="0" err="1"/>
              <a:t>ini</a:t>
            </a:r>
            <a:r>
              <a:rPr lang="en-ID" sz="1700" dirty="0"/>
              <a:t> </a:t>
            </a:r>
            <a:r>
              <a:rPr lang="en-ID" sz="1700" dirty="0" err="1"/>
              <a:t>dapat</a:t>
            </a:r>
            <a:r>
              <a:rPr lang="en-ID" sz="1700" dirty="0"/>
              <a:t> </a:t>
            </a:r>
            <a:r>
              <a:rPr lang="en-ID" sz="1700" dirty="0" err="1"/>
              <a:t>timbul</a:t>
            </a:r>
            <a:r>
              <a:rPr lang="en-ID" sz="1700" dirty="0"/>
              <a:t> </a:t>
            </a:r>
            <a:r>
              <a:rPr lang="en-ID" sz="1700" dirty="0" err="1"/>
              <a:t>meskipun</a:t>
            </a:r>
            <a:r>
              <a:rPr lang="en-ID" sz="1700" dirty="0"/>
              <a:t> </a:t>
            </a:r>
            <a:r>
              <a:rPr lang="en-ID" sz="1700" dirty="0" err="1"/>
              <a:t>kehamilan</a:t>
            </a:r>
            <a:r>
              <a:rPr lang="en-ID" sz="1700" dirty="0"/>
              <a:t> </a:t>
            </a:r>
            <a:r>
              <a:rPr lang="en-ID" sz="1700" dirty="0" err="1"/>
              <a:t>terjadi</a:t>
            </a:r>
            <a:r>
              <a:rPr lang="en-ID" sz="1700" dirty="0"/>
              <a:t> </a:t>
            </a:r>
            <a:r>
              <a:rPr lang="en-ID" sz="1700" dirty="0" err="1"/>
              <a:t>dalam</a:t>
            </a:r>
            <a:r>
              <a:rPr lang="en-ID" sz="1700" dirty="0"/>
              <a:t> </a:t>
            </a:r>
            <a:r>
              <a:rPr lang="en-ID" sz="1700" dirty="0" err="1"/>
              <a:t>kondisi</a:t>
            </a:r>
            <a:r>
              <a:rPr lang="en-ID" sz="1700" dirty="0"/>
              <a:t> </a:t>
            </a:r>
            <a:r>
              <a:rPr lang="en-ID" sz="1700" dirty="0" err="1"/>
              <a:t>paksaan</a:t>
            </a:r>
            <a:r>
              <a:rPr lang="en-ID" sz="1700" dirty="0"/>
              <a:t> </a:t>
            </a:r>
            <a:r>
              <a:rPr lang="en-ID" sz="1700" dirty="0" err="1"/>
              <a:t>atau</a:t>
            </a:r>
            <a:r>
              <a:rPr lang="en-ID" sz="1700" dirty="0"/>
              <a:t> </a:t>
            </a:r>
            <a:r>
              <a:rPr lang="en-ID" sz="1700" dirty="0" err="1"/>
              <a:t>relasi</a:t>
            </a:r>
            <a:r>
              <a:rPr lang="en-ID" sz="1700" dirty="0"/>
              <a:t> yang </a:t>
            </a:r>
            <a:r>
              <a:rPr lang="en-ID" sz="1700" dirty="0" err="1"/>
              <a:t>tidak</a:t>
            </a:r>
            <a:r>
              <a:rPr lang="en-ID" sz="1700" dirty="0"/>
              <a:t> </a:t>
            </a:r>
            <a:r>
              <a:rPr lang="en-ID" sz="1700" dirty="0" err="1"/>
              <a:t>setara</a:t>
            </a:r>
            <a:r>
              <a:rPr lang="en-ID" sz="1700" dirty="0"/>
              <a:t>. </a:t>
            </a:r>
            <a:r>
              <a:rPr lang="en-ID" sz="1700" dirty="0" err="1"/>
              <a:t>Akibatnya</a:t>
            </a:r>
            <a:r>
              <a:rPr lang="en-ID" sz="1700" dirty="0"/>
              <a:t>, </a:t>
            </a:r>
            <a:r>
              <a:rPr lang="en-ID" sz="1700" dirty="0" err="1"/>
              <a:t>perempuan</a:t>
            </a:r>
            <a:r>
              <a:rPr lang="en-ID" sz="1700" dirty="0"/>
              <a:t> </a:t>
            </a:r>
            <a:r>
              <a:rPr lang="en-ID" sz="1700" dirty="0" err="1"/>
              <a:t>cenderung</a:t>
            </a:r>
            <a:r>
              <a:rPr lang="en-ID" sz="1700" dirty="0"/>
              <a:t> </a:t>
            </a:r>
            <a:r>
              <a:rPr lang="en-ID" sz="1700" dirty="0" err="1"/>
              <a:t>menarik</a:t>
            </a:r>
            <a:r>
              <a:rPr lang="en-ID" sz="1700" dirty="0"/>
              <a:t> </a:t>
            </a:r>
            <a:r>
              <a:rPr lang="en-ID" sz="1700" dirty="0" err="1"/>
              <a:t>diri</a:t>
            </a:r>
            <a:r>
              <a:rPr lang="en-ID" sz="1700" dirty="0"/>
              <a:t> dan </a:t>
            </a:r>
            <a:r>
              <a:rPr lang="en-ID" sz="1700" dirty="0" err="1"/>
              <a:t>enggan</a:t>
            </a:r>
            <a:r>
              <a:rPr lang="en-ID" sz="1700" dirty="0"/>
              <a:t> </a:t>
            </a:r>
            <a:r>
              <a:rPr lang="en-ID" sz="1700" dirty="0" err="1"/>
              <a:t>mencari</a:t>
            </a:r>
            <a:r>
              <a:rPr lang="en-ID" sz="1700" dirty="0"/>
              <a:t> </a:t>
            </a:r>
            <a:r>
              <a:rPr lang="en-ID" sz="1700" dirty="0" err="1"/>
              <a:t>bantuan</a:t>
            </a:r>
            <a:r>
              <a:rPr lang="en-ID" sz="1700" dirty="0"/>
              <a:t>. </a:t>
            </a:r>
          </a:p>
          <a:p>
            <a:r>
              <a:rPr lang="en-ID" sz="1700" b="1" dirty="0" err="1"/>
              <a:t>Konflik</a:t>
            </a:r>
            <a:r>
              <a:rPr lang="en-ID" sz="1700" b="1" dirty="0"/>
              <a:t> </a:t>
            </a:r>
            <a:r>
              <a:rPr lang="en-ID" sz="1700" b="1" dirty="0" err="1"/>
              <a:t>batin</a:t>
            </a:r>
            <a:r>
              <a:rPr lang="en-ID" sz="1700" b="1" dirty="0"/>
              <a:t>. </a:t>
            </a:r>
            <a:r>
              <a:rPr lang="en-ID" sz="1700" dirty="0"/>
              <a:t>Perempuan </a:t>
            </a:r>
            <a:r>
              <a:rPr lang="en-ID" sz="1700" dirty="0" err="1"/>
              <a:t>dapat</a:t>
            </a:r>
            <a:r>
              <a:rPr lang="en-ID" sz="1700" dirty="0"/>
              <a:t> </a:t>
            </a:r>
            <a:r>
              <a:rPr lang="en-ID" sz="1700" dirty="0" err="1"/>
              <a:t>mengalami</a:t>
            </a:r>
            <a:r>
              <a:rPr lang="en-ID" sz="1700" dirty="0"/>
              <a:t> </a:t>
            </a:r>
            <a:r>
              <a:rPr lang="en-ID" sz="1700" dirty="0" err="1"/>
              <a:t>konflik</a:t>
            </a:r>
            <a:r>
              <a:rPr lang="en-ID" sz="1700" dirty="0"/>
              <a:t> </a:t>
            </a:r>
            <a:r>
              <a:rPr lang="en-ID" sz="1700" dirty="0" err="1"/>
              <a:t>antara</a:t>
            </a:r>
            <a:r>
              <a:rPr lang="en-ID" sz="1700" dirty="0"/>
              <a:t> </a:t>
            </a:r>
            <a:r>
              <a:rPr lang="en-ID" sz="1700" dirty="0" err="1"/>
              <a:t>nilai</a:t>
            </a:r>
            <a:r>
              <a:rPr lang="en-ID" sz="1700" dirty="0"/>
              <a:t> </a:t>
            </a:r>
            <a:r>
              <a:rPr lang="en-ID" sz="1700" dirty="0" err="1"/>
              <a:t>pribadi</a:t>
            </a:r>
            <a:r>
              <a:rPr lang="en-ID" sz="1700" dirty="0"/>
              <a:t>, </a:t>
            </a:r>
            <a:r>
              <a:rPr lang="en-ID" sz="1700" dirty="0" err="1"/>
              <a:t>tekanan</a:t>
            </a:r>
            <a:r>
              <a:rPr lang="en-ID" sz="1700" dirty="0"/>
              <a:t> </a:t>
            </a:r>
            <a:r>
              <a:rPr lang="en-ID" sz="1700" dirty="0" err="1"/>
              <a:t>keluarga</a:t>
            </a:r>
            <a:r>
              <a:rPr lang="en-ID" sz="1700" dirty="0"/>
              <a:t>, </a:t>
            </a:r>
            <a:r>
              <a:rPr lang="en-ID" sz="1700" dirty="0" err="1"/>
              <a:t>keyakinan</a:t>
            </a:r>
            <a:r>
              <a:rPr lang="en-ID" sz="1700" dirty="0"/>
              <a:t> agama, dan </a:t>
            </a:r>
            <a:r>
              <a:rPr lang="en-ID" sz="1700" dirty="0" err="1"/>
              <a:t>realitas</a:t>
            </a:r>
            <a:r>
              <a:rPr lang="en-ID" sz="1700" dirty="0"/>
              <a:t> </a:t>
            </a:r>
            <a:r>
              <a:rPr lang="en-ID" sz="1700" dirty="0" err="1"/>
              <a:t>hidup</a:t>
            </a:r>
            <a:r>
              <a:rPr lang="en-ID" sz="1700" dirty="0"/>
              <a:t> yang </a:t>
            </a:r>
            <a:r>
              <a:rPr lang="en-ID" sz="1700" dirty="0" err="1"/>
              <a:t>dihadapi</a:t>
            </a:r>
            <a:r>
              <a:rPr lang="en-ID" sz="1700" dirty="0"/>
              <a:t>. </a:t>
            </a:r>
            <a:r>
              <a:rPr lang="en-ID" sz="1700" dirty="0" err="1"/>
              <a:t>Konflik</a:t>
            </a:r>
            <a:r>
              <a:rPr lang="en-ID" sz="1700" dirty="0"/>
              <a:t> </a:t>
            </a:r>
            <a:r>
              <a:rPr lang="en-ID" sz="1700" dirty="0" err="1"/>
              <a:t>ini</a:t>
            </a:r>
            <a:r>
              <a:rPr lang="en-ID" sz="1700" dirty="0"/>
              <a:t> </a:t>
            </a:r>
            <a:r>
              <a:rPr lang="en-ID" sz="1700" dirty="0" err="1"/>
              <a:t>sering</a:t>
            </a:r>
            <a:r>
              <a:rPr lang="en-ID" sz="1700" dirty="0"/>
              <a:t> </a:t>
            </a:r>
            <a:r>
              <a:rPr lang="en-ID" sz="1700" dirty="0" err="1"/>
              <a:t>membuat</a:t>
            </a:r>
            <a:r>
              <a:rPr lang="en-ID" sz="1700" dirty="0"/>
              <a:t> proses </a:t>
            </a:r>
            <a:r>
              <a:rPr lang="en-ID" sz="1700" dirty="0" err="1"/>
              <a:t>pengambilan</a:t>
            </a:r>
            <a:r>
              <a:rPr lang="en-ID" sz="1700" dirty="0"/>
              <a:t> </a:t>
            </a:r>
            <a:r>
              <a:rPr lang="en-ID" sz="1700" dirty="0" err="1"/>
              <a:t>keputusan</a:t>
            </a:r>
            <a:r>
              <a:rPr lang="en-ID" sz="1700" dirty="0"/>
              <a:t> </a:t>
            </a:r>
            <a:r>
              <a:rPr lang="en-ID" sz="1700" dirty="0" err="1"/>
              <a:t>menjadi</a:t>
            </a:r>
            <a:r>
              <a:rPr lang="en-ID" sz="1700" dirty="0"/>
              <a:t> sangat </a:t>
            </a:r>
            <a:r>
              <a:rPr lang="en-ID" sz="1700" dirty="0" err="1"/>
              <a:t>berat</a:t>
            </a:r>
            <a:r>
              <a:rPr lang="en-ID" sz="1700" dirty="0"/>
              <a:t>. </a:t>
            </a:r>
            <a:r>
              <a:rPr lang="en-ID" sz="1700" dirty="0" err="1"/>
              <a:t>Semakin</a:t>
            </a:r>
            <a:r>
              <a:rPr lang="en-ID" sz="1700" dirty="0"/>
              <a:t> </a:t>
            </a:r>
            <a:r>
              <a:rPr lang="en-ID" sz="1700" dirty="0" err="1"/>
              <a:t>sedikit</a:t>
            </a:r>
            <a:r>
              <a:rPr lang="en-ID" sz="1700" dirty="0"/>
              <a:t> </a:t>
            </a:r>
            <a:r>
              <a:rPr lang="en-ID" sz="1700" dirty="0" err="1"/>
              <a:t>dukungan</a:t>
            </a:r>
            <a:r>
              <a:rPr lang="en-ID" sz="1700" dirty="0"/>
              <a:t> yang </a:t>
            </a:r>
            <a:r>
              <a:rPr lang="en-ID" sz="1700" dirty="0" err="1"/>
              <a:t>tersedia</a:t>
            </a:r>
            <a:r>
              <a:rPr lang="en-ID" sz="1700" dirty="0"/>
              <a:t>, </a:t>
            </a:r>
            <a:r>
              <a:rPr lang="en-ID" sz="1700" dirty="0" err="1"/>
              <a:t>semakin</a:t>
            </a:r>
            <a:r>
              <a:rPr lang="en-ID" sz="1700" dirty="0"/>
              <a:t> </a:t>
            </a:r>
            <a:r>
              <a:rPr lang="en-ID" sz="1700" dirty="0" err="1"/>
              <a:t>besar</a:t>
            </a:r>
            <a:r>
              <a:rPr lang="en-ID" sz="1700" dirty="0"/>
              <a:t> </a:t>
            </a:r>
            <a:r>
              <a:rPr lang="en-ID" sz="1700" dirty="0" err="1"/>
              <a:t>beban</a:t>
            </a:r>
            <a:r>
              <a:rPr lang="en-ID" sz="1700" dirty="0"/>
              <a:t> </a:t>
            </a:r>
            <a:r>
              <a:rPr lang="en-ID" sz="1700" dirty="0" err="1"/>
              <a:t>psikologis</a:t>
            </a:r>
            <a:r>
              <a:rPr lang="en-ID" sz="1700" dirty="0"/>
              <a:t> yang </a:t>
            </a:r>
            <a:r>
              <a:rPr lang="en-ID" sz="1700" dirty="0" err="1"/>
              <a:t>dirasakan</a:t>
            </a:r>
            <a:r>
              <a:rPr lang="en-ID" sz="1700" dirty="0"/>
              <a:t>. </a:t>
            </a:r>
          </a:p>
          <a:p>
            <a:r>
              <a:rPr lang="en-ID" sz="1700" b="1" dirty="0"/>
              <a:t>Risiko </a:t>
            </a:r>
            <a:r>
              <a:rPr lang="en-ID" sz="1700" b="1" dirty="0" err="1"/>
              <a:t>gangguan</a:t>
            </a:r>
            <a:r>
              <a:rPr lang="en-ID" sz="1700" b="1" dirty="0"/>
              <a:t> </a:t>
            </a:r>
            <a:r>
              <a:rPr lang="en-ID" sz="1700" b="1" dirty="0" err="1"/>
              <a:t>kesehatan</a:t>
            </a:r>
            <a:r>
              <a:rPr lang="en-ID" sz="1700" b="1" dirty="0"/>
              <a:t> mental. </a:t>
            </a:r>
            <a:r>
              <a:rPr lang="en-ID" sz="1700" dirty="0"/>
              <a:t>Bila </a:t>
            </a:r>
            <a:r>
              <a:rPr lang="en-ID" sz="1700" dirty="0" err="1"/>
              <a:t>tekanan</a:t>
            </a:r>
            <a:r>
              <a:rPr lang="en-ID" sz="1700" dirty="0"/>
              <a:t> </a:t>
            </a:r>
            <a:r>
              <a:rPr lang="en-ID" sz="1700" dirty="0" err="1"/>
              <a:t>emosional</a:t>
            </a:r>
            <a:r>
              <a:rPr lang="en-ID" sz="1700" dirty="0"/>
              <a:t> </a:t>
            </a:r>
            <a:r>
              <a:rPr lang="en-ID" sz="1700" dirty="0" err="1"/>
              <a:t>tidak</a:t>
            </a:r>
            <a:r>
              <a:rPr lang="en-ID" sz="1700" dirty="0"/>
              <a:t> </a:t>
            </a:r>
            <a:r>
              <a:rPr lang="en-ID" sz="1700" dirty="0" err="1"/>
              <a:t>tertangani</a:t>
            </a:r>
            <a:r>
              <a:rPr lang="en-ID" sz="1700" dirty="0"/>
              <a:t>, </a:t>
            </a:r>
            <a:r>
              <a:rPr lang="en-ID" sz="1700" dirty="0" err="1"/>
              <a:t>kondisi</a:t>
            </a:r>
            <a:r>
              <a:rPr lang="en-ID" sz="1700" dirty="0"/>
              <a:t> </a:t>
            </a:r>
            <a:r>
              <a:rPr lang="en-ID" sz="1700" dirty="0" err="1"/>
              <a:t>tersebut</a:t>
            </a:r>
            <a:r>
              <a:rPr lang="en-ID" sz="1700" dirty="0"/>
              <a:t> </a:t>
            </a:r>
            <a:r>
              <a:rPr lang="en-ID" sz="1700" dirty="0" err="1"/>
              <a:t>dapat</a:t>
            </a:r>
            <a:r>
              <a:rPr lang="en-ID" sz="1700" dirty="0"/>
              <a:t> </a:t>
            </a:r>
            <a:r>
              <a:rPr lang="en-ID" sz="1700" dirty="0" err="1"/>
              <a:t>berkembang</a:t>
            </a:r>
            <a:r>
              <a:rPr lang="en-ID" sz="1700" dirty="0"/>
              <a:t> </a:t>
            </a:r>
            <a:r>
              <a:rPr lang="en-ID" sz="1700" dirty="0" err="1"/>
              <a:t>menjadi</a:t>
            </a:r>
            <a:r>
              <a:rPr lang="en-ID" sz="1700" dirty="0"/>
              <a:t> </a:t>
            </a:r>
            <a:r>
              <a:rPr lang="en-ID" sz="1700" dirty="0" err="1"/>
              <a:t>depresi</a:t>
            </a:r>
            <a:r>
              <a:rPr lang="en-ID" sz="1700" dirty="0"/>
              <a:t>, </a:t>
            </a:r>
            <a:r>
              <a:rPr lang="en-ID" sz="1700" dirty="0" err="1"/>
              <a:t>gangguan</a:t>
            </a:r>
            <a:r>
              <a:rPr lang="en-ID" sz="1700" dirty="0"/>
              <a:t> </a:t>
            </a:r>
            <a:r>
              <a:rPr lang="en-ID" sz="1700" dirty="0" err="1"/>
              <a:t>kecemasan</a:t>
            </a:r>
            <a:r>
              <a:rPr lang="en-ID" sz="1700" dirty="0"/>
              <a:t>, </a:t>
            </a:r>
            <a:r>
              <a:rPr lang="en-ID" sz="1700" dirty="0" err="1"/>
              <a:t>bahkan</a:t>
            </a:r>
            <a:r>
              <a:rPr lang="en-ID" sz="1700" dirty="0"/>
              <a:t> </a:t>
            </a:r>
            <a:r>
              <a:rPr lang="en-ID" sz="1700" dirty="0" err="1"/>
              <a:t>pikiran</a:t>
            </a:r>
            <a:r>
              <a:rPr lang="en-ID" sz="1700" dirty="0"/>
              <a:t> </a:t>
            </a:r>
            <a:r>
              <a:rPr lang="en-ID" sz="1700" dirty="0" err="1"/>
              <a:t>untuk</a:t>
            </a:r>
            <a:r>
              <a:rPr lang="en-ID" sz="1700" dirty="0"/>
              <a:t> </a:t>
            </a:r>
            <a:r>
              <a:rPr lang="en-ID" sz="1700" dirty="0" err="1"/>
              <a:t>menyakiti</a:t>
            </a:r>
            <a:r>
              <a:rPr lang="en-ID" sz="1700" dirty="0"/>
              <a:t> </a:t>
            </a:r>
            <a:r>
              <a:rPr lang="en-ID" sz="1700" dirty="0" err="1"/>
              <a:t>diri</a:t>
            </a:r>
            <a:r>
              <a:rPr lang="en-ID" sz="1700" dirty="0"/>
              <a:t>. Risiko </a:t>
            </a:r>
            <a:r>
              <a:rPr lang="en-ID" sz="1700" dirty="0" err="1"/>
              <a:t>ini</a:t>
            </a:r>
            <a:r>
              <a:rPr lang="en-ID" sz="1700" dirty="0"/>
              <a:t> </a:t>
            </a:r>
            <a:r>
              <a:rPr lang="en-ID" sz="1700" dirty="0" err="1"/>
              <a:t>meningkat</a:t>
            </a:r>
            <a:r>
              <a:rPr lang="en-ID" sz="1700" dirty="0"/>
              <a:t> pada </a:t>
            </a:r>
            <a:r>
              <a:rPr lang="en-ID" sz="1700" dirty="0" err="1"/>
              <a:t>perempuan</a:t>
            </a:r>
            <a:r>
              <a:rPr lang="en-ID" sz="1700" dirty="0"/>
              <a:t> yang </a:t>
            </a:r>
            <a:r>
              <a:rPr lang="en-ID" sz="1700" dirty="0" err="1"/>
              <a:t>mengalami</a:t>
            </a:r>
            <a:r>
              <a:rPr lang="en-ID" sz="1700" dirty="0"/>
              <a:t> </a:t>
            </a:r>
            <a:r>
              <a:rPr lang="en-ID" sz="1700" dirty="0" err="1"/>
              <a:t>kekerasan</a:t>
            </a:r>
            <a:r>
              <a:rPr lang="en-ID" sz="1700" dirty="0"/>
              <a:t>, </a:t>
            </a:r>
            <a:r>
              <a:rPr lang="en-ID" sz="1700" dirty="0" err="1"/>
              <a:t>penolakan</a:t>
            </a:r>
            <a:r>
              <a:rPr lang="en-ID" sz="1700" dirty="0"/>
              <a:t> </a:t>
            </a:r>
            <a:r>
              <a:rPr lang="en-ID" sz="1700" dirty="0" err="1"/>
              <a:t>keluarga</a:t>
            </a:r>
            <a:r>
              <a:rPr lang="en-ID" sz="1700" dirty="0"/>
              <a:t>, </a:t>
            </a:r>
            <a:r>
              <a:rPr lang="en-ID" sz="1700" dirty="0" err="1"/>
              <a:t>atau</a:t>
            </a:r>
            <a:r>
              <a:rPr lang="en-ID" sz="1700" dirty="0"/>
              <a:t> </a:t>
            </a:r>
            <a:r>
              <a:rPr lang="en-ID" sz="1700" dirty="0" err="1"/>
              <a:t>isolasi</a:t>
            </a:r>
            <a:r>
              <a:rPr lang="en-ID" sz="1700" dirty="0"/>
              <a:t> </a:t>
            </a:r>
            <a:r>
              <a:rPr lang="en-ID" sz="1700" dirty="0" err="1"/>
              <a:t>sosial</a:t>
            </a:r>
            <a:r>
              <a:rPr lang="en-ID" sz="1700" dirty="0"/>
              <a:t>. Oleh </a:t>
            </a:r>
            <a:r>
              <a:rPr lang="en-ID" sz="1700" dirty="0" err="1"/>
              <a:t>karena</a:t>
            </a:r>
            <a:r>
              <a:rPr lang="en-ID" sz="1700" dirty="0"/>
              <a:t> </a:t>
            </a:r>
            <a:r>
              <a:rPr lang="en-ID" sz="1700" dirty="0" err="1"/>
              <a:t>itu</a:t>
            </a:r>
            <a:r>
              <a:rPr lang="en-ID" sz="1700" dirty="0"/>
              <a:t>, </a:t>
            </a:r>
            <a:r>
              <a:rPr lang="en-ID" sz="1700" dirty="0" err="1"/>
              <a:t>dukungan</a:t>
            </a:r>
            <a:r>
              <a:rPr lang="en-ID" sz="1700" dirty="0"/>
              <a:t> </a:t>
            </a:r>
            <a:r>
              <a:rPr lang="en-ID" sz="1700" dirty="0" err="1"/>
              <a:t>psikologis</a:t>
            </a:r>
            <a:r>
              <a:rPr lang="en-ID" sz="1700" dirty="0"/>
              <a:t> </a:t>
            </a:r>
            <a:r>
              <a:rPr lang="en-ID" sz="1700" dirty="0" err="1"/>
              <a:t>harus</a:t>
            </a:r>
            <a:r>
              <a:rPr lang="en-ID" sz="1700" dirty="0"/>
              <a:t> </a:t>
            </a:r>
            <a:r>
              <a:rPr lang="en-ID" sz="1700" dirty="0" err="1"/>
              <a:t>menjadi</a:t>
            </a:r>
            <a:r>
              <a:rPr lang="en-ID" sz="1700" dirty="0"/>
              <a:t> </a:t>
            </a:r>
            <a:r>
              <a:rPr lang="en-ID" sz="1700" dirty="0" err="1"/>
              <a:t>bagian</a:t>
            </a:r>
            <a:r>
              <a:rPr lang="en-ID" sz="1700" dirty="0"/>
              <a:t> </a:t>
            </a:r>
            <a:r>
              <a:rPr lang="en-ID" sz="1700" dirty="0" err="1"/>
              <a:t>dari</a:t>
            </a:r>
            <a:r>
              <a:rPr lang="en-ID" sz="1700" dirty="0"/>
              <a:t> </a:t>
            </a:r>
            <a:r>
              <a:rPr lang="en-ID" sz="1700" dirty="0" err="1"/>
              <a:t>penanganan</a:t>
            </a:r>
            <a:r>
              <a:rPr lang="en-ID" sz="17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8659290" cy="1400530"/>
          </a:xfrm>
        </p:spPr>
        <p:txBody>
          <a:bodyPr/>
          <a:lstStyle/>
          <a:p>
            <a:r>
              <a:rPr lang="en-ID" b="1" dirty="0" err="1"/>
              <a:t>Dampak</a:t>
            </a:r>
            <a:r>
              <a:rPr lang="en-ID" b="1" dirty="0"/>
              <a:t> Sosial dan Stigma</a:t>
            </a:r>
            <a:endParaRPr b="1" dirty="0"/>
          </a:p>
        </p:txBody>
      </p:sp>
      <p:sp>
        <p:nvSpPr>
          <p:cNvPr id="3" name="Content Placeholder 2"/>
          <p:cNvSpPr>
            <a:spLocks noGrp="1"/>
          </p:cNvSpPr>
          <p:nvPr>
            <p:ph idx="1"/>
          </p:nvPr>
        </p:nvSpPr>
        <p:spPr>
          <a:xfrm>
            <a:off x="237744" y="1673352"/>
            <a:ext cx="8229600" cy="5519928"/>
          </a:xfrm>
        </p:spPr>
        <p:txBody>
          <a:bodyPr>
            <a:noAutofit/>
          </a:bodyPr>
          <a:lstStyle/>
          <a:p>
            <a:r>
              <a:rPr lang="en-ID" sz="1700" b="1" dirty="0" err="1"/>
              <a:t>Penolakan</a:t>
            </a:r>
            <a:r>
              <a:rPr lang="en-ID" sz="1700" b="1" dirty="0"/>
              <a:t> </a:t>
            </a:r>
            <a:r>
              <a:rPr lang="en-ID" sz="1700" b="1" dirty="0" err="1"/>
              <a:t>sosial</a:t>
            </a:r>
            <a:r>
              <a:rPr lang="en-ID" sz="1700" b="1" dirty="0"/>
              <a:t>. </a:t>
            </a:r>
            <a:r>
              <a:rPr lang="en-ID" sz="1700" dirty="0"/>
              <a:t>Perempuan yang </a:t>
            </a:r>
            <a:r>
              <a:rPr lang="en-ID" sz="1700" dirty="0" err="1"/>
              <a:t>mengalami</a:t>
            </a:r>
            <a:r>
              <a:rPr lang="en-ID" sz="1700" dirty="0"/>
              <a:t> </a:t>
            </a:r>
            <a:r>
              <a:rPr lang="en-ID" sz="1700" dirty="0" err="1"/>
              <a:t>kehamilan</a:t>
            </a:r>
            <a:r>
              <a:rPr lang="en-ID" sz="1700" dirty="0"/>
              <a:t> </a:t>
            </a:r>
            <a:r>
              <a:rPr lang="en-ID" sz="1700" dirty="0" err="1"/>
              <a:t>tidak</a:t>
            </a:r>
            <a:r>
              <a:rPr lang="en-ID" sz="1700" dirty="0"/>
              <a:t> </a:t>
            </a:r>
            <a:r>
              <a:rPr lang="en-ID" sz="1700" dirty="0" err="1"/>
              <a:t>diinginkan</a:t>
            </a:r>
            <a:r>
              <a:rPr lang="en-ID" sz="1700" dirty="0"/>
              <a:t> </a:t>
            </a:r>
            <a:r>
              <a:rPr lang="en-ID" sz="1700" dirty="0" err="1"/>
              <a:t>dapat</a:t>
            </a:r>
            <a:r>
              <a:rPr lang="en-ID" sz="1700" dirty="0"/>
              <a:t> </a:t>
            </a:r>
            <a:r>
              <a:rPr lang="en-ID" sz="1700" dirty="0" err="1"/>
              <a:t>menghadapi</a:t>
            </a:r>
            <a:r>
              <a:rPr lang="en-ID" sz="1700" dirty="0"/>
              <a:t> </a:t>
            </a:r>
            <a:r>
              <a:rPr lang="en-ID" sz="1700" dirty="0" err="1"/>
              <a:t>penolakan</a:t>
            </a:r>
            <a:r>
              <a:rPr lang="en-ID" sz="1700" dirty="0"/>
              <a:t> </a:t>
            </a:r>
            <a:r>
              <a:rPr lang="en-ID" sz="1700" dirty="0" err="1"/>
              <a:t>dari</a:t>
            </a:r>
            <a:r>
              <a:rPr lang="en-ID" sz="1700" dirty="0"/>
              <a:t> </a:t>
            </a:r>
            <a:r>
              <a:rPr lang="en-ID" sz="1700" dirty="0" err="1"/>
              <a:t>keluarga</a:t>
            </a:r>
            <a:r>
              <a:rPr lang="en-ID" sz="1700" dirty="0"/>
              <a:t>, </a:t>
            </a:r>
            <a:r>
              <a:rPr lang="en-ID" sz="1700" dirty="0" err="1"/>
              <a:t>pasangan</a:t>
            </a:r>
            <a:r>
              <a:rPr lang="en-ID" sz="1700" dirty="0"/>
              <a:t>, </a:t>
            </a:r>
            <a:r>
              <a:rPr lang="en-ID" sz="1700" dirty="0" err="1"/>
              <a:t>sekolah</a:t>
            </a:r>
            <a:r>
              <a:rPr lang="en-ID" sz="1700" dirty="0"/>
              <a:t>, </a:t>
            </a:r>
            <a:r>
              <a:rPr lang="en-ID" sz="1700" dirty="0" err="1"/>
              <a:t>atau</a:t>
            </a:r>
            <a:r>
              <a:rPr lang="en-ID" sz="1700" dirty="0"/>
              <a:t> </a:t>
            </a:r>
            <a:r>
              <a:rPr lang="en-ID" sz="1700" dirty="0" err="1"/>
              <a:t>komunitas</a:t>
            </a:r>
            <a:r>
              <a:rPr lang="en-ID" sz="1700" dirty="0"/>
              <a:t>. </a:t>
            </a:r>
            <a:r>
              <a:rPr lang="en-ID" sz="1700" dirty="0" err="1"/>
              <a:t>Penolakan</a:t>
            </a:r>
            <a:r>
              <a:rPr lang="en-ID" sz="1700" dirty="0"/>
              <a:t> </a:t>
            </a:r>
            <a:r>
              <a:rPr lang="en-ID" sz="1700" dirty="0" err="1"/>
              <a:t>ini</a:t>
            </a:r>
            <a:r>
              <a:rPr lang="en-ID" sz="1700" dirty="0"/>
              <a:t> </a:t>
            </a:r>
            <a:r>
              <a:rPr lang="en-ID" sz="1700" dirty="0" err="1"/>
              <a:t>menimbulkan</a:t>
            </a:r>
            <a:r>
              <a:rPr lang="en-ID" sz="1700" dirty="0"/>
              <a:t> rasa </a:t>
            </a:r>
            <a:r>
              <a:rPr lang="en-ID" sz="1700" dirty="0" err="1"/>
              <a:t>kehilangan</a:t>
            </a:r>
            <a:r>
              <a:rPr lang="en-ID" sz="1700" dirty="0"/>
              <a:t> </a:t>
            </a:r>
            <a:r>
              <a:rPr lang="en-ID" sz="1700" dirty="0" err="1"/>
              <a:t>tempat</a:t>
            </a:r>
            <a:r>
              <a:rPr lang="en-ID" sz="1700" dirty="0"/>
              <a:t> </a:t>
            </a:r>
            <a:r>
              <a:rPr lang="en-ID" sz="1700" dirty="0" err="1"/>
              <a:t>aman</a:t>
            </a:r>
            <a:r>
              <a:rPr lang="en-ID" sz="1700" dirty="0"/>
              <a:t> dan </a:t>
            </a:r>
            <a:r>
              <a:rPr lang="en-ID" sz="1700" dirty="0" err="1"/>
              <a:t>meningkatkan</a:t>
            </a:r>
            <a:r>
              <a:rPr lang="en-ID" sz="1700" dirty="0"/>
              <a:t> </a:t>
            </a:r>
            <a:r>
              <a:rPr lang="en-ID" sz="1700" dirty="0" err="1"/>
              <a:t>kerentanan</a:t>
            </a:r>
            <a:r>
              <a:rPr lang="en-ID" sz="1700" dirty="0"/>
              <a:t> </a:t>
            </a:r>
            <a:r>
              <a:rPr lang="en-ID" sz="1700" dirty="0" err="1"/>
              <a:t>sosial</a:t>
            </a:r>
            <a:r>
              <a:rPr lang="en-ID" sz="1700" dirty="0"/>
              <a:t>. </a:t>
            </a:r>
          </a:p>
          <a:p>
            <a:r>
              <a:rPr lang="en-ID" sz="1700" b="1" dirty="0"/>
              <a:t>Label </a:t>
            </a:r>
            <a:r>
              <a:rPr lang="en-ID" sz="1700" b="1" dirty="0" err="1"/>
              <a:t>negatif</a:t>
            </a:r>
            <a:r>
              <a:rPr lang="en-ID" sz="1700" b="1" dirty="0"/>
              <a:t> </a:t>
            </a:r>
            <a:r>
              <a:rPr lang="en-ID" sz="1700" b="1" dirty="0" err="1"/>
              <a:t>terhadap</a:t>
            </a:r>
            <a:r>
              <a:rPr lang="en-ID" sz="1700" b="1" dirty="0"/>
              <a:t> Perempuan. </a:t>
            </a:r>
            <a:r>
              <a:rPr lang="en-ID" sz="1700" dirty="0"/>
              <a:t>Stigma </a:t>
            </a:r>
            <a:r>
              <a:rPr lang="en-ID" sz="1700" dirty="0" err="1"/>
              <a:t>sering</a:t>
            </a:r>
            <a:r>
              <a:rPr lang="en-ID" sz="1700" dirty="0"/>
              <a:t> kali </a:t>
            </a:r>
            <a:r>
              <a:rPr lang="en-ID" sz="1700" dirty="0" err="1"/>
              <a:t>lebih</a:t>
            </a:r>
            <a:r>
              <a:rPr lang="en-ID" sz="1700" dirty="0"/>
              <a:t> </a:t>
            </a:r>
            <a:r>
              <a:rPr lang="en-ID" sz="1700" dirty="0" err="1"/>
              <a:t>banyak</a:t>
            </a:r>
            <a:r>
              <a:rPr lang="en-ID" sz="1700" dirty="0"/>
              <a:t> </a:t>
            </a:r>
            <a:r>
              <a:rPr lang="en-ID" sz="1700" dirty="0" err="1"/>
              <a:t>ditujukan</a:t>
            </a:r>
            <a:r>
              <a:rPr lang="en-ID" sz="1700" dirty="0"/>
              <a:t> </a:t>
            </a:r>
            <a:r>
              <a:rPr lang="en-ID" sz="1700" dirty="0" err="1"/>
              <a:t>kepada</a:t>
            </a:r>
            <a:r>
              <a:rPr lang="en-ID" sz="1700" dirty="0"/>
              <a:t> </a:t>
            </a:r>
            <a:r>
              <a:rPr lang="en-ID" sz="1700" dirty="0" err="1"/>
              <a:t>perempuan</a:t>
            </a:r>
            <a:r>
              <a:rPr lang="en-ID" sz="1700" dirty="0"/>
              <a:t> </a:t>
            </a:r>
            <a:r>
              <a:rPr lang="en-ID" sz="1700" dirty="0" err="1"/>
              <a:t>dibanding</a:t>
            </a:r>
            <a:r>
              <a:rPr lang="en-ID" sz="1700" dirty="0"/>
              <a:t> </a:t>
            </a:r>
            <a:r>
              <a:rPr lang="en-ID" sz="1700" dirty="0" err="1"/>
              <a:t>laki-laki</a:t>
            </a:r>
            <a:r>
              <a:rPr lang="en-ID" sz="1700" dirty="0"/>
              <a:t>, </a:t>
            </a:r>
            <a:r>
              <a:rPr lang="en-ID" sz="1700" dirty="0" err="1"/>
              <a:t>sehingga</a:t>
            </a:r>
            <a:r>
              <a:rPr lang="en-ID" sz="1700" dirty="0"/>
              <a:t> </a:t>
            </a:r>
            <a:r>
              <a:rPr lang="en-ID" sz="1700" dirty="0" err="1"/>
              <a:t>muncul</a:t>
            </a:r>
            <a:r>
              <a:rPr lang="en-ID" sz="1700" dirty="0"/>
              <a:t> </a:t>
            </a:r>
            <a:r>
              <a:rPr lang="en-ID" sz="1700" dirty="0" err="1"/>
              <a:t>ketidakadilan</a:t>
            </a:r>
            <a:r>
              <a:rPr lang="en-ID" sz="1700" dirty="0"/>
              <a:t> gender yang </a:t>
            </a:r>
            <a:r>
              <a:rPr lang="en-ID" sz="1700" dirty="0" err="1"/>
              <a:t>nyata</a:t>
            </a:r>
            <a:r>
              <a:rPr lang="en-ID" sz="1700" dirty="0"/>
              <a:t>. Perempuan </a:t>
            </a:r>
            <a:r>
              <a:rPr lang="en-ID" sz="1700" dirty="0" err="1"/>
              <a:t>diberi</a:t>
            </a:r>
            <a:r>
              <a:rPr lang="en-ID" sz="1700" dirty="0"/>
              <a:t> label </a:t>
            </a:r>
            <a:r>
              <a:rPr lang="en-ID" sz="1700" dirty="0" err="1"/>
              <a:t>sebagai</a:t>
            </a:r>
            <a:r>
              <a:rPr lang="en-ID" sz="1700" dirty="0"/>
              <a:t> </a:t>
            </a:r>
            <a:r>
              <a:rPr lang="en-ID" sz="1700" dirty="0" err="1"/>
              <a:t>tidak</a:t>
            </a:r>
            <a:r>
              <a:rPr lang="en-ID" sz="1700" dirty="0"/>
              <a:t> </a:t>
            </a:r>
            <a:r>
              <a:rPr lang="en-ID" sz="1700" dirty="0" err="1"/>
              <a:t>bermoral</a:t>
            </a:r>
            <a:r>
              <a:rPr lang="en-ID" sz="1700" dirty="0"/>
              <a:t>, </a:t>
            </a:r>
            <a:r>
              <a:rPr lang="en-ID" sz="1700" dirty="0" err="1"/>
              <a:t>ceroboh</a:t>
            </a:r>
            <a:r>
              <a:rPr lang="en-ID" sz="1700" dirty="0"/>
              <a:t>, </a:t>
            </a:r>
            <a:r>
              <a:rPr lang="en-ID" sz="1700" dirty="0" err="1"/>
              <a:t>atau</a:t>
            </a:r>
            <a:r>
              <a:rPr lang="en-ID" sz="1700" dirty="0"/>
              <a:t> </a:t>
            </a:r>
            <a:r>
              <a:rPr lang="en-ID" sz="1700" dirty="0" err="1"/>
              <a:t>memalukan</a:t>
            </a:r>
            <a:r>
              <a:rPr lang="en-ID" sz="1700" dirty="0"/>
              <a:t> </a:t>
            </a:r>
            <a:r>
              <a:rPr lang="en-ID" sz="1700" dirty="0" err="1"/>
              <a:t>bagi</a:t>
            </a:r>
            <a:r>
              <a:rPr lang="en-ID" sz="1700" dirty="0"/>
              <a:t> </a:t>
            </a:r>
            <a:r>
              <a:rPr lang="en-ID" sz="1700" dirty="0" err="1"/>
              <a:t>keluarga</a:t>
            </a:r>
            <a:r>
              <a:rPr lang="en-ID" sz="1700" dirty="0"/>
              <a:t>. </a:t>
            </a:r>
          </a:p>
          <a:p>
            <a:r>
              <a:rPr lang="en-ID" sz="1700" b="1" dirty="0" err="1"/>
              <a:t>Isolasi</a:t>
            </a:r>
            <a:r>
              <a:rPr lang="en-ID" sz="1700" b="1" dirty="0"/>
              <a:t> </a:t>
            </a:r>
            <a:r>
              <a:rPr lang="en-ID" sz="1700" b="1" dirty="0" err="1"/>
              <a:t>dari</a:t>
            </a:r>
            <a:r>
              <a:rPr lang="en-ID" sz="1700" b="1" dirty="0"/>
              <a:t> </a:t>
            </a:r>
            <a:r>
              <a:rPr lang="en-ID" sz="1700" b="1" dirty="0" err="1"/>
              <a:t>lingkungan</a:t>
            </a:r>
            <a:r>
              <a:rPr lang="en-ID" sz="1700" b="1" dirty="0"/>
              <a:t>. </a:t>
            </a:r>
            <a:r>
              <a:rPr lang="en-ID" sz="1700" dirty="0"/>
              <a:t>Karena </a:t>
            </a:r>
            <a:r>
              <a:rPr lang="en-ID" sz="1700" dirty="0" err="1"/>
              <a:t>takut</a:t>
            </a:r>
            <a:r>
              <a:rPr lang="en-ID" sz="1700" dirty="0"/>
              <a:t> </a:t>
            </a:r>
            <a:r>
              <a:rPr lang="en-ID" sz="1700" dirty="0" err="1"/>
              <a:t>dinilai</a:t>
            </a:r>
            <a:r>
              <a:rPr lang="en-ID" sz="1700" dirty="0"/>
              <a:t>, </a:t>
            </a:r>
            <a:r>
              <a:rPr lang="en-ID" sz="1700" dirty="0" err="1"/>
              <a:t>banyak</a:t>
            </a:r>
            <a:r>
              <a:rPr lang="en-ID" sz="1700" dirty="0"/>
              <a:t> </a:t>
            </a:r>
            <a:r>
              <a:rPr lang="en-ID" sz="1700" dirty="0" err="1"/>
              <a:t>perempuan</a:t>
            </a:r>
            <a:r>
              <a:rPr lang="en-ID" sz="1700" dirty="0"/>
              <a:t> </a:t>
            </a:r>
            <a:r>
              <a:rPr lang="en-ID" sz="1700" dirty="0" err="1"/>
              <a:t>memilih</a:t>
            </a:r>
            <a:r>
              <a:rPr lang="en-ID" sz="1700" dirty="0"/>
              <a:t> </a:t>
            </a:r>
            <a:r>
              <a:rPr lang="en-ID" sz="1700" dirty="0" err="1"/>
              <a:t>menarik</a:t>
            </a:r>
            <a:r>
              <a:rPr lang="en-ID" sz="1700" dirty="0"/>
              <a:t> </a:t>
            </a:r>
            <a:r>
              <a:rPr lang="en-ID" sz="1700" dirty="0" err="1"/>
              <a:t>diri</a:t>
            </a:r>
            <a:r>
              <a:rPr lang="en-ID" sz="1700" dirty="0"/>
              <a:t> </a:t>
            </a:r>
            <a:r>
              <a:rPr lang="en-ID" sz="1700" dirty="0" err="1"/>
              <a:t>dari</a:t>
            </a:r>
            <a:r>
              <a:rPr lang="en-ID" sz="1700" dirty="0"/>
              <a:t> </a:t>
            </a:r>
            <a:r>
              <a:rPr lang="en-ID" sz="1700" dirty="0" err="1"/>
              <a:t>pergaulan</a:t>
            </a:r>
            <a:r>
              <a:rPr lang="en-ID" sz="1700" dirty="0"/>
              <a:t> </a:t>
            </a:r>
            <a:r>
              <a:rPr lang="en-ID" sz="1700" dirty="0" err="1"/>
              <a:t>atau</a:t>
            </a:r>
            <a:r>
              <a:rPr lang="en-ID" sz="1700" dirty="0"/>
              <a:t> </a:t>
            </a:r>
            <a:r>
              <a:rPr lang="en-ID" sz="1700" dirty="0" err="1"/>
              <a:t>menyembunyikan</a:t>
            </a:r>
            <a:r>
              <a:rPr lang="en-ID" sz="1700" dirty="0"/>
              <a:t> </a:t>
            </a:r>
            <a:r>
              <a:rPr lang="en-ID" sz="1700" dirty="0" err="1"/>
              <a:t>kehamilannya</a:t>
            </a:r>
            <a:r>
              <a:rPr lang="en-ID" sz="1700" dirty="0"/>
              <a:t>. </a:t>
            </a:r>
            <a:r>
              <a:rPr lang="en-ID" sz="1700" dirty="0" err="1"/>
              <a:t>Isolasi</a:t>
            </a:r>
            <a:r>
              <a:rPr lang="en-ID" sz="1700" dirty="0"/>
              <a:t> </a:t>
            </a:r>
            <a:r>
              <a:rPr lang="en-ID" sz="1700" dirty="0" err="1"/>
              <a:t>sosial</a:t>
            </a:r>
            <a:r>
              <a:rPr lang="en-ID" sz="1700" dirty="0"/>
              <a:t> </a:t>
            </a:r>
            <a:r>
              <a:rPr lang="en-ID" sz="1700" dirty="0" err="1"/>
              <a:t>ini</a:t>
            </a:r>
            <a:r>
              <a:rPr lang="en-ID" sz="1700" dirty="0"/>
              <a:t> </a:t>
            </a:r>
            <a:r>
              <a:rPr lang="en-ID" sz="1700" dirty="0" err="1"/>
              <a:t>dapat</a:t>
            </a:r>
            <a:r>
              <a:rPr lang="en-ID" sz="1700" dirty="0"/>
              <a:t> </a:t>
            </a:r>
            <a:r>
              <a:rPr lang="en-ID" sz="1700" dirty="0" err="1"/>
              <a:t>menghambat</a:t>
            </a:r>
            <a:r>
              <a:rPr lang="en-ID" sz="1700" dirty="0"/>
              <a:t> </a:t>
            </a:r>
            <a:r>
              <a:rPr lang="en-ID" sz="1700" dirty="0" err="1"/>
              <a:t>akses</a:t>
            </a:r>
            <a:r>
              <a:rPr lang="en-ID" sz="1700" dirty="0"/>
              <a:t> </a:t>
            </a:r>
            <a:r>
              <a:rPr lang="en-ID" sz="1700" dirty="0" err="1"/>
              <a:t>terhadap</a:t>
            </a:r>
            <a:r>
              <a:rPr lang="en-ID" sz="1700" dirty="0"/>
              <a:t> </a:t>
            </a:r>
            <a:r>
              <a:rPr lang="en-ID" sz="1700" dirty="0" err="1"/>
              <a:t>dukungan</a:t>
            </a:r>
            <a:r>
              <a:rPr lang="en-ID" sz="1700" dirty="0"/>
              <a:t> </a:t>
            </a:r>
            <a:r>
              <a:rPr lang="en-ID" sz="1700" dirty="0" err="1"/>
              <a:t>emosional</a:t>
            </a:r>
            <a:r>
              <a:rPr lang="en-ID" sz="1700" dirty="0"/>
              <a:t> dan </a:t>
            </a:r>
            <a:r>
              <a:rPr lang="en-ID" sz="1700" dirty="0" err="1"/>
              <a:t>informasi</a:t>
            </a:r>
            <a:r>
              <a:rPr lang="en-ID" sz="1700" dirty="0"/>
              <a:t> </a:t>
            </a:r>
            <a:r>
              <a:rPr lang="en-ID" sz="1700" dirty="0" err="1"/>
              <a:t>kesehatan</a:t>
            </a:r>
            <a:r>
              <a:rPr lang="en-ID" sz="1700" dirty="0"/>
              <a:t>. </a:t>
            </a:r>
          </a:p>
          <a:p>
            <a:r>
              <a:rPr lang="en-ID" sz="1700" b="1" dirty="0" err="1"/>
              <a:t>Hambatan</a:t>
            </a:r>
            <a:r>
              <a:rPr lang="en-ID" sz="1700" b="1" dirty="0"/>
              <a:t> </a:t>
            </a:r>
            <a:r>
              <a:rPr lang="en-ID" sz="1700" b="1" dirty="0" err="1"/>
              <a:t>mengakses</a:t>
            </a:r>
            <a:r>
              <a:rPr lang="en-ID" sz="1700" b="1" dirty="0"/>
              <a:t> </a:t>
            </a:r>
            <a:r>
              <a:rPr lang="en-ID" sz="1700" b="1" dirty="0" err="1"/>
              <a:t>bantuan</a:t>
            </a:r>
            <a:r>
              <a:rPr lang="en-ID" sz="1700" b="1" dirty="0"/>
              <a:t>. </a:t>
            </a:r>
            <a:r>
              <a:rPr lang="en-ID" sz="1700" dirty="0"/>
              <a:t>Stigma </a:t>
            </a:r>
            <a:r>
              <a:rPr lang="en-ID" sz="1700" dirty="0" err="1"/>
              <a:t>menyebabkan</a:t>
            </a:r>
            <a:r>
              <a:rPr lang="en-ID" sz="1700" dirty="0"/>
              <a:t> </a:t>
            </a:r>
            <a:r>
              <a:rPr lang="en-ID" sz="1700" dirty="0" err="1"/>
              <a:t>perempuan</a:t>
            </a:r>
            <a:r>
              <a:rPr lang="en-ID" sz="1700" dirty="0"/>
              <a:t> </a:t>
            </a:r>
            <a:r>
              <a:rPr lang="en-ID" sz="1700" dirty="0" err="1"/>
              <a:t>enggan</a:t>
            </a:r>
            <a:r>
              <a:rPr lang="en-ID" sz="1700" dirty="0"/>
              <a:t> </a:t>
            </a:r>
            <a:r>
              <a:rPr lang="en-ID" sz="1700" dirty="0" err="1"/>
              <a:t>datang</a:t>
            </a:r>
            <a:r>
              <a:rPr lang="en-ID" sz="1700" dirty="0"/>
              <a:t> </a:t>
            </a:r>
            <a:r>
              <a:rPr lang="en-ID" sz="1700" dirty="0" err="1"/>
              <a:t>ke</a:t>
            </a:r>
            <a:r>
              <a:rPr lang="en-ID" sz="1700" dirty="0"/>
              <a:t> </a:t>
            </a:r>
            <a:r>
              <a:rPr lang="en-ID" sz="1700" dirty="0" err="1"/>
              <a:t>tenaga</a:t>
            </a:r>
            <a:r>
              <a:rPr lang="en-ID" sz="1700" dirty="0"/>
              <a:t> </a:t>
            </a:r>
            <a:r>
              <a:rPr lang="en-ID" sz="1700" dirty="0" err="1"/>
              <a:t>kesehatan</a:t>
            </a:r>
            <a:r>
              <a:rPr lang="en-ID" sz="1700" dirty="0"/>
              <a:t>, </a:t>
            </a:r>
            <a:r>
              <a:rPr lang="en-ID" sz="1700" dirty="0" err="1"/>
              <a:t>konselor</a:t>
            </a:r>
            <a:r>
              <a:rPr lang="en-ID" sz="1700" dirty="0"/>
              <a:t>, guru, </a:t>
            </a:r>
            <a:r>
              <a:rPr lang="en-ID" sz="1700" dirty="0" err="1"/>
              <a:t>atau</a:t>
            </a:r>
            <a:r>
              <a:rPr lang="en-ID" sz="1700" dirty="0"/>
              <a:t> </a:t>
            </a:r>
            <a:r>
              <a:rPr lang="en-ID" sz="1700" dirty="0" err="1"/>
              <a:t>lembaga</a:t>
            </a:r>
            <a:r>
              <a:rPr lang="en-ID" sz="1700" dirty="0"/>
              <a:t> </a:t>
            </a:r>
            <a:r>
              <a:rPr lang="en-ID" sz="1700" dirty="0" err="1"/>
              <a:t>sosial</a:t>
            </a:r>
            <a:r>
              <a:rPr lang="en-ID" sz="1700" dirty="0"/>
              <a:t>. </a:t>
            </a:r>
            <a:r>
              <a:rPr lang="en-ID" sz="1700" dirty="0" err="1"/>
              <a:t>Mereka</a:t>
            </a:r>
            <a:r>
              <a:rPr lang="en-ID" sz="1700" dirty="0"/>
              <a:t> </a:t>
            </a:r>
            <a:r>
              <a:rPr lang="en-ID" sz="1700" dirty="0" err="1"/>
              <a:t>takut</a:t>
            </a:r>
            <a:r>
              <a:rPr lang="en-ID" sz="1700" dirty="0"/>
              <a:t> </a:t>
            </a:r>
            <a:r>
              <a:rPr lang="en-ID" sz="1700" dirty="0" err="1"/>
              <a:t>identitasnya</a:t>
            </a:r>
            <a:r>
              <a:rPr lang="en-ID" sz="1700" dirty="0"/>
              <a:t> </a:t>
            </a:r>
            <a:r>
              <a:rPr lang="en-ID" sz="1700" dirty="0" err="1"/>
              <a:t>terbuka</a:t>
            </a:r>
            <a:r>
              <a:rPr lang="en-ID" sz="1700" dirty="0"/>
              <a:t> </a:t>
            </a:r>
            <a:r>
              <a:rPr lang="en-ID" sz="1700" dirty="0" err="1"/>
              <a:t>atau</a:t>
            </a:r>
            <a:r>
              <a:rPr lang="en-ID" sz="1700" dirty="0"/>
              <a:t> </a:t>
            </a:r>
            <a:r>
              <a:rPr lang="en-ID" sz="1700" dirty="0" err="1"/>
              <a:t>diperlakukan</a:t>
            </a:r>
            <a:r>
              <a:rPr lang="en-ID" sz="1700" dirty="0"/>
              <a:t> </a:t>
            </a:r>
            <a:r>
              <a:rPr lang="en-ID" sz="1700" dirty="0" err="1"/>
              <a:t>tidak</a:t>
            </a:r>
            <a:r>
              <a:rPr lang="en-ID" sz="1700" dirty="0"/>
              <a:t> </a:t>
            </a:r>
            <a:r>
              <a:rPr lang="en-ID" sz="1700" dirty="0" err="1"/>
              <a:t>hormat</a:t>
            </a:r>
            <a:r>
              <a:rPr lang="en-ID" sz="1700" dirty="0"/>
              <a:t>. </a:t>
            </a:r>
            <a:r>
              <a:rPr lang="en-ID" sz="1700" dirty="0" err="1"/>
              <a:t>Akibatnya</a:t>
            </a:r>
            <a:r>
              <a:rPr lang="en-ID" sz="1700" dirty="0"/>
              <a:t>, </a:t>
            </a:r>
            <a:r>
              <a:rPr lang="en-ID" sz="1700" dirty="0" err="1"/>
              <a:t>kebutuhan</a:t>
            </a:r>
            <a:r>
              <a:rPr lang="en-ID" sz="1700" dirty="0"/>
              <a:t> </a:t>
            </a:r>
            <a:r>
              <a:rPr lang="en-ID" sz="1700" dirty="0" err="1"/>
              <a:t>bantuan</a:t>
            </a:r>
            <a:r>
              <a:rPr lang="en-ID" sz="1700" dirty="0"/>
              <a:t> </a:t>
            </a:r>
            <a:r>
              <a:rPr lang="en-ID" sz="1700" dirty="0" err="1"/>
              <a:t>justru</a:t>
            </a:r>
            <a:r>
              <a:rPr lang="en-ID" sz="1700" dirty="0"/>
              <a:t> </a:t>
            </a:r>
            <a:r>
              <a:rPr lang="en-ID" sz="1700" dirty="0" err="1"/>
              <a:t>tidak</a:t>
            </a:r>
            <a:r>
              <a:rPr lang="en-ID" sz="1700" dirty="0"/>
              <a:t> </a:t>
            </a:r>
            <a:r>
              <a:rPr lang="en-ID" sz="1700" dirty="0" err="1"/>
              <a:t>terpenuhi</a:t>
            </a:r>
            <a:r>
              <a:rPr lang="en-ID" sz="1700" dirty="0"/>
              <a:t> pada </a:t>
            </a:r>
            <a:r>
              <a:rPr lang="en-ID" sz="1700" dirty="0" err="1"/>
              <a:t>saat</a:t>
            </a:r>
            <a:r>
              <a:rPr lang="en-ID" sz="1700" dirty="0"/>
              <a:t> paling </a:t>
            </a:r>
            <a:r>
              <a:rPr lang="en-ID" sz="1700" dirty="0" err="1"/>
              <a:t>dibutuhkan</a:t>
            </a:r>
            <a:r>
              <a:rPr lang="en-ID" sz="1700"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D" b="1" dirty="0" err="1"/>
              <a:t>Dampak</a:t>
            </a:r>
            <a:r>
              <a:rPr lang="en-ID" b="1" dirty="0"/>
              <a:t> Pendidikan dan Ekonomi</a:t>
            </a:r>
            <a:endParaRPr b="1" dirty="0"/>
          </a:p>
        </p:txBody>
      </p:sp>
      <p:sp>
        <p:nvSpPr>
          <p:cNvPr id="3" name="Content Placeholder 2"/>
          <p:cNvSpPr>
            <a:spLocks noGrp="1"/>
          </p:cNvSpPr>
          <p:nvPr>
            <p:ph idx="1"/>
          </p:nvPr>
        </p:nvSpPr>
        <p:spPr>
          <a:xfrm>
            <a:off x="249837" y="1596463"/>
            <a:ext cx="8490155" cy="5075903"/>
          </a:xfrm>
        </p:spPr>
        <p:txBody>
          <a:bodyPr>
            <a:noAutofit/>
          </a:bodyPr>
          <a:lstStyle/>
          <a:p>
            <a:pPr algn="just"/>
            <a:r>
              <a:rPr lang="en-ID" sz="1600" b="1" dirty="0" err="1"/>
              <a:t>Putus</a:t>
            </a:r>
            <a:r>
              <a:rPr lang="en-ID" sz="1600" b="1" dirty="0"/>
              <a:t> </a:t>
            </a:r>
            <a:r>
              <a:rPr lang="en-ID" sz="1600" b="1" dirty="0" err="1"/>
              <a:t>sekolah</a:t>
            </a:r>
            <a:r>
              <a:rPr lang="en-ID" sz="1600" b="1" dirty="0"/>
              <a:t> </a:t>
            </a:r>
            <a:r>
              <a:rPr lang="en-ID" sz="1600" b="1" dirty="0" err="1"/>
              <a:t>atau</a:t>
            </a:r>
            <a:r>
              <a:rPr lang="en-ID" sz="1600" b="1" dirty="0"/>
              <a:t> </a:t>
            </a:r>
            <a:r>
              <a:rPr lang="en-ID" sz="1600" b="1" dirty="0" err="1"/>
              <a:t>tertundanya</a:t>
            </a:r>
            <a:r>
              <a:rPr lang="en-ID" sz="1600" b="1" dirty="0"/>
              <a:t> </a:t>
            </a:r>
            <a:r>
              <a:rPr lang="en-ID" sz="1600" b="1" dirty="0" err="1"/>
              <a:t>studi</a:t>
            </a:r>
            <a:r>
              <a:rPr lang="en-ID" sz="1600" b="1" dirty="0"/>
              <a:t>. </a:t>
            </a:r>
            <a:r>
              <a:rPr lang="en-ID" sz="1600" dirty="0" err="1"/>
              <a:t>Kehamilan</a:t>
            </a:r>
            <a:r>
              <a:rPr lang="en-ID" sz="1600" dirty="0"/>
              <a:t> </a:t>
            </a:r>
            <a:r>
              <a:rPr lang="en-ID" sz="1600" dirty="0" err="1"/>
              <a:t>dapat</a:t>
            </a:r>
            <a:r>
              <a:rPr lang="en-ID" sz="1600" dirty="0"/>
              <a:t> </a:t>
            </a:r>
            <a:r>
              <a:rPr lang="en-ID" sz="1600" dirty="0" err="1"/>
              <a:t>membuat</a:t>
            </a:r>
            <a:r>
              <a:rPr lang="en-ID" sz="1600" dirty="0"/>
              <a:t> </a:t>
            </a:r>
            <a:r>
              <a:rPr lang="en-ID" sz="1600" dirty="0" err="1"/>
              <a:t>remaja</a:t>
            </a:r>
            <a:r>
              <a:rPr lang="en-ID" sz="1600" dirty="0"/>
              <a:t> </a:t>
            </a:r>
            <a:r>
              <a:rPr lang="en-ID" sz="1600" dirty="0" err="1"/>
              <a:t>atau</a:t>
            </a:r>
            <a:r>
              <a:rPr lang="en-ID" sz="1600" dirty="0"/>
              <a:t> </a:t>
            </a:r>
            <a:r>
              <a:rPr lang="en-ID" sz="1600" dirty="0" err="1"/>
              <a:t>mahasiswi</a:t>
            </a:r>
            <a:r>
              <a:rPr lang="en-ID" sz="1600" dirty="0"/>
              <a:t> </a:t>
            </a:r>
            <a:r>
              <a:rPr lang="en-ID" sz="1600" dirty="0" err="1"/>
              <a:t>kesulitan</a:t>
            </a:r>
            <a:r>
              <a:rPr lang="en-ID" sz="1600" dirty="0"/>
              <a:t> </a:t>
            </a:r>
            <a:r>
              <a:rPr lang="en-ID" sz="1600" dirty="0" err="1"/>
              <a:t>melanjutkan</a:t>
            </a:r>
            <a:r>
              <a:rPr lang="en-ID" sz="1600" dirty="0"/>
              <a:t> </a:t>
            </a:r>
            <a:r>
              <a:rPr lang="en-ID" sz="1600" dirty="0" err="1"/>
              <a:t>pendidikan</a:t>
            </a:r>
            <a:r>
              <a:rPr lang="en-ID" sz="1600" dirty="0"/>
              <a:t> </a:t>
            </a:r>
            <a:r>
              <a:rPr lang="en-ID" sz="1600" dirty="0" err="1"/>
              <a:t>karena</a:t>
            </a:r>
            <a:r>
              <a:rPr lang="en-ID" sz="1600" dirty="0"/>
              <a:t> </a:t>
            </a:r>
            <a:r>
              <a:rPr lang="en-ID" sz="1600" dirty="0" err="1"/>
              <a:t>tekanan</a:t>
            </a:r>
            <a:r>
              <a:rPr lang="en-ID" sz="1600" dirty="0"/>
              <a:t> </a:t>
            </a:r>
            <a:r>
              <a:rPr lang="en-ID" sz="1600" dirty="0" err="1"/>
              <a:t>sosial</a:t>
            </a:r>
            <a:r>
              <a:rPr lang="en-ID" sz="1600" dirty="0"/>
              <a:t>, </a:t>
            </a:r>
            <a:r>
              <a:rPr lang="en-ID" sz="1600" dirty="0" err="1"/>
              <a:t>perubahan</a:t>
            </a:r>
            <a:r>
              <a:rPr lang="en-ID" sz="1600" dirty="0"/>
              <a:t> </a:t>
            </a:r>
            <a:r>
              <a:rPr lang="en-ID" sz="1600" dirty="0" err="1"/>
              <a:t>fisik</a:t>
            </a:r>
            <a:r>
              <a:rPr lang="en-ID" sz="1600" dirty="0"/>
              <a:t>, </a:t>
            </a:r>
            <a:r>
              <a:rPr lang="en-ID" sz="1600" dirty="0" err="1"/>
              <a:t>atau</a:t>
            </a:r>
            <a:r>
              <a:rPr lang="en-ID" sz="1600" dirty="0"/>
              <a:t> </a:t>
            </a:r>
            <a:r>
              <a:rPr lang="en-ID" sz="1600" dirty="0" err="1"/>
              <a:t>keterbatasan</a:t>
            </a:r>
            <a:r>
              <a:rPr lang="en-ID" sz="1600" dirty="0"/>
              <a:t> </a:t>
            </a:r>
            <a:r>
              <a:rPr lang="en-ID" sz="1600" dirty="0" err="1"/>
              <a:t>dukungan</a:t>
            </a:r>
            <a:r>
              <a:rPr lang="en-ID" sz="1600" dirty="0"/>
              <a:t>. </a:t>
            </a:r>
            <a:r>
              <a:rPr lang="en-ID" sz="1600" dirty="0" err="1"/>
              <a:t>Beberapa</a:t>
            </a:r>
            <a:r>
              <a:rPr lang="en-ID" sz="1600" dirty="0"/>
              <a:t> </a:t>
            </a:r>
            <a:r>
              <a:rPr lang="en-ID" sz="1600" dirty="0" err="1"/>
              <a:t>bahkan</a:t>
            </a:r>
            <a:r>
              <a:rPr lang="en-ID" sz="1600" dirty="0"/>
              <a:t> </a:t>
            </a:r>
            <a:r>
              <a:rPr lang="en-ID" sz="1600" dirty="0" err="1"/>
              <a:t>memilih</a:t>
            </a:r>
            <a:r>
              <a:rPr lang="en-ID" sz="1600" dirty="0"/>
              <a:t> </a:t>
            </a:r>
            <a:r>
              <a:rPr lang="en-ID" sz="1600" dirty="0" err="1"/>
              <a:t>berhenti</a:t>
            </a:r>
            <a:r>
              <a:rPr lang="en-ID" sz="1600" dirty="0"/>
              <a:t> </a:t>
            </a:r>
            <a:r>
              <a:rPr lang="en-ID" sz="1600" dirty="0" err="1"/>
              <a:t>sekolah</a:t>
            </a:r>
            <a:r>
              <a:rPr lang="en-ID" sz="1600" dirty="0"/>
              <a:t> </a:t>
            </a:r>
            <a:r>
              <a:rPr lang="en-ID" sz="1600" dirty="0" err="1"/>
              <a:t>karena</a:t>
            </a:r>
            <a:r>
              <a:rPr lang="en-ID" sz="1600" dirty="0"/>
              <a:t> </a:t>
            </a:r>
            <a:r>
              <a:rPr lang="en-ID" sz="1600" dirty="0" err="1"/>
              <a:t>merasa</a:t>
            </a:r>
            <a:r>
              <a:rPr lang="en-ID" sz="1600" dirty="0"/>
              <a:t> </a:t>
            </a:r>
            <a:r>
              <a:rPr lang="en-ID" sz="1600" dirty="0" err="1"/>
              <a:t>malu</a:t>
            </a:r>
            <a:r>
              <a:rPr lang="en-ID" sz="1600" dirty="0"/>
              <a:t> </a:t>
            </a:r>
            <a:r>
              <a:rPr lang="en-ID" sz="1600" dirty="0" err="1"/>
              <a:t>atau</a:t>
            </a:r>
            <a:r>
              <a:rPr lang="en-ID" sz="1600" dirty="0"/>
              <a:t> </a:t>
            </a:r>
            <a:r>
              <a:rPr lang="en-ID" sz="1600" dirty="0" err="1"/>
              <a:t>tidak</a:t>
            </a:r>
            <a:r>
              <a:rPr lang="en-ID" sz="1600" dirty="0"/>
              <a:t> </a:t>
            </a:r>
            <a:r>
              <a:rPr lang="en-ID" sz="1600" dirty="0" err="1"/>
              <a:t>mampu</a:t>
            </a:r>
            <a:r>
              <a:rPr lang="en-ID" sz="1600" dirty="0"/>
              <a:t> </a:t>
            </a:r>
            <a:r>
              <a:rPr lang="en-ID" sz="1600" dirty="0" err="1"/>
              <a:t>membagi</a:t>
            </a:r>
            <a:r>
              <a:rPr lang="en-ID" sz="1600" dirty="0"/>
              <a:t> </a:t>
            </a:r>
            <a:r>
              <a:rPr lang="en-ID" sz="1600" dirty="0" err="1"/>
              <a:t>peran</a:t>
            </a:r>
            <a:r>
              <a:rPr lang="en-ID" sz="1600" dirty="0"/>
              <a:t>. </a:t>
            </a:r>
            <a:r>
              <a:rPr lang="en-ID" sz="1600" dirty="0" err="1"/>
              <a:t>Akibatnya</a:t>
            </a:r>
            <a:r>
              <a:rPr lang="en-ID" sz="1600" dirty="0"/>
              <a:t>, </a:t>
            </a:r>
            <a:r>
              <a:rPr lang="en-ID" sz="1600" dirty="0" err="1"/>
              <a:t>kesempatan</a:t>
            </a:r>
            <a:r>
              <a:rPr lang="en-ID" sz="1600" dirty="0"/>
              <a:t> </a:t>
            </a:r>
            <a:r>
              <a:rPr lang="en-ID" sz="1600" dirty="0" err="1"/>
              <a:t>pendidikan</a:t>
            </a:r>
            <a:r>
              <a:rPr lang="en-ID" sz="1600" dirty="0"/>
              <a:t> </a:t>
            </a:r>
            <a:r>
              <a:rPr lang="en-ID" sz="1600" dirty="0" err="1"/>
              <a:t>jangka</a:t>
            </a:r>
            <a:r>
              <a:rPr lang="en-ID" sz="1600" dirty="0"/>
              <a:t> </a:t>
            </a:r>
            <a:r>
              <a:rPr lang="en-ID" sz="1600" dirty="0" err="1"/>
              <a:t>panjang</a:t>
            </a:r>
            <a:r>
              <a:rPr lang="en-ID" sz="1600" dirty="0"/>
              <a:t> </a:t>
            </a:r>
            <a:r>
              <a:rPr lang="en-ID" sz="1600" dirty="0" err="1"/>
              <a:t>menjadi</a:t>
            </a:r>
            <a:r>
              <a:rPr lang="en-ID" sz="1600" dirty="0"/>
              <a:t> </a:t>
            </a:r>
            <a:r>
              <a:rPr lang="en-ID" sz="1600" dirty="0" err="1"/>
              <a:t>terganggu</a:t>
            </a:r>
            <a:r>
              <a:rPr lang="en-ID" sz="1600" dirty="0"/>
              <a:t>. </a:t>
            </a:r>
          </a:p>
          <a:p>
            <a:pPr algn="just"/>
            <a:r>
              <a:rPr lang="en-ID" sz="1600" b="1" dirty="0" err="1"/>
              <a:t>Terganggunya</a:t>
            </a:r>
            <a:r>
              <a:rPr lang="en-ID" sz="1600" b="1" dirty="0"/>
              <a:t> </a:t>
            </a:r>
            <a:r>
              <a:rPr lang="en-ID" sz="1600" b="1" dirty="0" err="1"/>
              <a:t>peluang</a:t>
            </a:r>
            <a:r>
              <a:rPr lang="en-ID" sz="1600" b="1" dirty="0"/>
              <a:t> </a:t>
            </a:r>
            <a:r>
              <a:rPr lang="en-ID" sz="1600" b="1" dirty="0" err="1"/>
              <a:t>kerja</a:t>
            </a:r>
            <a:r>
              <a:rPr lang="en-ID" sz="1600" b="1" dirty="0"/>
              <a:t>. </a:t>
            </a:r>
            <a:r>
              <a:rPr lang="en-ID" sz="1600" dirty="0"/>
              <a:t>Perempuan yang </a:t>
            </a:r>
            <a:r>
              <a:rPr lang="en-ID" sz="1600" dirty="0" err="1"/>
              <a:t>menghadapi</a:t>
            </a:r>
            <a:r>
              <a:rPr lang="en-ID" sz="1600" dirty="0"/>
              <a:t> </a:t>
            </a:r>
            <a:r>
              <a:rPr lang="en-ID" sz="1600" dirty="0" err="1"/>
              <a:t>kehamilan</a:t>
            </a:r>
            <a:r>
              <a:rPr lang="en-ID" sz="1600" dirty="0"/>
              <a:t> </a:t>
            </a:r>
            <a:r>
              <a:rPr lang="en-ID" sz="1600" dirty="0" err="1"/>
              <a:t>tidak</a:t>
            </a:r>
            <a:r>
              <a:rPr lang="en-ID" sz="1600" dirty="0"/>
              <a:t> </a:t>
            </a:r>
            <a:r>
              <a:rPr lang="en-ID" sz="1600" dirty="0" err="1"/>
              <a:t>diinginkan</a:t>
            </a:r>
            <a:r>
              <a:rPr lang="en-ID" sz="1600" dirty="0"/>
              <a:t> pada </a:t>
            </a:r>
            <a:r>
              <a:rPr lang="en-ID" sz="1600" dirty="0" err="1"/>
              <a:t>usia</a:t>
            </a:r>
            <a:r>
              <a:rPr lang="en-ID" sz="1600" dirty="0"/>
              <a:t> </a:t>
            </a:r>
            <a:r>
              <a:rPr lang="en-ID" sz="1600" dirty="0" err="1"/>
              <a:t>produktif</a:t>
            </a:r>
            <a:r>
              <a:rPr lang="en-ID" sz="1600" dirty="0"/>
              <a:t> </a:t>
            </a:r>
            <a:r>
              <a:rPr lang="en-ID" sz="1600" dirty="0" err="1"/>
              <a:t>dapat</a:t>
            </a:r>
            <a:r>
              <a:rPr lang="en-ID" sz="1600" dirty="0"/>
              <a:t> </a:t>
            </a:r>
            <a:r>
              <a:rPr lang="en-ID" sz="1600" dirty="0" err="1"/>
              <a:t>mengalami</a:t>
            </a:r>
            <a:r>
              <a:rPr lang="en-ID" sz="1600" dirty="0"/>
              <a:t> </a:t>
            </a:r>
            <a:r>
              <a:rPr lang="en-ID" sz="1600" dirty="0" err="1"/>
              <a:t>hambatan</a:t>
            </a:r>
            <a:r>
              <a:rPr lang="en-ID" sz="1600" dirty="0"/>
              <a:t> </a:t>
            </a:r>
            <a:r>
              <a:rPr lang="en-ID" sz="1600" dirty="0" err="1"/>
              <a:t>memasuki</a:t>
            </a:r>
            <a:r>
              <a:rPr lang="en-ID" sz="1600" dirty="0"/>
              <a:t> </a:t>
            </a:r>
            <a:r>
              <a:rPr lang="en-ID" sz="1600" dirty="0" err="1"/>
              <a:t>atau</a:t>
            </a:r>
            <a:r>
              <a:rPr lang="en-ID" sz="1600" dirty="0"/>
              <a:t> </a:t>
            </a:r>
            <a:r>
              <a:rPr lang="en-ID" sz="1600" dirty="0" err="1"/>
              <a:t>mempertahankan</a:t>
            </a:r>
            <a:r>
              <a:rPr lang="en-ID" sz="1600" dirty="0"/>
              <a:t> dunia </a:t>
            </a:r>
            <a:r>
              <a:rPr lang="en-ID" sz="1600" dirty="0" err="1"/>
              <a:t>kerja</a:t>
            </a:r>
            <a:r>
              <a:rPr lang="en-ID" sz="1600" dirty="0"/>
              <a:t>. </a:t>
            </a:r>
            <a:r>
              <a:rPr lang="en-ID" sz="1600" dirty="0" err="1"/>
              <a:t>Fokus</a:t>
            </a:r>
            <a:r>
              <a:rPr lang="en-ID" sz="1600" dirty="0"/>
              <a:t> </a:t>
            </a:r>
            <a:r>
              <a:rPr lang="en-ID" sz="1600" dirty="0" err="1"/>
              <a:t>hidup</a:t>
            </a:r>
            <a:r>
              <a:rPr lang="en-ID" sz="1600" dirty="0"/>
              <a:t> yang </a:t>
            </a:r>
            <a:r>
              <a:rPr lang="en-ID" sz="1600" dirty="0" err="1"/>
              <a:t>berubah</a:t>
            </a:r>
            <a:r>
              <a:rPr lang="en-ID" sz="1600" dirty="0"/>
              <a:t> </a:t>
            </a:r>
            <a:r>
              <a:rPr lang="en-ID" sz="1600" dirty="0" err="1"/>
              <a:t>mendadak</a:t>
            </a:r>
            <a:r>
              <a:rPr lang="en-ID" sz="1600" dirty="0"/>
              <a:t> </a:t>
            </a:r>
            <a:r>
              <a:rPr lang="en-ID" sz="1600" dirty="0" err="1"/>
              <a:t>membuat</a:t>
            </a:r>
            <a:r>
              <a:rPr lang="en-ID" sz="1600" dirty="0"/>
              <a:t> </a:t>
            </a:r>
            <a:r>
              <a:rPr lang="en-ID" sz="1600" dirty="0" err="1"/>
              <a:t>rencana</a:t>
            </a:r>
            <a:r>
              <a:rPr lang="en-ID" sz="1600" dirty="0"/>
              <a:t> </a:t>
            </a:r>
            <a:r>
              <a:rPr lang="en-ID" sz="1600" dirty="0" err="1"/>
              <a:t>karier</a:t>
            </a:r>
            <a:r>
              <a:rPr lang="en-ID" sz="1600" dirty="0"/>
              <a:t> </a:t>
            </a:r>
            <a:r>
              <a:rPr lang="en-ID" sz="1600" dirty="0" err="1"/>
              <a:t>tertunda</a:t>
            </a:r>
            <a:r>
              <a:rPr lang="en-ID" sz="1600" dirty="0"/>
              <a:t>. </a:t>
            </a:r>
          </a:p>
          <a:p>
            <a:pPr algn="just"/>
            <a:r>
              <a:rPr lang="en-ID" sz="1600" b="1" dirty="0" err="1"/>
              <a:t>Ketergantungan</a:t>
            </a:r>
            <a:r>
              <a:rPr lang="en-ID" sz="1600" b="1" dirty="0"/>
              <a:t> </a:t>
            </a:r>
            <a:r>
              <a:rPr lang="en-ID" sz="1600" b="1" dirty="0" err="1"/>
              <a:t>ekonomi</a:t>
            </a:r>
            <a:r>
              <a:rPr lang="en-ID" sz="1600" b="1" dirty="0"/>
              <a:t>. </a:t>
            </a:r>
            <a:r>
              <a:rPr lang="en-ID" sz="1600" dirty="0"/>
              <a:t>Ketika </a:t>
            </a:r>
            <a:r>
              <a:rPr lang="en-ID" sz="1600" dirty="0" err="1"/>
              <a:t>pendidikan</a:t>
            </a:r>
            <a:r>
              <a:rPr lang="en-ID" sz="1600" dirty="0"/>
              <a:t> </a:t>
            </a:r>
            <a:r>
              <a:rPr lang="en-ID" sz="1600" dirty="0" err="1"/>
              <a:t>terhenti</a:t>
            </a:r>
            <a:r>
              <a:rPr lang="en-ID" sz="1600" dirty="0"/>
              <a:t> dan </a:t>
            </a:r>
            <a:r>
              <a:rPr lang="en-ID" sz="1600" dirty="0" err="1"/>
              <a:t>pekerjaan</a:t>
            </a:r>
            <a:r>
              <a:rPr lang="en-ID" sz="1600" dirty="0"/>
              <a:t> </a:t>
            </a:r>
            <a:r>
              <a:rPr lang="en-ID" sz="1600" dirty="0" err="1"/>
              <a:t>terganggu</a:t>
            </a:r>
            <a:r>
              <a:rPr lang="en-ID" sz="1600" dirty="0"/>
              <a:t>, </a:t>
            </a:r>
            <a:r>
              <a:rPr lang="en-ID" sz="1600" dirty="0" err="1"/>
              <a:t>perempuan</a:t>
            </a:r>
            <a:r>
              <a:rPr lang="en-ID" sz="1600" dirty="0"/>
              <a:t> </a:t>
            </a:r>
            <a:r>
              <a:rPr lang="en-ID" sz="1600" dirty="0" err="1"/>
              <a:t>menjadi</a:t>
            </a:r>
            <a:r>
              <a:rPr lang="en-ID" sz="1600" dirty="0"/>
              <a:t> </a:t>
            </a:r>
            <a:r>
              <a:rPr lang="en-ID" sz="1600" dirty="0" err="1"/>
              <a:t>lebih</a:t>
            </a:r>
            <a:r>
              <a:rPr lang="en-ID" sz="1600" dirty="0"/>
              <a:t> </a:t>
            </a:r>
            <a:r>
              <a:rPr lang="en-ID" sz="1600" dirty="0" err="1"/>
              <a:t>rentan</a:t>
            </a:r>
            <a:r>
              <a:rPr lang="en-ID" sz="1600" dirty="0"/>
              <a:t> </a:t>
            </a:r>
            <a:r>
              <a:rPr lang="en-ID" sz="1600" dirty="0" err="1"/>
              <a:t>bergantung</a:t>
            </a:r>
            <a:r>
              <a:rPr lang="en-ID" sz="1600" dirty="0"/>
              <a:t> pada </a:t>
            </a:r>
            <a:r>
              <a:rPr lang="en-ID" sz="1600" dirty="0" err="1"/>
              <a:t>pasangan</a:t>
            </a:r>
            <a:r>
              <a:rPr lang="en-ID" sz="1600" dirty="0"/>
              <a:t> </a:t>
            </a:r>
            <a:r>
              <a:rPr lang="en-ID" sz="1600" dirty="0" err="1"/>
              <a:t>atau</a:t>
            </a:r>
            <a:r>
              <a:rPr lang="en-ID" sz="1600" dirty="0"/>
              <a:t> </a:t>
            </a:r>
            <a:r>
              <a:rPr lang="en-ID" sz="1600" dirty="0" err="1"/>
              <a:t>keluarga</a:t>
            </a:r>
            <a:r>
              <a:rPr lang="en-ID" sz="1600" dirty="0"/>
              <a:t>. </a:t>
            </a:r>
            <a:r>
              <a:rPr lang="en-ID" sz="1600" dirty="0" err="1"/>
              <a:t>Ketergantungan</a:t>
            </a:r>
            <a:r>
              <a:rPr lang="en-ID" sz="1600" dirty="0"/>
              <a:t> </a:t>
            </a:r>
            <a:r>
              <a:rPr lang="en-ID" sz="1600" dirty="0" err="1"/>
              <a:t>ini</a:t>
            </a:r>
            <a:r>
              <a:rPr lang="en-ID" sz="1600" dirty="0"/>
              <a:t> </a:t>
            </a:r>
            <a:r>
              <a:rPr lang="en-ID" sz="1600" dirty="0" err="1"/>
              <a:t>dapat</a:t>
            </a:r>
            <a:r>
              <a:rPr lang="en-ID" sz="1600" dirty="0"/>
              <a:t> </a:t>
            </a:r>
            <a:r>
              <a:rPr lang="en-ID" sz="1600" dirty="0" err="1"/>
              <a:t>mempersempit</a:t>
            </a:r>
            <a:r>
              <a:rPr lang="en-ID" sz="1600" dirty="0"/>
              <a:t> </a:t>
            </a:r>
            <a:r>
              <a:rPr lang="en-ID" sz="1600" dirty="0" err="1"/>
              <a:t>ruang</a:t>
            </a:r>
            <a:r>
              <a:rPr lang="en-ID" sz="1600" dirty="0"/>
              <a:t> </a:t>
            </a:r>
            <a:r>
              <a:rPr lang="en-ID" sz="1600" dirty="0" err="1"/>
              <a:t>pengambilan</a:t>
            </a:r>
            <a:r>
              <a:rPr lang="en-ID" sz="1600" dirty="0"/>
              <a:t> </a:t>
            </a:r>
            <a:r>
              <a:rPr lang="en-ID" sz="1600" dirty="0" err="1"/>
              <a:t>keputusan</a:t>
            </a:r>
            <a:r>
              <a:rPr lang="en-ID" sz="1600" dirty="0"/>
              <a:t> dan </a:t>
            </a:r>
            <a:r>
              <a:rPr lang="en-ID" sz="1600" dirty="0" err="1"/>
              <a:t>meningkatkan</a:t>
            </a:r>
            <a:r>
              <a:rPr lang="en-ID" sz="1600" dirty="0"/>
              <a:t> </a:t>
            </a:r>
            <a:r>
              <a:rPr lang="en-ID" sz="1600" dirty="0" err="1"/>
              <a:t>kerentanan</a:t>
            </a:r>
            <a:r>
              <a:rPr lang="en-ID" sz="1600" dirty="0"/>
              <a:t> </a:t>
            </a:r>
            <a:r>
              <a:rPr lang="en-ID" sz="1600" dirty="0" err="1"/>
              <a:t>terhadap</a:t>
            </a:r>
            <a:r>
              <a:rPr lang="en-ID" sz="1600" dirty="0"/>
              <a:t> </a:t>
            </a:r>
            <a:r>
              <a:rPr lang="en-ID" sz="1600" dirty="0" err="1"/>
              <a:t>relasi</a:t>
            </a:r>
            <a:r>
              <a:rPr lang="en-ID" sz="1600" dirty="0"/>
              <a:t> yang </a:t>
            </a:r>
            <a:r>
              <a:rPr lang="en-ID" sz="1600" dirty="0" err="1"/>
              <a:t>tidak</a:t>
            </a:r>
            <a:r>
              <a:rPr lang="en-ID" sz="1600" dirty="0"/>
              <a:t> </a:t>
            </a:r>
            <a:r>
              <a:rPr lang="en-ID" sz="1600" dirty="0" err="1"/>
              <a:t>sehat</a:t>
            </a:r>
            <a:r>
              <a:rPr lang="en-ID" sz="1600" dirty="0"/>
              <a:t>. </a:t>
            </a:r>
          </a:p>
          <a:p>
            <a:pPr algn="just"/>
            <a:r>
              <a:rPr lang="en-ID" sz="1600" b="1" dirty="0" err="1"/>
              <a:t>Siklus</a:t>
            </a:r>
            <a:r>
              <a:rPr lang="en-ID" sz="1600" b="1" dirty="0"/>
              <a:t> </a:t>
            </a:r>
            <a:r>
              <a:rPr lang="en-ID" sz="1600" b="1" dirty="0" err="1"/>
              <a:t>kerentanan</a:t>
            </a:r>
            <a:r>
              <a:rPr lang="en-ID" sz="1600" b="1" dirty="0"/>
              <a:t> </a:t>
            </a:r>
            <a:r>
              <a:rPr lang="en-ID" sz="1600" b="1" dirty="0" err="1"/>
              <a:t>jangka</a:t>
            </a:r>
            <a:r>
              <a:rPr lang="en-ID" sz="1600" b="1" dirty="0"/>
              <a:t> Panjang. </a:t>
            </a:r>
            <a:r>
              <a:rPr lang="en-ID" sz="1600" dirty="0" err="1"/>
              <a:t>Kehamilan</a:t>
            </a:r>
            <a:r>
              <a:rPr lang="en-ID" sz="1600" dirty="0"/>
              <a:t> yang </a:t>
            </a:r>
            <a:r>
              <a:rPr lang="en-ID" sz="1600" dirty="0" err="1"/>
              <a:t>tidak</a:t>
            </a:r>
            <a:r>
              <a:rPr lang="en-ID" sz="1600" dirty="0"/>
              <a:t> </a:t>
            </a:r>
            <a:r>
              <a:rPr lang="en-ID" sz="1600" dirty="0" err="1"/>
              <a:t>diinginkan</a:t>
            </a:r>
            <a:r>
              <a:rPr lang="en-ID" sz="1600" dirty="0"/>
              <a:t> </a:t>
            </a:r>
            <a:r>
              <a:rPr lang="en-ID" sz="1600" dirty="0" err="1"/>
              <a:t>dapat</a:t>
            </a:r>
            <a:r>
              <a:rPr lang="en-ID" sz="1600" dirty="0"/>
              <a:t> </a:t>
            </a:r>
            <a:r>
              <a:rPr lang="en-ID" sz="1600" dirty="0" err="1"/>
              <a:t>memulai</a:t>
            </a:r>
            <a:r>
              <a:rPr lang="en-ID" sz="1600" dirty="0"/>
              <a:t> </a:t>
            </a:r>
            <a:r>
              <a:rPr lang="en-ID" sz="1600" dirty="0" err="1"/>
              <a:t>atau</a:t>
            </a:r>
            <a:r>
              <a:rPr lang="en-ID" sz="1600" dirty="0"/>
              <a:t> </a:t>
            </a:r>
            <a:r>
              <a:rPr lang="en-ID" sz="1600" dirty="0" err="1"/>
              <a:t>memperkuat</a:t>
            </a:r>
            <a:r>
              <a:rPr lang="en-ID" sz="1600" dirty="0"/>
              <a:t> </a:t>
            </a:r>
            <a:r>
              <a:rPr lang="en-ID" sz="1600" dirty="0" err="1"/>
              <a:t>siklus</a:t>
            </a:r>
            <a:r>
              <a:rPr lang="en-ID" sz="1600" dirty="0"/>
              <a:t> </a:t>
            </a:r>
            <a:r>
              <a:rPr lang="en-ID" sz="1600" dirty="0" err="1"/>
              <a:t>kemiskinan</a:t>
            </a:r>
            <a:r>
              <a:rPr lang="en-ID" sz="1600" dirty="0"/>
              <a:t> </a:t>
            </a:r>
            <a:r>
              <a:rPr lang="en-ID" sz="1600" dirty="0" err="1"/>
              <a:t>antargenerasi</a:t>
            </a:r>
            <a:r>
              <a:rPr lang="en-ID" sz="1600" dirty="0"/>
              <a:t>. Pendidikan yang </a:t>
            </a:r>
            <a:r>
              <a:rPr lang="en-ID" sz="1600" dirty="0" err="1"/>
              <a:t>rendah</a:t>
            </a:r>
            <a:r>
              <a:rPr lang="en-ID" sz="1600" dirty="0"/>
              <a:t>, </a:t>
            </a:r>
            <a:r>
              <a:rPr lang="en-ID" sz="1600" dirty="0" err="1"/>
              <a:t>pekerjaan</a:t>
            </a:r>
            <a:r>
              <a:rPr lang="en-ID" sz="1600" dirty="0"/>
              <a:t> yang </a:t>
            </a:r>
            <a:r>
              <a:rPr lang="en-ID" sz="1600" dirty="0" err="1"/>
              <a:t>tidak</a:t>
            </a:r>
            <a:r>
              <a:rPr lang="en-ID" sz="1600" dirty="0"/>
              <a:t> </a:t>
            </a:r>
            <a:r>
              <a:rPr lang="en-ID" sz="1600" dirty="0" err="1"/>
              <a:t>stabil</a:t>
            </a:r>
            <a:r>
              <a:rPr lang="en-ID" sz="1600" dirty="0"/>
              <a:t>, dan </a:t>
            </a:r>
            <a:r>
              <a:rPr lang="en-ID" sz="1600" dirty="0" err="1"/>
              <a:t>beban</a:t>
            </a:r>
            <a:r>
              <a:rPr lang="en-ID" sz="1600" dirty="0"/>
              <a:t> </a:t>
            </a:r>
            <a:r>
              <a:rPr lang="en-ID" sz="1600" dirty="0" err="1"/>
              <a:t>pengasuhan</a:t>
            </a:r>
            <a:r>
              <a:rPr lang="en-ID" sz="1600" dirty="0"/>
              <a:t> </a:t>
            </a:r>
            <a:r>
              <a:rPr lang="en-ID" sz="1600" dirty="0" err="1"/>
              <a:t>tanpa</a:t>
            </a:r>
            <a:r>
              <a:rPr lang="en-ID" sz="1600" dirty="0"/>
              <a:t> </a:t>
            </a:r>
            <a:r>
              <a:rPr lang="en-ID" sz="1600" dirty="0" err="1"/>
              <a:t>dukungan</a:t>
            </a:r>
            <a:r>
              <a:rPr lang="en-ID" sz="1600" dirty="0"/>
              <a:t> </a:t>
            </a:r>
            <a:r>
              <a:rPr lang="en-ID" sz="1600" dirty="0" err="1"/>
              <a:t>mempersulit</a:t>
            </a:r>
            <a:r>
              <a:rPr lang="en-ID" sz="1600" dirty="0"/>
              <a:t> </a:t>
            </a:r>
            <a:r>
              <a:rPr lang="en-ID" sz="1600" dirty="0" err="1"/>
              <a:t>mobilitas</a:t>
            </a:r>
            <a:r>
              <a:rPr lang="en-ID" sz="1600" dirty="0"/>
              <a:t> </a:t>
            </a:r>
            <a:r>
              <a:rPr lang="en-ID" sz="1600" dirty="0" err="1"/>
              <a:t>sosial</a:t>
            </a:r>
            <a:r>
              <a:rPr lang="en-ID" sz="1600" dirty="0"/>
              <a:t>. </a:t>
            </a:r>
            <a:r>
              <a:rPr lang="en-ID" sz="1600" dirty="0" err="1"/>
              <a:t>Inilah</a:t>
            </a:r>
            <a:r>
              <a:rPr lang="en-ID" sz="1600" dirty="0"/>
              <a:t> </a:t>
            </a:r>
            <a:r>
              <a:rPr lang="en-ID" sz="1600" dirty="0" err="1"/>
              <a:t>alasan</a:t>
            </a:r>
            <a:r>
              <a:rPr lang="en-ID" sz="1600" dirty="0"/>
              <a:t> </a:t>
            </a:r>
            <a:r>
              <a:rPr lang="en-ID" sz="1600" dirty="0" err="1"/>
              <a:t>mengapa</a:t>
            </a:r>
            <a:r>
              <a:rPr lang="en-ID" sz="1600" dirty="0"/>
              <a:t> </a:t>
            </a:r>
            <a:r>
              <a:rPr lang="en-ID" sz="1600" dirty="0" err="1"/>
              <a:t>masalah</a:t>
            </a:r>
            <a:r>
              <a:rPr lang="en-ID" sz="1600" dirty="0"/>
              <a:t> </a:t>
            </a:r>
            <a:r>
              <a:rPr lang="en-ID" sz="1600" dirty="0" err="1"/>
              <a:t>ini</a:t>
            </a:r>
            <a:r>
              <a:rPr lang="en-ID" sz="1600" dirty="0"/>
              <a:t> </a:t>
            </a:r>
            <a:r>
              <a:rPr lang="en-ID" sz="1600" dirty="0" err="1"/>
              <a:t>penting</a:t>
            </a:r>
            <a:r>
              <a:rPr lang="en-ID" sz="1600" dirty="0"/>
              <a:t> </a:t>
            </a:r>
            <a:r>
              <a:rPr lang="en-ID" sz="1600" dirty="0" err="1"/>
              <a:t>dalam</a:t>
            </a:r>
            <a:r>
              <a:rPr lang="en-ID" sz="1600" dirty="0"/>
              <a:t> </a:t>
            </a:r>
            <a:r>
              <a:rPr lang="en-ID" sz="1600" dirty="0" err="1"/>
              <a:t>perspektif</a:t>
            </a:r>
            <a:r>
              <a:rPr lang="en-ID" sz="1600" dirty="0"/>
              <a:t> </a:t>
            </a:r>
            <a:r>
              <a:rPr lang="en-ID" sz="1600" dirty="0" err="1"/>
              <a:t>pembangunan</a:t>
            </a:r>
            <a:r>
              <a:rPr lang="en-ID" sz="1600" dirty="0"/>
              <a:t> </a:t>
            </a:r>
            <a:r>
              <a:rPr lang="en-ID" sz="1600" dirty="0" err="1"/>
              <a:t>sosial</a:t>
            </a:r>
            <a:r>
              <a:rPr lang="en-ID" sz="1600" dirty="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D" b="1" dirty="0" err="1"/>
              <a:t>Komplikasi</a:t>
            </a:r>
            <a:r>
              <a:rPr lang="en-ID" b="1" dirty="0"/>
              <a:t> Fisik </a:t>
            </a:r>
            <a:r>
              <a:rPr lang="en-ID" b="1" dirty="0" err="1"/>
              <a:t>Akibat</a:t>
            </a:r>
            <a:r>
              <a:rPr lang="en-ID" b="1" dirty="0"/>
              <a:t> </a:t>
            </a:r>
            <a:r>
              <a:rPr lang="en-ID" b="1" dirty="0" err="1"/>
              <a:t>Aborsi</a:t>
            </a:r>
            <a:r>
              <a:rPr lang="en-ID" b="1" dirty="0"/>
              <a:t> Tidak Aman</a:t>
            </a:r>
            <a:endParaRPr b="1" dirty="0"/>
          </a:p>
        </p:txBody>
      </p:sp>
      <p:sp>
        <p:nvSpPr>
          <p:cNvPr id="3" name="Content Placeholder 2"/>
          <p:cNvSpPr>
            <a:spLocks noGrp="1"/>
          </p:cNvSpPr>
          <p:nvPr>
            <p:ph idx="1"/>
          </p:nvPr>
        </p:nvSpPr>
        <p:spPr>
          <a:xfrm>
            <a:off x="429690" y="1762926"/>
            <a:ext cx="8229600" cy="5257800"/>
          </a:xfrm>
        </p:spPr>
        <p:txBody>
          <a:bodyPr>
            <a:noAutofit/>
          </a:bodyPr>
          <a:lstStyle/>
          <a:p>
            <a:r>
              <a:rPr lang="en-ID" sz="1800" b="1" dirty="0" err="1"/>
              <a:t>Perdarahan</a:t>
            </a:r>
            <a:r>
              <a:rPr lang="en-ID" sz="1800" b="1" dirty="0"/>
              <a:t> </a:t>
            </a:r>
            <a:r>
              <a:rPr lang="en-ID" sz="1800" b="1" dirty="0" err="1"/>
              <a:t>hebat</a:t>
            </a:r>
            <a:r>
              <a:rPr lang="en-ID" sz="1800" b="1" dirty="0"/>
              <a:t>. </a:t>
            </a:r>
            <a:r>
              <a:rPr lang="en-ID" sz="1800" dirty="0" err="1"/>
              <a:t>Perdarahan</a:t>
            </a:r>
            <a:r>
              <a:rPr lang="en-ID" sz="1800" dirty="0"/>
              <a:t> </a:t>
            </a:r>
            <a:r>
              <a:rPr lang="en-ID" sz="1800" dirty="0" err="1"/>
              <a:t>merupakan</a:t>
            </a:r>
            <a:r>
              <a:rPr lang="en-ID" sz="1800" dirty="0"/>
              <a:t> </a:t>
            </a:r>
            <a:r>
              <a:rPr lang="en-ID" sz="1800" dirty="0" err="1"/>
              <a:t>komplikasi</a:t>
            </a:r>
            <a:r>
              <a:rPr lang="en-ID" sz="1800" dirty="0"/>
              <a:t> paling </a:t>
            </a:r>
            <a:r>
              <a:rPr lang="en-ID" sz="1800" dirty="0" err="1"/>
              <a:t>umum</a:t>
            </a:r>
            <a:r>
              <a:rPr lang="en-ID" sz="1800" dirty="0"/>
              <a:t> pada </a:t>
            </a:r>
            <a:r>
              <a:rPr lang="en-ID" sz="1800" dirty="0" err="1"/>
              <a:t>aborsi</a:t>
            </a:r>
            <a:r>
              <a:rPr lang="en-ID" sz="1800" dirty="0"/>
              <a:t> </a:t>
            </a:r>
            <a:r>
              <a:rPr lang="en-ID" sz="1800" dirty="0" err="1"/>
              <a:t>tidak</a:t>
            </a:r>
            <a:r>
              <a:rPr lang="en-ID" sz="1800" dirty="0"/>
              <a:t> </a:t>
            </a:r>
            <a:r>
              <a:rPr lang="en-ID" sz="1800" dirty="0" err="1"/>
              <a:t>aman</a:t>
            </a:r>
            <a:r>
              <a:rPr lang="en-ID" sz="1800" dirty="0"/>
              <a:t>, </a:t>
            </a:r>
            <a:r>
              <a:rPr lang="en-ID" sz="1800" dirty="0" err="1"/>
              <a:t>terutama</a:t>
            </a:r>
            <a:r>
              <a:rPr lang="en-ID" sz="1800" dirty="0"/>
              <a:t> </a:t>
            </a:r>
            <a:r>
              <a:rPr lang="en-ID" sz="1800" dirty="0" err="1"/>
              <a:t>jika</a:t>
            </a:r>
            <a:r>
              <a:rPr lang="en-ID" sz="1800" dirty="0"/>
              <a:t> </a:t>
            </a:r>
            <a:r>
              <a:rPr lang="en-ID" sz="1800" dirty="0" err="1"/>
              <a:t>prosedur</a:t>
            </a:r>
            <a:r>
              <a:rPr lang="en-ID" sz="1800" dirty="0"/>
              <a:t> </a:t>
            </a:r>
            <a:r>
              <a:rPr lang="en-ID" sz="1800" dirty="0" err="1"/>
              <a:t>dilakukan</a:t>
            </a:r>
            <a:r>
              <a:rPr lang="en-ID" sz="1800" dirty="0"/>
              <a:t> </a:t>
            </a:r>
            <a:r>
              <a:rPr lang="en-ID" sz="1800" dirty="0" err="1"/>
              <a:t>secara</a:t>
            </a:r>
            <a:r>
              <a:rPr lang="en-ID" sz="1800" dirty="0"/>
              <a:t> </a:t>
            </a:r>
            <a:r>
              <a:rPr lang="en-ID" sz="1800" dirty="0" err="1"/>
              <a:t>tidak</a:t>
            </a:r>
            <a:r>
              <a:rPr lang="en-ID" sz="1800" dirty="0"/>
              <a:t> </a:t>
            </a:r>
            <a:r>
              <a:rPr lang="en-ID" sz="1800" dirty="0" err="1"/>
              <a:t>tepat</a:t>
            </a:r>
            <a:r>
              <a:rPr lang="en-ID" sz="1800" dirty="0"/>
              <a:t>. </a:t>
            </a:r>
            <a:r>
              <a:rPr lang="en-ID" sz="1800" dirty="0" err="1"/>
              <a:t>Kehilangan</a:t>
            </a:r>
            <a:r>
              <a:rPr lang="en-ID" sz="1800" dirty="0"/>
              <a:t> </a:t>
            </a:r>
            <a:r>
              <a:rPr lang="en-ID" sz="1800" dirty="0" err="1"/>
              <a:t>darah</a:t>
            </a:r>
            <a:r>
              <a:rPr lang="en-ID" sz="1800" dirty="0"/>
              <a:t> </a:t>
            </a:r>
            <a:r>
              <a:rPr lang="en-ID" sz="1800" dirty="0" err="1"/>
              <a:t>dalam</a:t>
            </a:r>
            <a:r>
              <a:rPr lang="en-ID" sz="1800" dirty="0"/>
              <a:t> </a:t>
            </a:r>
            <a:r>
              <a:rPr lang="en-ID" sz="1800" dirty="0" err="1"/>
              <a:t>jumlah</a:t>
            </a:r>
            <a:r>
              <a:rPr lang="en-ID" sz="1800" dirty="0"/>
              <a:t> </a:t>
            </a:r>
            <a:r>
              <a:rPr lang="en-ID" sz="1800" dirty="0" err="1"/>
              <a:t>besar</a:t>
            </a:r>
            <a:r>
              <a:rPr lang="en-ID" sz="1800" dirty="0"/>
              <a:t> </a:t>
            </a:r>
            <a:r>
              <a:rPr lang="en-ID" sz="1800" dirty="0" err="1"/>
              <a:t>dapat</a:t>
            </a:r>
            <a:r>
              <a:rPr lang="en-ID" sz="1800" dirty="0"/>
              <a:t> </a:t>
            </a:r>
            <a:r>
              <a:rPr lang="en-ID" sz="1800" dirty="0" err="1"/>
              <a:t>menyebabkan</a:t>
            </a:r>
            <a:r>
              <a:rPr lang="en-ID" sz="1800" dirty="0"/>
              <a:t> </a:t>
            </a:r>
            <a:r>
              <a:rPr lang="en-ID" sz="1800" dirty="0" err="1"/>
              <a:t>syok</a:t>
            </a:r>
            <a:r>
              <a:rPr lang="en-ID" sz="1800" dirty="0"/>
              <a:t> </a:t>
            </a:r>
            <a:r>
              <a:rPr lang="en-ID" sz="1800" dirty="0" err="1"/>
              <a:t>hipovolemik</a:t>
            </a:r>
            <a:r>
              <a:rPr lang="en-ID" sz="1800" dirty="0"/>
              <a:t> yang </a:t>
            </a:r>
            <a:r>
              <a:rPr lang="en-ID" sz="1800" dirty="0" err="1"/>
              <a:t>mengancam</a:t>
            </a:r>
            <a:r>
              <a:rPr lang="en-ID" sz="1800" dirty="0"/>
              <a:t> </a:t>
            </a:r>
            <a:r>
              <a:rPr lang="en-ID" sz="1800" dirty="0" err="1"/>
              <a:t>jiwa</a:t>
            </a:r>
            <a:r>
              <a:rPr lang="en-ID" sz="1800" dirty="0"/>
              <a:t>. </a:t>
            </a:r>
          </a:p>
          <a:p>
            <a:r>
              <a:rPr lang="en-ID" sz="1800" b="1" dirty="0" err="1"/>
              <a:t>Infeksi</a:t>
            </a:r>
            <a:r>
              <a:rPr lang="en-ID" sz="1800" b="1" dirty="0"/>
              <a:t> (sepsis). </a:t>
            </a:r>
            <a:r>
              <a:rPr lang="en-ID" sz="1800" dirty="0" err="1"/>
              <a:t>Infeksi</a:t>
            </a:r>
            <a:r>
              <a:rPr lang="en-ID" sz="1800" dirty="0"/>
              <a:t> </a:t>
            </a:r>
            <a:r>
              <a:rPr lang="en-ID" sz="1800" dirty="0" err="1"/>
              <a:t>dapat</a:t>
            </a:r>
            <a:r>
              <a:rPr lang="en-ID" sz="1800" dirty="0"/>
              <a:t> </a:t>
            </a:r>
            <a:r>
              <a:rPr lang="en-ID" sz="1800" dirty="0" err="1"/>
              <a:t>terjadi</a:t>
            </a:r>
            <a:r>
              <a:rPr lang="en-ID" sz="1800" dirty="0"/>
              <a:t> </a:t>
            </a:r>
            <a:r>
              <a:rPr lang="en-ID" sz="1800" dirty="0" err="1"/>
              <a:t>akibat</a:t>
            </a:r>
            <a:r>
              <a:rPr lang="en-ID" sz="1800" dirty="0"/>
              <a:t> </a:t>
            </a:r>
            <a:r>
              <a:rPr lang="en-ID" sz="1800" dirty="0" err="1"/>
              <a:t>penggunaan</a:t>
            </a:r>
            <a:r>
              <a:rPr lang="en-ID" sz="1800" dirty="0"/>
              <a:t> </a:t>
            </a:r>
            <a:r>
              <a:rPr lang="en-ID" sz="1800" dirty="0" err="1"/>
              <a:t>alat</a:t>
            </a:r>
            <a:r>
              <a:rPr lang="en-ID" sz="1800" dirty="0"/>
              <a:t> yang </a:t>
            </a:r>
            <a:r>
              <a:rPr lang="en-ID" sz="1800" dirty="0" err="1"/>
              <a:t>tidak</a:t>
            </a:r>
            <a:r>
              <a:rPr lang="en-ID" sz="1800" dirty="0"/>
              <a:t> </a:t>
            </a:r>
            <a:r>
              <a:rPr lang="en-ID" sz="1800" dirty="0" err="1"/>
              <a:t>steril</a:t>
            </a:r>
            <a:r>
              <a:rPr lang="en-ID" sz="1800" dirty="0"/>
              <a:t> </a:t>
            </a:r>
            <a:r>
              <a:rPr lang="en-ID" sz="1800" dirty="0" err="1"/>
              <a:t>atau</a:t>
            </a:r>
            <a:r>
              <a:rPr lang="en-ID" sz="1800" dirty="0"/>
              <a:t> </a:t>
            </a:r>
            <a:r>
              <a:rPr lang="en-ID" sz="1800" dirty="0" err="1"/>
              <a:t>prosedur</a:t>
            </a:r>
            <a:r>
              <a:rPr lang="en-ID" sz="1800" dirty="0"/>
              <a:t> yang </a:t>
            </a:r>
            <a:r>
              <a:rPr lang="en-ID" sz="1800" dirty="0" err="1"/>
              <a:t>tidak</a:t>
            </a:r>
            <a:r>
              <a:rPr lang="en-ID" sz="1800" dirty="0"/>
              <a:t> </a:t>
            </a:r>
            <a:r>
              <a:rPr lang="en-ID" sz="1800" dirty="0" err="1"/>
              <a:t>higienis</a:t>
            </a:r>
            <a:r>
              <a:rPr lang="en-ID" sz="1800" dirty="0"/>
              <a:t>. </a:t>
            </a:r>
            <a:r>
              <a:rPr lang="en-ID" sz="1800" dirty="0" err="1"/>
              <a:t>Infeksi</a:t>
            </a:r>
            <a:r>
              <a:rPr lang="en-ID" sz="1800" dirty="0"/>
              <a:t> yang </a:t>
            </a:r>
            <a:r>
              <a:rPr lang="en-ID" sz="1800" dirty="0" err="1"/>
              <a:t>tidak</a:t>
            </a:r>
            <a:r>
              <a:rPr lang="en-ID" sz="1800" dirty="0"/>
              <a:t> </a:t>
            </a:r>
            <a:r>
              <a:rPr lang="en-ID" sz="1800" dirty="0" err="1"/>
              <a:t>ditangani</a:t>
            </a:r>
            <a:r>
              <a:rPr lang="en-ID" sz="1800" dirty="0"/>
              <a:t> </a:t>
            </a:r>
            <a:r>
              <a:rPr lang="en-ID" sz="1800" dirty="0" err="1"/>
              <a:t>dapat</a:t>
            </a:r>
            <a:r>
              <a:rPr lang="en-ID" sz="1800" dirty="0"/>
              <a:t> </a:t>
            </a:r>
            <a:r>
              <a:rPr lang="en-ID" sz="1800" dirty="0" err="1"/>
              <a:t>berkembang</a:t>
            </a:r>
            <a:r>
              <a:rPr lang="en-ID" sz="1800" dirty="0"/>
              <a:t> </a:t>
            </a:r>
            <a:r>
              <a:rPr lang="en-ID" sz="1800" dirty="0" err="1"/>
              <a:t>menjadi</a:t>
            </a:r>
            <a:r>
              <a:rPr lang="en-ID" sz="1800" dirty="0"/>
              <a:t> sepsis, </a:t>
            </a:r>
            <a:r>
              <a:rPr lang="en-ID" sz="1800" dirty="0" err="1"/>
              <a:t>yaitu</a:t>
            </a:r>
            <a:r>
              <a:rPr lang="en-ID" sz="1800" dirty="0"/>
              <a:t> </a:t>
            </a:r>
            <a:r>
              <a:rPr lang="en-ID" sz="1800" dirty="0" err="1"/>
              <a:t>kondisi</a:t>
            </a:r>
            <a:r>
              <a:rPr lang="en-ID" sz="1800" dirty="0"/>
              <a:t> </a:t>
            </a:r>
            <a:r>
              <a:rPr lang="en-ID" sz="1800" dirty="0" err="1"/>
              <a:t>infeksi</a:t>
            </a:r>
            <a:r>
              <a:rPr lang="en-ID" sz="1800" dirty="0"/>
              <a:t> </a:t>
            </a:r>
            <a:r>
              <a:rPr lang="en-ID" sz="1800" dirty="0" err="1"/>
              <a:t>sistemik</a:t>
            </a:r>
            <a:r>
              <a:rPr lang="en-ID" sz="1800" dirty="0"/>
              <a:t> yang </a:t>
            </a:r>
            <a:r>
              <a:rPr lang="en-ID" sz="1800" dirty="0" err="1"/>
              <a:t>berbahaya</a:t>
            </a:r>
            <a:r>
              <a:rPr lang="en-ID" sz="1800" dirty="0"/>
              <a:t>. </a:t>
            </a:r>
          </a:p>
          <a:p>
            <a:r>
              <a:rPr lang="en-ID" sz="1800" b="1" dirty="0" err="1"/>
              <a:t>Kerusakan</a:t>
            </a:r>
            <a:r>
              <a:rPr lang="en-ID" sz="1800" b="1" dirty="0"/>
              <a:t> organ </a:t>
            </a:r>
            <a:r>
              <a:rPr lang="en-ID" sz="1800" b="1" dirty="0" err="1"/>
              <a:t>reproduksi</a:t>
            </a:r>
            <a:r>
              <a:rPr lang="en-ID" sz="1800" b="1" dirty="0"/>
              <a:t>. </a:t>
            </a:r>
            <a:r>
              <a:rPr lang="en-ID" sz="1800" dirty="0" err="1"/>
              <a:t>Prosedur</a:t>
            </a:r>
            <a:r>
              <a:rPr lang="en-ID" sz="1800" dirty="0"/>
              <a:t> </a:t>
            </a:r>
            <a:r>
              <a:rPr lang="en-ID" sz="1800" dirty="0" err="1"/>
              <a:t>aborsi</a:t>
            </a:r>
            <a:r>
              <a:rPr lang="en-ID" sz="1800" dirty="0"/>
              <a:t> yang </a:t>
            </a:r>
            <a:r>
              <a:rPr lang="en-ID" sz="1800" dirty="0" err="1"/>
              <a:t>tidak</a:t>
            </a:r>
            <a:r>
              <a:rPr lang="en-ID" sz="1800" dirty="0"/>
              <a:t> </a:t>
            </a:r>
            <a:r>
              <a:rPr lang="en-ID" sz="1800" dirty="0" err="1"/>
              <a:t>aman</a:t>
            </a:r>
            <a:r>
              <a:rPr lang="en-ID" sz="1800" dirty="0"/>
              <a:t> </a:t>
            </a:r>
            <a:r>
              <a:rPr lang="en-ID" sz="1800" dirty="0" err="1"/>
              <a:t>dapat</a:t>
            </a:r>
            <a:r>
              <a:rPr lang="en-ID" sz="1800" dirty="0"/>
              <a:t> </a:t>
            </a:r>
            <a:r>
              <a:rPr lang="en-ID" sz="1800" dirty="0" err="1"/>
              <a:t>menyebabkan</a:t>
            </a:r>
            <a:r>
              <a:rPr lang="en-ID" sz="1800" dirty="0"/>
              <a:t> </a:t>
            </a:r>
            <a:r>
              <a:rPr lang="en-ID" sz="1800" dirty="0" err="1"/>
              <a:t>perforasi</a:t>
            </a:r>
            <a:r>
              <a:rPr lang="en-ID" sz="1800" dirty="0"/>
              <a:t> uterus </a:t>
            </a:r>
            <a:r>
              <a:rPr lang="en-ID" sz="1800" dirty="0" err="1"/>
              <a:t>atau</a:t>
            </a:r>
            <a:r>
              <a:rPr lang="en-ID" sz="1800" dirty="0"/>
              <a:t> </a:t>
            </a:r>
            <a:r>
              <a:rPr lang="en-ID" sz="1800" dirty="0" err="1"/>
              <a:t>kerusakan</a:t>
            </a:r>
            <a:r>
              <a:rPr lang="en-ID" sz="1800" dirty="0"/>
              <a:t> pada organ </a:t>
            </a:r>
            <a:r>
              <a:rPr lang="en-ID" sz="1800" dirty="0" err="1"/>
              <a:t>reproduksi</a:t>
            </a:r>
            <a:r>
              <a:rPr lang="en-ID" sz="1800" dirty="0"/>
              <a:t> </a:t>
            </a:r>
            <a:r>
              <a:rPr lang="en-ID" sz="1800" dirty="0" err="1"/>
              <a:t>lainnya</a:t>
            </a:r>
            <a:r>
              <a:rPr lang="en-ID" sz="1800" dirty="0"/>
              <a:t>. </a:t>
            </a:r>
            <a:r>
              <a:rPr lang="en-ID" sz="1800" dirty="0" err="1"/>
              <a:t>Kerusakan</a:t>
            </a:r>
            <a:r>
              <a:rPr lang="en-ID" sz="1800" dirty="0"/>
              <a:t> </a:t>
            </a:r>
            <a:r>
              <a:rPr lang="en-ID" sz="1800" dirty="0" err="1"/>
              <a:t>ini</a:t>
            </a:r>
            <a:r>
              <a:rPr lang="en-ID" sz="1800" dirty="0"/>
              <a:t> </a:t>
            </a:r>
            <a:r>
              <a:rPr lang="en-ID" sz="1800" dirty="0" err="1"/>
              <a:t>dapat</a:t>
            </a:r>
            <a:r>
              <a:rPr lang="en-ID" sz="1800" dirty="0"/>
              <a:t> </a:t>
            </a:r>
            <a:r>
              <a:rPr lang="en-ID" sz="1800" dirty="0" err="1"/>
              <a:t>berdampak</a:t>
            </a:r>
            <a:r>
              <a:rPr lang="en-ID" sz="1800" dirty="0"/>
              <a:t> pada </a:t>
            </a:r>
            <a:r>
              <a:rPr lang="en-ID" sz="1800" dirty="0" err="1"/>
              <a:t>infertilitas</a:t>
            </a:r>
            <a:r>
              <a:rPr lang="en-ID" sz="1800" dirty="0"/>
              <a:t> di masa </a:t>
            </a:r>
            <a:r>
              <a:rPr lang="en-ID" sz="1800" dirty="0" err="1"/>
              <a:t>depan</a:t>
            </a:r>
            <a:r>
              <a:rPr lang="en-ID" sz="1800" dirty="0"/>
              <a:t>.</a:t>
            </a:r>
          </a:p>
          <a:p>
            <a:r>
              <a:rPr lang="en-ID" sz="1800" b="1" dirty="0" err="1"/>
              <a:t>Kematian</a:t>
            </a:r>
            <a:r>
              <a:rPr lang="en-ID" sz="1800" b="1" dirty="0"/>
              <a:t> maternal. </a:t>
            </a:r>
            <a:r>
              <a:rPr lang="en-ID" sz="1800" dirty="0" err="1"/>
              <a:t>Aborsi</a:t>
            </a:r>
            <a:r>
              <a:rPr lang="en-ID" sz="1800" dirty="0"/>
              <a:t> </a:t>
            </a:r>
            <a:r>
              <a:rPr lang="en-ID" sz="1800" dirty="0" err="1"/>
              <a:t>tidak</a:t>
            </a:r>
            <a:r>
              <a:rPr lang="en-ID" sz="1800" dirty="0"/>
              <a:t> </a:t>
            </a:r>
            <a:r>
              <a:rPr lang="en-ID" sz="1800" dirty="0" err="1"/>
              <a:t>aman</a:t>
            </a:r>
            <a:r>
              <a:rPr lang="en-ID" sz="1800" dirty="0"/>
              <a:t> </a:t>
            </a:r>
            <a:r>
              <a:rPr lang="en-ID" sz="1800" dirty="0" err="1"/>
              <a:t>berkontribusi</a:t>
            </a:r>
            <a:r>
              <a:rPr lang="en-ID" sz="1800" dirty="0"/>
              <a:t> </a:t>
            </a:r>
            <a:r>
              <a:rPr lang="en-ID" sz="1800" dirty="0" err="1"/>
              <a:t>signifikan</a:t>
            </a:r>
            <a:r>
              <a:rPr lang="en-ID" sz="1800" dirty="0"/>
              <a:t> </a:t>
            </a:r>
            <a:r>
              <a:rPr lang="en-ID" sz="1800" dirty="0" err="1"/>
              <a:t>terhadap</a:t>
            </a:r>
            <a:r>
              <a:rPr lang="en-ID" sz="1800" dirty="0"/>
              <a:t> </a:t>
            </a:r>
            <a:r>
              <a:rPr lang="en-ID" sz="1800" dirty="0" err="1"/>
              <a:t>angka</a:t>
            </a:r>
            <a:r>
              <a:rPr lang="en-ID" sz="1800" dirty="0"/>
              <a:t> </a:t>
            </a:r>
            <a:r>
              <a:rPr lang="en-ID" sz="1800" dirty="0" err="1"/>
              <a:t>kematian</a:t>
            </a:r>
            <a:r>
              <a:rPr lang="en-ID" sz="1800" dirty="0"/>
              <a:t> </a:t>
            </a:r>
            <a:r>
              <a:rPr lang="en-ID" sz="1800" dirty="0" err="1"/>
              <a:t>ibu</a:t>
            </a:r>
            <a:r>
              <a:rPr lang="en-ID" sz="1800" dirty="0"/>
              <a:t>. </a:t>
            </a:r>
            <a:r>
              <a:rPr lang="en-ID" sz="1800" dirty="0" err="1"/>
              <a:t>Kondisi</a:t>
            </a:r>
            <a:r>
              <a:rPr lang="en-ID" sz="1800" dirty="0"/>
              <a:t> </a:t>
            </a:r>
            <a:r>
              <a:rPr lang="en-ID" sz="1800" dirty="0" err="1"/>
              <a:t>ini</a:t>
            </a:r>
            <a:r>
              <a:rPr lang="en-ID" sz="1800" dirty="0"/>
              <a:t> </a:t>
            </a:r>
            <a:r>
              <a:rPr lang="en-ID" sz="1800" dirty="0" err="1"/>
              <a:t>terjadi</a:t>
            </a:r>
            <a:r>
              <a:rPr lang="en-ID" sz="1800" dirty="0"/>
              <a:t> </a:t>
            </a:r>
            <a:r>
              <a:rPr lang="en-ID" sz="1800" dirty="0" err="1"/>
              <a:t>akibat</a:t>
            </a:r>
            <a:r>
              <a:rPr lang="en-ID" sz="1800" dirty="0"/>
              <a:t> </a:t>
            </a:r>
            <a:r>
              <a:rPr lang="en-ID" sz="1800" dirty="0" err="1"/>
              <a:t>kombinasi</a:t>
            </a:r>
            <a:r>
              <a:rPr lang="en-ID" sz="1800" dirty="0"/>
              <a:t> </a:t>
            </a:r>
            <a:r>
              <a:rPr lang="en-ID" sz="1800" dirty="0" err="1"/>
              <a:t>komplikasi</a:t>
            </a:r>
            <a:r>
              <a:rPr lang="en-ID" sz="1800" dirty="0"/>
              <a:t> </a:t>
            </a:r>
            <a:r>
              <a:rPr lang="en-ID" sz="1800" dirty="0" err="1"/>
              <a:t>seperti</a:t>
            </a:r>
            <a:r>
              <a:rPr lang="en-ID" sz="1800" dirty="0"/>
              <a:t> </a:t>
            </a:r>
            <a:r>
              <a:rPr lang="en-ID" sz="1800" dirty="0" err="1"/>
              <a:t>perdarahan</a:t>
            </a:r>
            <a:r>
              <a:rPr lang="en-ID" sz="1800" dirty="0"/>
              <a:t> dan </a:t>
            </a:r>
            <a:r>
              <a:rPr lang="en-ID" sz="1800" dirty="0" err="1"/>
              <a:t>infeksi</a:t>
            </a:r>
            <a:r>
              <a:rPr lang="en-ID" sz="1800"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2335" cy="1143000"/>
          </a:xfrm>
        </p:spPr>
        <p:txBody>
          <a:bodyPr>
            <a:noAutofit/>
          </a:bodyPr>
          <a:lstStyle/>
          <a:p>
            <a:r>
              <a:rPr lang="en-ID" sz="3600" b="1" dirty="0" err="1"/>
              <a:t>Dampak</a:t>
            </a:r>
            <a:r>
              <a:rPr lang="en-ID" sz="3600" b="1" dirty="0"/>
              <a:t> </a:t>
            </a:r>
            <a:r>
              <a:rPr lang="en-ID" sz="3600" b="1" dirty="0" err="1"/>
              <a:t>Psikologis</a:t>
            </a:r>
            <a:r>
              <a:rPr lang="en-ID" sz="3600" b="1" dirty="0"/>
              <a:t> Pasca </a:t>
            </a:r>
            <a:r>
              <a:rPr lang="en-ID" sz="3600" b="1" dirty="0" err="1"/>
              <a:t>Aborsi</a:t>
            </a:r>
            <a:endParaRPr lang="en-ID" sz="3600" b="1" dirty="0"/>
          </a:p>
        </p:txBody>
      </p:sp>
      <p:sp>
        <p:nvSpPr>
          <p:cNvPr id="3" name="Content Placeholder 2"/>
          <p:cNvSpPr>
            <a:spLocks noGrp="1"/>
          </p:cNvSpPr>
          <p:nvPr>
            <p:ph idx="1"/>
          </p:nvPr>
        </p:nvSpPr>
        <p:spPr>
          <a:xfrm>
            <a:off x="9832" y="1434844"/>
            <a:ext cx="9016182" cy="4525963"/>
          </a:xfrm>
        </p:spPr>
        <p:txBody>
          <a:bodyPr>
            <a:noAutofit/>
          </a:bodyPr>
          <a:lstStyle/>
          <a:p>
            <a:r>
              <a:rPr lang="en-ID" sz="1800" b="1" dirty="0"/>
              <a:t>Rasa </a:t>
            </a:r>
            <a:r>
              <a:rPr lang="en-ID" sz="1800" b="1" dirty="0" err="1"/>
              <a:t>bersalah</a:t>
            </a:r>
            <a:r>
              <a:rPr lang="en-ID" sz="1800" b="1" dirty="0"/>
              <a:t>. </a:t>
            </a:r>
            <a:r>
              <a:rPr lang="en-ID" sz="1800" dirty="0"/>
              <a:t>Sebagian </a:t>
            </a:r>
            <a:r>
              <a:rPr lang="en-ID" sz="1800" dirty="0" err="1"/>
              <a:t>individu</a:t>
            </a:r>
            <a:r>
              <a:rPr lang="en-ID" sz="1800" dirty="0"/>
              <a:t> </a:t>
            </a:r>
            <a:r>
              <a:rPr lang="en-ID" sz="1800" dirty="0" err="1"/>
              <a:t>mengalami</a:t>
            </a:r>
            <a:r>
              <a:rPr lang="en-ID" sz="1800" dirty="0"/>
              <a:t> </a:t>
            </a:r>
            <a:r>
              <a:rPr lang="en-ID" sz="1800" dirty="0" err="1"/>
              <a:t>perasaan</a:t>
            </a:r>
            <a:r>
              <a:rPr lang="en-ID" sz="1800" dirty="0"/>
              <a:t> </a:t>
            </a:r>
            <a:r>
              <a:rPr lang="en-ID" sz="1800" dirty="0" err="1"/>
              <a:t>bersalah</a:t>
            </a:r>
            <a:r>
              <a:rPr lang="en-ID" sz="1800" dirty="0"/>
              <a:t> </a:t>
            </a:r>
            <a:r>
              <a:rPr lang="en-ID" sz="1800" dirty="0" err="1"/>
              <a:t>setelah</a:t>
            </a:r>
            <a:r>
              <a:rPr lang="en-ID" sz="1800" dirty="0"/>
              <a:t> </a:t>
            </a:r>
            <a:r>
              <a:rPr lang="en-ID" sz="1800" dirty="0" err="1"/>
              <a:t>menjalani</a:t>
            </a:r>
            <a:r>
              <a:rPr lang="en-ID" sz="1800" dirty="0"/>
              <a:t> </a:t>
            </a:r>
            <a:r>
              <a:rPr lang="en-ID" sz="1800" dirty="0" err="1"/>
              <a:t>aborsi</a:t>
            </a:r>
            <a:r>
              <a:rPr lang="en-ID" sz="1800" dirty="0"/>
              <a:t>, </a:t>
            </a:r>
            <a:r>
              <a:rPr lang="en-ID" sz="1800" dirty="0" err="1"/>
              <a:t>terutama</a:t>
            </a:r>
            <a:r>
              <a:rPr lang="en-ID" sz="1800" dirty="0"/>
              <a:t> </a:t>
            </a:r>
            <a:r>
              <a:rPr lang="en-ID" sz="1800" dirty="0" err="1"/>
              <a:t>jika</a:t>
            </a:r>
            <a:r>
              <a:rPr lang="en-ID" sz="1800" dirty="0"/>
              <a:t> </a:t>
            </a:r>
            <a:r>
              <a:rPr lang="en-ID" sz="1800" dirty="0" err="1"/>
              <a:t>keputusan</a:t>
            </a:r>
            <a:r>
              <a:rPr lang="en-ID" sz="1800" dirty="0"/>
              <a:t> </a:t>
            </a:r>
            <a:r>
              <a:rPr lang="en-ID" sz="1800" dirty="0" err="1"/>
              <a:t>tersebut</a:t>
            </a:r>
            <a:r>
              <a:rPr lang="en-ID" sz="1800" dirty="0"/>
              <a:t> </a:t>
            </a:r>
            <a:r>
              <a:rPr lang="en-ID" sz="1800" dirty="0" err="1"/>
              <a:t>bertentangan</a:t>
            </a:r>
            <a:r>
              <a:rPr lang="en-ID" sz="1800" dirty="0"/>
              <a:t> </a:t>
            </a:r>
            <a:r>
              <a:rPr lang="en-ID" sz="1800" dirty="0" err="1"/>
              <a:t>dengan</a:t>
            </a:r>
            <a:r>
              <a:rPr lang="en-ID" sz="1800" dirty="0"/>
              <a:t> </a:t>
            </a:r>
            <a:r>
              <a:rPr lang="en-ID" sz="1800" dirty="0" err="1"/>
              <a:t>nilai</a:t>
            </a:r>
            <a:r>
              <a:rPr lang="en-ID" sz="1800" dirty="0"/>
              <a:t> </a:t>
            </a:r>
            <a:r>
              <a:rPr lang="en-ID" sz="1800" dirty="0" err="1"/>
              <a:t>pribadi</a:t>
            </a:r>
            <a:r>
              <a:rPr lang="en-ID" sz="1800" dirty="0"/>
              <a:t> </a:t>
            </a:r>
            <a:r>
              <a:rPr lang="en-ID" sz="1800" dirty="0" err="1"/>
              <a:t>atau</a:t>
            </a:r>
            <a:r>
              <a:rPr lang="en-ID" sz="1800" dirty="0"/>
              <a:t> </a:t>
            </a:r>
            <a:r>
              <a:rPr lang="en-ID" sz="1800" dirty="0" err="1"/>
              <a:t>sosial</a:t>
            </a:r>
            <a:r>
              <a:rPr lang="en-ID" sz="1800" dirty="0"/>
              <a:t>. </a:t>
            </a:r>
            <a:r>
              <a:rPr lang="en-ID" sz="1800" dirty="0" err="1"/>
              <a:t>Perasaan</a:t>
            </a:r>
            <a:r>
              <a:rPr lang="en-ID" sz="1800" dirty="0"/>
              <a:t> </a:t>
            </a:r>
            <a:r>
              <a:rPr lang="en-ID" sz="1800" dirty="0" err="1"/>
              <a:t>ini</a:t>
            </a:r>
            <a:r>
              <a:rPr lang="en-ID" sz="1800" dirty="0"/>
              <a:t> </a:t>
            </a:r>
            <a:r>
              <a:rPr lang="en-ID" sz="1800" dirty="0" err="1"/>
              <a:t>dapat</a:t>
            </a:r>
            <a:r>
              <a:rPr lang="en-ID" sz="1800" dirty="0"/>
              <a:t> </a:t>
            </a:r>
            <a:r>
              <a:rPr lang="en-ID" sz="1800" dirty="0" err="1"/>
              <a:t>bertahan</a:t>
            </a:r>
            <a:r>
              <a:rPr lang="en-ID" sz="1800" dirty="0"/>
              <a:t> </a:t>
            </a:r>
            <a:r>
              <a:rPr lang="en-ID" sz="1800" dirty="0" err="1"/>
              <a:t>dalam</a:t>
            </a:r>
            <a:r>
              <a:rPr lang="en-ID" sz="1800" dirty="0"/>
              <a:t> </a:t>
            </a:r>
            <a:r>
              <a:rPr lang="en-ID" sz="1800" dirty="0" err="1"/>
              <a:t>jangka</a:t>
            </a:r>
            <a:r>
              <a:rPr lang="en-ID" sz="1800" dirty="0"/>
              <a:t> </a:t>
            </a:r>
            <a:r>
              <a:rPr lang="en-ID" sz="1800" dirty="0" err="1"/>
              <a:t>panjang</a:t>
            </a:r>
            <a:r>
              <a:rPr lang="en-ID" sz="1800" dirty="0"/>
              <a:t> dan </a:t>
            </a:r>
            <a:r>
              <a:rPr lang="en-ID" sz="1800" dirty="0" err="1"/>
              <a:t>memengaruhi</a:t>
            </a:r>
            <a:r>
              <a:rPr lang="en-ID" sz="1800" dirty="0"/>
              <a:t> </a:t>
            </a:r>
            <a:r>
              <a:rPr lang="en-ID" sz="1800" dirty="0" err="1"/>
              <a:t>kesejahteraan</a:t>
            </a:r>
            <a:r>
              <a:rPr lang="en-ID" sz="1800" dirty="0"/>
              <a:t> mental. </a:t>
            </a:r>
          </a:p>
          <a:p>
            <a:r>
              <a:rPr lang="en-ID" sz="1800" b="1" dirty="0" err="1"/>
              <a:t>Depresi</a:t>
            </a:r>
            <a:r>
              <a:rPr lang="en-ID" sz="1800" b="1" dirty="0"/>
              <a:t>. </a:t>
            </a:r>
            <a:r>
              <a:rPr lang="en-ID" sz="1800" dirty="0" err="1"/>
              <a:t>Depresi</a:t>
            </a:r>
            <a:r>
              <a:rPr lang="en-ID" sz="1800" dirty="0"/>
              <a:t> </a:t>
            </a:r>
            <a:r>
              <a:rPr lang="en-ID" sz="1800" dirty="0" err="1"/>
              <a:t>dapat</a:t>
            </a:r>
            <a:r>
              <a:rPr lang="en-ID" sz="1800" dirty="0"/>
              <a:t> </a:t>
            </a:r>
            <a:r>
              <a:rPr lang="en-ID" sz="1800" dirty="0" err="1"/>
              <a:t>muncul</a:t>
            </a:r>
            <a:r>
              <a:rPr lang="en-ID" sz="1800" dirty="0"/>
              <a:t> </a:t>
            </a:r>
            <a:r>
              <a:rPr lang="en-ID" sz="1800" dirty="0" err="1"/>
              <a:t>sebagai</a:t>
            </a:r>
            <a:r>
              <a:rPr lang="en-ID" sz="1800" dirty="0"/>
              <a:t> </a:t>
            </a:r>
            <a:r>
              <a:rPr lang="en-ID" sz="1800" dirty="0" err="1"/>
              <a:t>respons</a:t>
            </a:r>
            <a:r>
              <a:rPr lang="en-ID" sz="1800" dirty="0"/>
              <a:t> </a:t>
            </a:r>
            <a:r>
              <a:rPr lang="en-ID" sz="1800" dirty="0" err="1"/>
              <a:t>terhadap</a:t>
            </a:r>
            <a:r>
              <a:rPr lang="en-ID" sz="1800" dirty="0"/>
              <a:t> </a:t>
            </a:r>
            <a:r>
              <a:rPr lang="en-ID" sz="1800" dirty="0" err="1"/>
              <a:t>tekanan</a:t>
            </a:r>
            <a:r>
              <a:rPr lang="en-ID" sz="1800" dirty="0"/>
              <a:t> </a:t>
            </a:r>
            <a:r>
              <a:rPr lang="en-ID" sz="1800" dirty="0" err="1"/>
              <a:t>emosional</a:t>
            </a:r>
            <a:r>
              <a:rPr lang="en-ID" sz="1800" dirty="0"/>
              <a:t> yang </a:t>
            </a:r>
            <a:r>
              <a:rPr lang="en-ID" sz="1800" dirty="0" err="1"/>
              <a:t>dialami</a:t>
            </a:r>
            <a:r>
              <a:rPr lang="en-ID" sz="1800" dirty="0"/>
              <a:t> </a:t>
            </a:r>
            <a:r>
              <a:rPr lang="en-ID" sz="1800" dirty="0" err="1"/>
              <a:t>sebelum</a:t>
            </a:r>
            <a:r>
              <a:rPr lang="en-ID" sz="1800" dirty="0"/>
              <a:t> dan </a:t>
            </a:r>
            <a:r>
              <a:rPr lang="en-ID" sz="1800" dirty="0" err="1"/>
              <a:t>sesudah</a:t>
            </a:r>
            <a:r>
              <a:rPr lang="en-ID" sz="1800" dirty="0"/>
              <a:t> </a:t>
            </a:r>
            <a:r>
              <a:rPr lang="en-ID" sz="1800" dirty="0" err="1"/>
              <a:t>aborsi</a:t>
            </a:r>
            <a:r>
              <a:rPr lang="en-ID" sz="1800" dirty="0"/>
              <a:t>. </a:t>
            </a:r>
            <a:r>
              <a:rPr lang="en-ID" sz="1800" dirty="0" err="1"/>
              <a:t>Kondisi</a:t>
            </a:r>
            <a:r>
              <a:rPr lang="en-ID" sz="1800" dirty="0"/>
              <a:t> </a:t>
            </a:r>
            <a:r>
              <a:rPr lang="en-ID" sz="1800" dirty="0" err="1"/>
              <a:t>ini</a:t>
            </a:r>
            <a:r>
              <a:rPr lang="en-ID" sz="1800" dirty="0"/>
              <a:t> </a:t>
            </a:r>
            <a:r>
              <a:rPr lang="en-ID" sz="1800" dirty="0" err="1"/>
              <a:t>ditandai</a:t>
            </a:r>
            <a:r>
              <a:rPr lang="en-ID" sz="1800" dirty="0"/>
              <a:t> </a:t>
            </a:r>
            <a:r>
              <a:rPr lang="en-ID" sz="1800" dirty="0" err="1"/>
              <a:t>dengan</a:t>
            </a:r>
            <a:r>
              <a:rPr lang="en-ID" sz="1800" dirty="0"/>
              <a:t> </a:t>
            </a:r>
            <a:r>
              <a:rPr lang="en-ID" sz="1800" dirty="0" err="1"/>
              <a:t>perasaan</a:t>
            </a:r>
            <a:r>
              <a:rPr lang="en-ID" sz="1800" dirty="0"/>
              <a:t> </a:t>
            </a:r>
            <a:r>
              <a:rPr lang="en-ID" sz="1800" dirty="0" err="1"/>
              <a:t>sedih</a:t>
            </a:r>
            <a:r>
              <a:rPr lang="en-ID" sz="1800" dirty="0"/>
              <a:t> </a:t>
            </a:r>
            <a:r>
              <a:rPr lang="en-ID" sz="1800" dirty="0" err="1"/>
              <a:t>berkepanjangan</a:t>
            </a:r>
            <a:r>
              <a:rPr lang="en-ID" sz="1800" dirty="0"/>
              <a:t> dan </a:t>
            </a:r>
            <a:r>
              <a:rPr lang="en-ID" sz="1800" dirty="0" err="1"/>
              <a:t>kehilangan</a:t>
            </a:r>
            <a:r>
              <a:rPr lang="en-ID" sz="1800" dirty="0"/>
              <a:t> </a:t>
            </a:r>
            <a:r>
              <a:rPr lang="en-ID" sz="1800" dirty="0" err="1"/>
              <a:t>minat</a:t>
            </a:r>
            <a:r>
              <a:rPr lang="en-ID" sz="1800" dirty="0"/>
              <a:t> </a:t>
            </a:r>
            <a:r>
              <a:rPr lang="en-ID" sz="1800" dirty="0" err="1"/>
              <a:t>terhadap</a:t>
            </a:r>
            <a:r>
              <a:rPr lang="en-ID" sz="1800" dirty="0"/>
              <a:t> </a:t>
            </a:r>
            <a:r>
              <a:rPr lang="en-ID" sz="1800" dirty="0" err="1"/>
              <a:t>aktivitas</a:t>
            </a:r>
            <a:r>
              <a:rPr lang="en-ID" sz="1800" dirty="0"/>
              <a:t> </a:t>
            </a:r>
            <a:r>
              <a:rPr lang="en-ID" sz="1800" dirty="0" err="1"/>
              <a:t>sehari-hari</a:t>
            </a:r>
            <a:r>
              <a:rPr lang="en-ID" sz="1800" dirty="0"/>
              <a:t>. </a:t>
            </a:r>
          </a:p>
          <a:p>
            <a:r>
              <a:rPr lang="en-ID" sz="1800" b="1" dirty="0"/>
              <a:t>Trauma </a:t>
            </a:r>
            <a:r>
              <a:rPr lang="en-ID" sz="1800" b="1" dirty="0" err="1"/>
              <a:t>emosional</a:t>
            </a:r>
            <a:br>
              <a:rPr lang="en-ID" sz="1800" dirty="0"/>
            </a:br>
            <a:r>
              <a:rPr lang="en-ID" sz="1800" dirty="0" err="1"/>
              <a:t>Pengalaman</a:t>
            </a:r>
            <a:r>
              <a:rPr lang="en-ID" sz="1800" dirty="0"/>
              <a:t> </a:t>
            </a:r>
            <a:r>
              <a:rPr lang="en-ID" sz="1800" dirty="0" err="1"/>
              <a:t>aborsi</a:t>
            </a:r>
            <a:r>
              <a:rPr lang="en-ID" sz="1800" dirty="0"/>
              <a:t>, </a:t>
            </a:r>
            <a:r>
              <a:rPr lang="en-ID" sz="1800" dirty="0" err="1"/>
              <a:t>terutama</a:t>
            </a:r>
            <a:r>
              <a:rPr lang="en-ID" sz="1800" dirty="0"/>
              <a:t> </a:t>
            </a:r>
            <a:r>
              <a:rPr lang="en-ID" sz="1800" dirty="0" err="1"/>
              <a:t>dalam</a:t>
            </a:r>
            <a:r>
              <a:rPr lang="en-ID" sz="1800" dirty="0"/>
              <a:t> </a:t>
            </a:r>
            <a:r>
              <a:rPr lang="en-ID" sz="1800" dirty="0" err="1"/>
              <a:t>kondisi</a:t>
            </a:r>
            <a:r>
              <a:rPr lang="en-ID" sz="1800" dirty="0"/>
              <a:t> </a:t>
            </a:r>
            <a:r>
              <a:rPr lang="en-ID" sz="1800" dirty="0" err="1"/>
              <a:t>tidak</a:t>
            </a:r>
            <a:r>
              <a:rPr lang="en-ID" sz="1800" dirty="0"/>
              <a:t> </a:t>
            </a:r>
            <a:r>
              <a:rPr lang="en-ID" sz="1800" dirty="0" err="1"/>
              <a:t>aman</a:t>
            </a:r>
            <a:r>
              <a:rPr lang="en-ID" sz="1800" dirty="0"/>
              <a:t> </a:t>
            </a:r>
            <a:r>
              <a:rPr lang="en-ID" sz="1800" dirty="0" err="1"/>
              <a:t>atau</a:t>
            </a:r>
            <a:r>
              <a:rPr lang="en-ID" sz="1800" dirty="0"/>
              <a:t> </a:t>
            </a:r>
            <a:r>
              <a:rPr lang="en-ID" sz="1800" dirty="0" err="1"/>
              <a:t>penuh</a:t>
            </a:r>
            <a:r>
              <a:rPr lang="en-ID" sz="1800" dirty="0"/>
              <a:t> </a:t>
            </a:r>
            <a:r>
              <a:rPr lang="en-ID" sz="1800" dirty="0" err="1"/>
              <a:t>tekanan</a:t>
            </a:r>
            <a:r>
              <a:rPr lang="en-ID" sz="1800" dirty="0"/>
              <a:t>, </a:t>
            </a:r>
            <a:r>
              <a:rPr lang="en-ID" sz="1800" dirty="0" err="1"/>
              <a:t>dapat</a:t>
            </a:r>
            <a:r>
              <a:rPr lang="en-ID" sz="1800" dirty="0"/>
              <a:t> </a:t>
            </a:r>
            <a:r>
              <a:rPr lang="en-ID" sz="1800" dirty="0" err="1"/>
              <a:t>menyebabkan</a:t>
            </a:r>
            <a:r>
              <a:rPr lang="en-ID" sz="1800" dirty="0"/>
              <a:t> trauma </a:t>
            </a:r>
            <a:r>
              <a:rPr lang="en-ID" sz="1800" dirty="0" err="1"/>
              <a:t>emosional</a:t>
            </a:r>
            <a:r>
              <a:rPr lang="en-ID" sz="1800" dirty="0"/>
              <a:t>. Trauma </a:t>
            </a:r>
            <a:r>
              <a:rPr lang="en-ID" sz="1800" dirty="0" err="1"/>
              <a:t>ini</a:t>
            </a:r>
            <a:r>
              <a:rPr lang="en-ID" sz="1800" dirty="0"/>
              <a:t> </a:t>
            </a:r>
            <a:r>
              <a:rPr lang="en-ID" sz="1800" dirty="0" err="1"/>
              <a:t>dapat</a:t>
            </a:r>
            <a:r>
              <a:rPr lang="en-ID" sz="1800" dirty="0"/>
              <a:t> </a:t>
            </a:r>
            <a:r>
              <a:rPr lang="en-ID" sz="1800" dirty="0" err="1"/>
              <a:t>memengaruhi</a:t>
            </a:r>
            <a:r>
              <a:rPr lang="en-ID" sz="1800" dirty="0"/>
              <a:t> </a:t>
            </a:r>
            <a:r>
              <a:rPr lang="en-ID" sz="1800" dirty="0" err="1"/>
              <a:t>hubungan</a:t>
            </a:r>
            <a:r>
              <a:rPr lang="en-ID" sz="1800" dirty="0"/>
              <a:t> interpersonal dan </a:t>
            </a:r>
            <a:r>
              <a:rPr lang="en-ID" sz="1800" dirty="0" err="1"/>
              <a:t>kualitas</a:t>
            </a:r>
            <a:r>
              <a:rPr lang="en-ID" sz="1800" dirty="0"/>
              <a:t> </a:t>
            </a:r>
            <a:r>
              <a:rPr lang="en-ID" sz="1800" dirty="0" err="1"/>
              <a:t>hidup</a:t>
            </a:r>
            <a:r>
              <a:rPr lang="en-ID" sz="1800" dirty="0"/>
              <a:t> </a:t>
            </a:r>
            <a:r>
              <a:rPr lang="en-ID" sz="1800" dirty="0" err="1"/>
              <a:t>individu</a:t>
            </a:r>
            <a:r>
              <a:rPr lang="en-ID" sz="1800" dirty="0"/>
              <a:t>. </a:t>
            </a:r>
          </a:p>
          <a:p>
            <a:r>
              <a:rPr lang="en-ID" sz="1800" b="1" dirty="0" err="1"/>
              <a:t>Gangguan</a:t>
            </a:r>
            <a:r>
              <a:rPr lang="en-ID" sz="1800" b="1" dirty="0"/>
              <a:t> </a:t>
            </a:r>
            <a:r>
              <a:rPr lang="en-ID" sz="1800" b="1" dirty="0" err="1"/>
              <a:t>kecemasan</a:t>
            </a:r>
            <a:br>
              <a:rPr lang="en-ID" sz="1800" dirty="0"/>
            </a:br>
            <a:r>
              <a:rPr lang="en-ID" sz="1800" dirty="0" err="1"/>
              <a:t>Individu</a:t>
            </a:r>
            <a:r>
              <a:rPr lang="en-ID" sz="1800" dirty="0"/>
              <a:t> </a:t>
            </a:r>
            <a:r>
              <a:rPr lang="en-ID" sz="1800" dirty="0" err="1"/>
              <a:t>dapat</a:t>
            </a:r>
            <a:r>
              <a:rPr lang="en-ID" sz="1800" dirty="0"/>
              <a:t> </a:t>
            </a:r>
            <a:r>
              <a:rPr lang="en-ID" sz="1800" dirty="0" err="1"/>
              <a:t>mengalami</a:t>
            </a:r>
            <a:r>
              <a:rPr lang="en-ID" sz="1800" dirty="0"/>
              <a:t> </a:t>
            </a:r>
            <a:r>
              <a:rPr lang="en-ID" sz="1800" dirty="0" err="1"/>
              <a:t>kecemasan</a:t>
            </a:r>
            <a:r>
              <a:rPr lang="en-ID" sz="1800" dirty="0"/>
              <a:t> </a:t>
            </a:r>
            <a:r>
              <a:rPr lang="en-ID" sz="1800" dirty="0" err="1"/>
              <a:t>terkait</a:t>
            </a:r>
            <a:r>
              <a:rPr lang="en-ID" sz="1800" dirty="0"/>
              <a:t> </a:t>
            </a:r>
            <a:r>
              <a:rPr lang="en-ID" sz="1800" dirty="0" err="1"/>
              <a:t>kesehatan</a:t>
            </a:r>
            <a:r>
              <a:rPr lang="en-ID" sz="1800" dirty="0"/>
              <a:t>, stigma </a:t>
            </a:r>
            <a:r>
              <a:rPr lang="en-ID" sz="1800" dirty="0" err="1"/>
              <a:t>sosial</a:t>
            </a:r>
            <a:r>
              <a:rPr lang="en-ID" sz="1800" dirty="0"/>
              <a:t>, </a:t>
            </a:r>
            <a:r>
              <a:rPr lang="en-ID" sz="1800" dirty="0" err="1"/>
              <a:t>atau</a:t>
            </a:r>
            <a:r>
              <a:rPr lang="en-ID" sz="1800" dirty="0"/>
              <a:t> </a:t>
            </a:r>
            <a:r>
              <a:rPr lang="en-ID" sz="1800" dirty="0" err="1"/>
              <a:t>konsekuensi</a:t>
            </a:r>
            <a:r>
              <a:rPr lang="en-ID" sz="1800" dirty="0"/>
              <a:t> masa </a:t>
            </a:r>
            <a:r>
              <a:rPr lang="en-ID" sz="1800" dirty="0" err="1"/>
              <a:t>depan</a:t>
            </a:r>
            <a:r>
              <a:rPr lang="en-ID" sz="1800" dirty="0"/>
              <a:t>. </a:t>
            </a:r>
            <a:r>
              <a:rPr lang="en-ID" sz="1800" dirty="0" err="1"/>
              <a:t>Gangguan</a:t>
            </a:r>
            <a:r>
              <a:rPr lang="en-ID" sz="1800" dirty="0"/>
              <a:t> </a:t>
            </a:r>
            <a:r>
              <a:rPr lang="en-ID" sz="1800" dirty="0" err="1"/>
              <a:t>kecemasan</a:t>
            </a:r>
            <a:r>
              <a:rPr lang="en-ID" sz="1800" dirty="0"/>
              <a:t> </a:t>
            </a:r>
            <a:r>
              <a:rPr lang="en-ID" sz="1800" dirty="0" err="1"/>
              <a:t>ini</a:t>
            </a:r>
            <a:r>
              <a:rPr lang="en-ID" sz="1800" dirty="0"/>
              <a:t> </a:t>
            </a:r>
            <a:r>
              <a:rPr lang="en-ID" sz="1800" dirty="0" err="1"/>
              <a:t>dapat</a:t>
            </a:r>
            <a:r>
              <a:rPr lang="en-ID" sz="1800" dirty="0"/>
              <a:t> </a:t>
            </a:r>
            <a:r>
              <a:rPr lang="en-ID" sz="1800" dirty="0" err="1"/>
              <a:t>memengaruhi</a:t>
            </a:r>
            <a:r>
              <a:rPr lang="en-ID" sz="1800" dirty="0"/>
              <a:t> </a:t>
            </a:r>
            <a:r>
              <a:rPr lang="en-ID" sz="1800" dirty="0" err="1"/>
              <a:t>fungsi</a:t>
            </a:r>
            <a:r>
              <a:rPr lang="en-ID" sz="1800" dirty="0"/>
              <a:t> </a:t>
            </a:r>
            <a:r>
              <a:rPr lang="en-ID" sz="1800" dirty="0" err="1"/>
              <a:t>sehari-hari</a:t>
            </a:r>
            <a:r>
              <a:rPr lang="en-ID" sz="1800" dirty="0"/>
              <a:t> dan </a:t>
            </a:r>
            <a:r>
              <a:rPr lang="en-ID" sz="1800" dirty="0" err="1"/>
              <a:t>kesejahteraan</a:t>
            </a:r>
            <a:r>
              <a:rPr lang="en-ID" sz="1800" dirty="0"/>
              <a:t> </a:t>
            </a:r>
            <a:r>
              <a:rPr lang="en-ID" sz="1800" dirty="0" err="1"/>
              <a:t>psikologis</a:t>
            </a:r>
            <a:r>
              <a:rPr lang="en-ID" sz="1800"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D" sz="3200" b="1" dirty="0" err="1"/>
              <a:t>Konsekuensi</a:t>
            </a:r>
            <a:r>
              <a:rPr lang="en-ID" sz="3200" b="1" dirty="0"/>
              <a:t> Sosial dan Stigma</a:t>
            </a:r>
            <a:endParaRPr sz="3200" b="1" dirty="0"/>
          </a:p>
        </p:txBody>
      </p:sp>
      <p:sp>
        <p:nvSpPr>
          <p:cNvPr id="3" name="Content Placeholder 2"/>
          <p:cNvSpPr>
            <a:spLocks noGrp="1"/>
          </p:cNvSpPr>
          <p:nvPr>
            <p:ph idx="1"/>
          </p:nvPr>
        </p:nvSpPr>
        <p:spPr>
          <a:xfrm>
            <a:off x="58993" y="1315284"/>
            <a:ext cx="9045676" cy="4525963"/>
          </a:xfrm>
        </p:spPr>
        <p:txBody>
          <a:bodyPr>
            <a:noAutofit/>
          </a:bodyPr>
          <a:lstStyle/>
          <a:p>
            <a:r>
              <a:rPr lang="en-ID" sz="1800" b="1" dirty="0" err="1"/>
              <a:t>Penolakan</a:t>
            </a:r>
            <a:r>
              <a:rPr lang="en-ID" sz="1800" b="1" dirty="0"/>
              <a:t> </a:t>
            </a:r>
            <a:r>
              <a:rPr lang="en-ID" sz="1800" b="1" dirty="0" err="1"/>
              <a:t>masyarakat</a:t>
            </a:r>
            <a:br>
              <a:rPr lang="en-ID" sz="1800" dirty="0"/>
            </a:br>
            <a:r>
              <a:rPr lang="en-ID" sz="1800" dirty="0" err="1"/>
              <a:t>Individu</a:t>
            </a:r>
            <a:r>
              <a:rPr lang="en-ID" sz="1800" dirty="0"/>
              <a:t> yang </a:t>
            </a:r>
            <a:r>
              <a:rPr lang="en-ID" sz="1800" dirty="0" err="1"/>
              <a:t>mengalami</a:t>
            </a:r>
            <a:r>
              <a:rPr lang="en-ID" sz="1800" dirty="0"/>
              <a:t> </a:t>
            </a:r>
            <a:r>
              <a:rPr lang="en-ID" sz="1800" dirty="0" err="1"/>
              <a:t>aborsi</a:t>
            </a:r>
            <a:r>
              <a:rPr lang="en-ID" sz="1800" dirty="0"/>
              <a:t> </a:t>
            </a:r>
            <a:r>
              <a:rPr lang="en-ID" sz="1800" dirty="0" err="1"/>
              <a:t>sering</a:t>
            </a:r>
            <a:r>
              <a:rPr lang="en-ID" sz="1800" dirty="0"/>
              <a:t> </a:t>
            </a:r>
            <a:r>
              <a:rPr lang="en-ID" sz="1800" dirty="0" err="1"/>
              <a:t>menghadapi</a:t>
            </a:r>
            <a:r>
              <a:rPr lang="en-ID" sz="1800" dirty="0"/>
              <a:t> </a:t>
            </a:r>
            <a:r>
              <a:rPr lang="en-ID" sz="1800" dirty="0" err="1"/>
              <a:t>penolakan</a:t>
            </a:r>
            <a:r>
              <a:rPr lang="en-ID" sz="1800" dirty="0"/>
              <a:t> </a:t>
            </a:r>
            <a:r>
              <a:rPr lang="en-ID" sz="1800" dirty="0" err="1"/>
              <a:t>dari</a:t>
            </a:r>
            <a:r>
              <a:rPr lang="en-ID" sz="1800" dirty="0"/>
              <a:t> </a:t>
            </a:r>
            <a:r>
              <a:rPr lang="en-ID" sz="1800" dirty="0" err="1"/>
              <a:t>lingkungan</a:t>
            </a:r>
            <a:r>
              <a:rPr lang="en-ID" sz="1800" dirty="0"/>
              <a:t> </a:t>
            </a:r>
            <a:r>
              <a:rPr lang="en-ID" sz="1800" dirty="0" err="1"/>
              <a:t>sosial</a:t>
            </a:r>
            <a:r>
              <a:rPr lang="en-ID" sz="1800" dirty="0"/>
              <a:t>. Hal </a:t>
            </a:r>
            <a:r>
              <a:rPr lang="en-ID" sz="1800" dirty="0" err="1"/>
              <a:t>ini</a:t>
            </a:r>
            <a:r>
              <a:rPr lang="en-ID" sz="1800" dirty="0"/>
              <a:t> </a:t>
            </a:r>
            <a:r>
              <a:rPr lang="en-ID" sz="1800" dirty="0" err="1"/>
              <a:t>dapat</a:t>
            </a:r>
            <a:r>
              <a:rPr lang="en-ID" sz="1800" dirty="0"/>
              <a:t> </a:t>
            </a:r>
            <a:r>
              <a:rPr lang="en-ID" sz="1800" dirty="0" err="1"/>
              <a:t>berupa</a:t>
            </a:r>
            <a:r>
              <a:rPr lang="en-ID" sz="1800" dirty="0"/>
              <a:t> </a:t>
            </a:r>
            <a:r>
              <a:rPr lang="en-ID" sz="1800" dirty="0" err="1"/>
              <a:t>pengucilan</a:t>
            </a:r>
            <a:r>
              <a:rPr lang="en-ID" sz="1800" dirty="0"/>
              <a:t> </a:t>
            </a:r>
            <a:r>
              <a:rPr lang="en-ID" sz="1800" dirty="0" err="1"/>
              <a:t>atau</a:t>
            </a:r>
            <a:r>
              <a:rPr lang="en-ID" sz="1800" dirty="0"/>
              <a:t> </a:t>
            </a:r>
            <a:r>
              <a:rPr lang="en-ID" sz="1800" dirty="0" err="1"/>
              <a:t>penilaian</a:t>
            </a:r>
            <a:r>
              <a:rPr lang="en-ID" sz="1800" dirty="0"/>
              <a:t> </a:t>
            </a:r>
            <a:r>
              <a:rPr lang="en-ID" sz="1800" dirty="0" err="1"/>
              <a:t>negatif</a:t>
            </a:r>
            <a:r>
              <a:rPr lang="en-ID" sz="1800" dirty="0"/>
              <a:t>. </a:t>
            </a:r>
            <a:r>
              <a:rPr lang="en-ID" sz="1800" dirty="0" err="1"/>
              <a:t>Dampaknya</a:t>
            </a:r>
            <a:r>
              <a:rPr lang="en-ID" sz="1800" dirty="0"/>
              <a:t> sangat </a:t>
            </a:r>
            <a:r>
              <a:rPr lang="en-ID" sz="1800" dirty="0" err="1"/>
              <a:t>besar</a:t>
            </a:r>
            <a:r>
              <a:rPr lang="en-ID" sz="1800" dirty="0"/>
              <a:t> </a:t>
            </a:r>
            <a:r>
              <a:rPr lang="en-ID" sz="1800" dirty="0" err="1"/>
              <a:t>terhadap</a:t>
            </a:r>
            <a:r>
              <a:rPr lang="en-ID" sz="1800" dirty="0"/>
              <a:t> </a:t>
            </a:r>
            <a:r>
              <a:rPr lang="en-ID" sz="1800" dirty="0" err="1"/>
              <a:t>kesehatan</a:t>
            </a:r>
            <a:r>
              <a:rPr lang="en-ID" sz="1800" dirty="0"/>
              <a:t> mental. </a:t>
            </a:r>
          </a:p>
          <a:p>
            <a:r>
              <a:rPr lang="en-ID" sz="1800" b="1" dirty="0" err="1"/>
              <a:t>Diskriminasi</a:t>
            </a:r>
            <a:r>
              <a:rPr lang="en-ID" sz="1800" b="1" dirty="0"/>
              <a:t> </a:t>
            </a:r>
            <a:r>
              <a:rPr lang="en-ID" sz="1800" b="1" dirty="0" err="1"/>
              <a:t>sosial</a:t>
            </a:r>
            <a:br>
              <a:rPr lang="en-ID" sz="1800" dirty="0"/>
            </a:br>
            <a:r>
              <a:rPr lang="en-ID" sz="1800" dirty="0" err="1"/>
              <a:t>Diskriminasi</a:t>
            </a:r>
            <a:r>
              <a:rPr lang="en-ID" sz="1800" dirty="0"/>
              <a:t> </a:t>
            </a:r>
            <a:r>
              <a:rPr lang="en-ID" sz="1800" dirty="0" err="1"/>
              <a:t>dapat</a:t>
            </a:r>
            <a:r>
              <a:rPr lang="en-ID" sz="1800" dirty="0"/>
              <a:t> </a:t>
            </a:r>
            <a:r>
              <a:rPr lang="en-ID" sz="1800" dirty="0" err="1"/>
              <a:t>terjadi</a:t>
            </a:r>
            <a:r>
              <a:rPr lang="en-ID" sz="1800" dirty="0"/>
              <a:t> </a:t>
            </a:r>
            <a:r>
              <a:rPr lang="en-ID" sz="1800" dirty="0" err="1"/>
              <a:t>dalam</a:t>
            </a:r>
            <a:r>
              <a:rPr lang="en-ID" sz="1800" dirty="0"/>
              <a:t> </a:t>
            </a:r>
            <a:r>
              <a:rPr lang="en-ID" sz="1800" dirty="0" err="1"/>
              <a:t>berbagai</a:t>
            </a:r>
            <a:r>
              <a:rPr lang="en-ID" sz="1800" dirty="0"/>
              <a:t> </a:t>
            </a:r>
            <a:r>
              <a:rPr lang="en-ID" sz="1800" dirty="0" err="1"/>
              <a:t>aspek</a:t>
            </a:r>
            <a:r>
              <a:rPr lang="en-ID" sz="1800" dirty="0"/>
              <a:t> </a:t>
            </a:r>
            <a:r>
              <a:rPr lang="en-ID" sz="1800" dirty="0" err="1"/>
              <a:t>kehidupan</a:t>
            </a:r>
            <a:r>
              <a:rPr lang="en-ID" sz="1800" dirty="0"/>
              <a:t>, </a:t>
            </a:r>
            <a:r>
              <a:rPr lang="en-ID" sz="1800" dirty="0" err="1"/>
              <a:t>termasuk</a:t>
            </a:r>
            <a:r>
              <a:rPr lang="en-ID" sz="1800" dirty="0"/>
              <a:t> </a:t>
            </a:r>
            <a:r>
              <a:rPr lang="en-ID" sz="1800" dirty="0" err="1"/>
              <a:t>pekerjaan</a:t>
            </a:r>
            <a:r>
              <a:rPr lang="en-ID" sz="1800" dirty="0"/>
              <a:t> dan </a:t>
            </a:r>
            <a:r>
              <a:rPr lang="en-ID" sz="1800" dirty="0" err="1"/>
              <a:t>pendidikan</a:t>
            </a:r>
            <a:r>
              <a:rPr lang="en-ID" sz="1800" dirty="0"/>
              <a:t>. Hal </a:t>
            </a:r>
            <a:r>
              <a:rPr lang="en-ID" sz="1800" dirty="0" err="1"/>
              <a:t>ini</a:t>
            </a:r>
            <a:r>
              <a:rPr lang="en-ID" sz="1800" dirty="0"/>
              <a:t> </a:t>
            </a:r>
            <a:r>
              <a:rPr lang="en-ID" sz="1800" dirty="0" err="1"/>
              <a:t>memperburuk</a:t>
            </a:r>
            <a:r>
              <a:rPr lang="en-ID" sz="1800" dirty="0"/>
              <a:t> </a:t>
            </a:r>
            <a:r>
              <a:rPr lang="en-ID" sz="1800" dirty="0" err="1"/>
              <a:t>kondisi</a:t>
            </a:r>
            <a:r>
              <a:rPr lang="en-ID" sz="1800" dirty="0"/>
              <a:t> </a:t>
            </a:r>
            <a:r>
              <a:rPr lang="en-ID" sz="1800" dirty="0" err="1"/>
              <a:t>sosial</a:t>
            </a:r>
            <a:r>
              <a:rPr lang="en-ID" sz="1800" dirty="0"/>
              <a:t> </a:t>
            </a:r>
            <a:r>
              <a:rPr lang="en-ID" sz="1800" dirty="0" err="1"/>
              <a:t>individu</a:t>
            </a:r>
            <a:r>
              <a:rPr lang="en-ID" sz="1800" dirty="0"/>
              <a:t>. </a:t>
            </a:r>
            <a:r>
              <a:rPr lang="en-ID" sz="1800" dirty="0" err="1"/>
              <a:t>Diskriminasi</a:t>
            </a:r>
            <a:r>
              <a:rPr lang="en-ID" sz="1800" dirty="0"/>
              <a:t> juga </a:t>
            </a:r>
            <a:r>
              <a:rPr lang="en-ID" sz="1800" dirty="0" err="1"/>
              <a:t>mencerminkan</a:t>
            </a:r>
            <a:r>
              <a:rPr lang="en-ID" sz="1800" dirty="0"/>
              <a:t> </a:t>
            </a:r>
            <a:r>
              <a:rPr lang="en-ID" sz="1800" dirty="0" err="1"/>
              <a:t>ketidaksetaraan</a:t>
            </a:r>
            <a:r>
              <a:rPr lang="en-ID" sz="1800" dirty="0"/>
              <a:t> </a:t>
            </a:r>
            <a:r>
              <a:rPr lang="en-ID" sz="1800" dirty="0" err="1"/>
              <a:t>sosial</a:t>
            </a:r>
            <a:r>
              <a:rPr lang="en-ID" sz="1800" dirty="0"/>
              <a:t>. </a:t>
            </a:r>
          </a:p>
          <a:p>
            <a:r>
              <a:rPr lang="en-ID" sz="1800" b="1" dirty="0" err="1"/>
              <a:t>Isolasi</a:t>
            </a:r>
            <a:r>
              <a:rPr lang="en-ID" sz="1800" b="1" dirty="0"/>
              <a:t> </a:t>
            </a:r>
            <a:r>
              <a:rPr lang="en-ID" sz="1800" b="1" dirty="0" err="1"/>
              <a:t>sosial</a:t>
            </a:r>
            <a:br>
              <a:rPr lang="en-ID" sz="1800" dirty="0"/>
            </a:br>
            <a:r>
              <a:rPr lang="en-ID" sz="1800" dirty="0"/>
              <a:t>Stigma yang </a:t>
            </a:r>
            <a:r>
              <a:rPr lang="en-ID" sz="1800" dirty="0" err="1"/>
              <a:t>kuat</a:t>
            </a:r>
            <a:r>
              <a:rPr lang="en-ID" sz="1800" dirty="0"/>
              <a:t> </a:t>
            </a:r>
            <a:r>
              <a:rPr lang="en-ID" sz="1800" dirty="0" err="1"/>
              <a:t>dapat</a:t>
            </a:r>
            <a:r>
              <a:rPr lang="en-ID" sz="1800" dirty="0"/>
              <a:t> </a:t>
            </a:r>
            <a:r>
              <a:rPr lang="en-ID" sz="1800" dirty="0" err="1"/>
              <a:t>menyebabkan</a:t>
            </a:r>
            <a:r>
              <a:rPr lang="en-ID" sz="1800" dirty="0"/>
              <a:t> </a:t>
            </a:r>
            <a:r>
              <a:rPr lang="en-ID" sz="1800" dirty="0" err="1"/>
              <a:t>individu</a:t>
            </a:r>
            <a:r>
              <a:rPr lang="en-ID" sz="1800" dirty="0"/>
              <a:t> </a:t>
            </a:r>
            <a:r>
              <a:rPr lang="en-ID" sz="1800" dirty="0" err="1"/>
              <a:t>menarik</a:t>
            </a:r>
            <a:r>
              <a:rPr lang="en-ID" sz="1800" dirty="0"/>
              <a:t> </a:t>
            </a:r>
            <a:r>
              <a:rPr lang="en-ID" sz="1800" dirty="0" err="1"/>
              <a:t>diri</a:t>
            </a:r>
            <a:r>
              <a:rPr lang="en-ID" sz="1800" dirty="0"/>
              <a:t> </a:t>
            </a:r>
            <a:r>
              <a:rPr lang="en-ID" sz="1800" dirty="0" err="1"/>
              <a:t>dari</a:t>
            </a:r>
            <a:r>
              <a:rPr lang="en-ID" sz="1800" dirty="0"/>
              <a:t> </a:t>
            </a:r>
            <a:r>
              <a:rPr lang="en-ID" sz="1800" dirty="0" err="1"/>
              <a:t>lingkungan</a:t>
            </a:r>
            <a:r>
              <a:rPr lang="en-ID" sz="1800" dirty="0"/>
              <a:t> </a:t>
            </a:r>
            <a:r>
              <a:rPr lang="en-ID" sz="1800" dirty="0" err="1"/>
              <a:t>sosial</a:t>
            </a:r>
            <a:r>
              <a:rPr lang="en-ID" sz="1800" dirty="0"/>
              <a:t>. </a:t>
            </a:r>
            <a:r>
              <a:rPr lang="en-ID" sz="1800" dirty="0" err="1"/>
              <a:t>Isolasi</a:t>
            </a:r>
            <a:r>
              <a:rPr lang="en-ID" sz="1800" dirty="0"/>
              <a:t> </a:t>
            </a:r>
            <a:r>
              <a:rPr lang="en-ID" sz="1800" dirty="0" err="1"/>
              <a:t>ini</a:t>
            </a:r>
            <a:r>
              <a:rPr lang="en-ID" sz="1800" dirty="0"/>
              <a:t> </a:t>
            </a:r>
            <a:r>
              <a:rPr lang="en-ID" sz="1800" dirty="0" err="1"/>
              <a:t>mengurangi</a:t>
            </a:r>
            <a:r>
              <a:rPr lang="en-ID" sz="1800" dirty="0"/>
              <a:t> </a:t>
            </a:r>
            <a:r>
              <a:rPr lang="en-ID" sz="1800" dirty="0" err="1"/>
              <a:t>dukungan</a:t>
            </a:r>
            <a:r>
              <a:rPr lang="en-ID" sz="1800" dirty="0"/>
              <a:t> </a:t>
            </a:r>
            <a:r>
              <a:rPr lang="en-ID" sz="1800" dirty="0" err="1"/>
              <a:t>sosial</a:t>
            </a:r>
            <a:r>
              <a:rPr lang="en-ID" sz="1800" dirty="0"/>
              <a:t> yang sangat </a:t>
            </a:r>
            <a:r>
              <a:rPr lang="en-ID" sz="1800" dirty="0" err="1"/>
              <a:t>dibutuhkan</a:t>
            </a:r>
            <a:r>
              <a:rPr lang="en-ID" sz="1800" dirty="0"/>
              <a:t>. </a:t>
            </a:r>
            <a:r>
              <a:rPr lang="en-ID" sz="1800" dirty="0" err="1"/>
              <a:t>Kondisi</a:t>
            </a:r>
            <a:r>
              <a:rPr lang="en-ID" sz="1800" dirty="0"/>
              <a:t> </a:t>
            </a:r>
            <a:r>
              <a:rPr lang="en-ID" sz="1800" dirty="0" err="1"/>
              <a:t>ini</a:t>
            </a:r>
            <a:r>
              <a:rPr lang="en-ID" sz="1800" dirty="0"/>
              <a:t> </a:t>
            </a:r>
            <a:r>
              <a:rPr lang="en-ID" sz="1800" dirty="0" err="1"/>
              <a:t>dapat</a:t>
            </a:r>
            <a:r>
              <a:rPr lang="en-ID" sz="1800" dirty="0"/>
              <a:t> </a:t>
            </a:r>
            <a:r>
              <a:rPr lang="en-ID" sz="1800" dirty="0" err="1"/>
              <a:t>memperburuk</a:t>
            </a:r>
            <a:r>
              <a:rPr lang="en-ID" sz="1800" dirty="0"/>
              <a:t> </a:t>
            </a:r>
            <a:r>
              <a:rPr lang="en-ID" sz="1800" dirty="0" err="1"/>
              <a:t>kesehatan</a:t>
            </a:r>
            <a:r>
              <a:rPr lang="en-ID" sz="1800" dirty="0"/>
              <a:t> mental. </a:t>
            </a:r>
          </a:p>
          <a:p>
            <a:r>
              <a:rPr lang="en-ID" sz="1800" b="1" dirty="0" err="1"/>
              <a:t>Kerusakan</a:t>
            </a:r>
            <a:r>
              <a:rPr lang="en-ID" sz="1800" b="1" dirty="0"/>
              <a:t> </a:t>
            </a:r>
            <a:r>
              <a:rPr lang="en-ID" sz="1800" b="1" dirty="0" err="1"/>
              <a:t>hubungan</a:t>
            </a:r>
            <a:r>
              <a:rPr lang="en-ID" sz="1800" b="1" dirty="0"/>
              <a:t> </a:t>
            </a:r>
            <a:r>
              <a:rPr lang="en-ID" sz="1800" b="1" dirty="0" err="1"/>
              <a:t>sosial</a:t>
            </a:r>
            <a:br>
              <a:rPr lang="en-ID" sz="1800" dirty="0"/>
            </a:br>
            <a:r>
              <a:rPr lang="en-ID" sz="1800" dirty="0" err="1"/>
              <a:t>Aborsi</a:t>
            </a:r>
            <a:r>
              <a:rPr lang="en-ID" sz="1800" dirty="0"/>
              <a:t> </a:t>
            </a:r>
            <a:r>
              <a:rPr lang="en-ID" sz="1800" dirty="0" err="1"/>
              <a:t>dapat</a:t>
            </a:r>
            <a:r>
              <a:rPr lang="en-ID" sz="1800" dirty="0"/>
              <a:t> </a:t>
            </a:r>
            <a:r>
              <a:rPr lang="en-ID" sz="1800" dirty="0" err="1"/>
              <a:t>memicu</a:t>
            </a:r>
            <a:r>
              <a:rPr lang="en-ID" sz="1800" dirty="0"/>
              <a:t> </a:t>
            </a:r>
            <a:r>
              <a:rPr lang="en-ID" sz="1800" dirty="0" err="1"/>
              <a:t>konflik</a:t>
            </a:r>
            <a:r>
              <a:rPr lang="en-ID" sz="1800" dirty="0"/>
              <a:t> </a:t>
            </a:r>
            <a:r>
              <a:rPr lang="en-ID" sz="1800" dirty="0" err="1"/>
              <a:t>dalam</a:t>
            </a:r>
            <a:r>
              <a:rPr lang="en-ID" sz="1800" dirty="0"/>
              <a:t> </a:t>
            </a:r>
            <a:r>
              <a:rPr lang="en-ID" sz="1800" dirty="0" err="1"/>
              <a:t>hubungan</a:t>
            </a:r>
            <a:r>
              <a:rPr lang="en-ID" sz="1800" dirty="0"/>
              <a:t> </a:t>
            </a:r>
            <a:r>
              <a:rPr lang="en-ID" sz="1800" dirty="0" err="1"/>
              <a:t>keluarga</a:t>
            </a:r>
            <a:r>
              <a:rPr lang="en-ID" sz="1800" dirty="0"/>
              <a:t> </a:t>
            </a:r>
            <a:r>
              <a:rPr lang="en-ID" sz="1800" dirty="0" err="1"/>
              <a:t>atau</a:t>
            </a:r>
            <a:r>
              <a:rPr lang="en-ID" sz="1800" dirty="0"/>
              <a:t> </a:t>
            </a:r>
            <a:r>
              <a:rPr lang="en-ID" sz="1800" dirty="0" err="1"/>
              <a:t>pasangan</a:t>
            </a:r>
            <a:r>
              <a:rPr lang="en-ID" sz="1800" dirty="0"/>
              <a:t>. Hal </a:t>
            </a:r>
            <a:r>
              <a:rPr lang="en-ID" sz="1800" dirty="0" err="1"/>
              <a:t>ini</a:t>
            </a:r>
            <a:r>
              <a:rPr lang="en-ID" sz="1800" dirty="0"/>
              <a:t> </a:t>
            </a:r>
            <a:r>
              <a:rPr lang="en-ID" sz="1800" dirty="0" err="1"/>
              <a:t>dapat</a:t>
            </a:r>
            <a:r>
              <a:rPr lang="en-ID" sz="1800" dirty="0"/>
              <a:t> </a:t>
            </a:r>
            <a:r>
              <a:rPr lang="en-ID" sz="1800" dirty="0" err="1"/>
              <a:t>menyebabkan</a:t>
            </a:r>
            <a:r>
              <a:rPr lang="en-ID" sz="1800" dirty="0"/>
              <a:t> </a:t>
            </a:r>
            <a:r>
              <a:rPr lang="en-ID" sz="1800" dirty="0" err="1"/>
              <a:t>keretakan</a:t>
            </a:r>
            <a:r>
              <a:rPr lang="en-ID" sz="1800" dirty="0"/>
              <a:t> </a:t>
            </a:r>
            <a:r>
              <a:rPr lang="en-ID" sz="1800" dirty="0" err="1"/>
              <a:t>hubungan</a:t>
            </a:r>
            <a:r>
              <a:rPr lang="en-ID" sz="1800" dirty="0"/>
              <a:t> interpersonal. </a:t>
            </a:r>
            <a:r>
              <a:rPr lang="en-ID" sz="1800" dirty="0" err="1"/>
              <a:t>Dampaknya</a:t>
            </a:r>
            <a:r>
              <a:rPr lang="en-ID" sz="1800" dirty="0"/>
              <a:t> </a:t>
            </a:r>
            <a:r>
              <a:rPr lang="en-ID" sz="1800" dirty="0" err="1"/>
              <a:t>dapat</a:t>
            </a:r>
            <a:r>
              <a:rPr lang="en-ID" sz="1800" dirty="0"/>
              <a:t> </a:t>
            </a:r>
            <a:r>
              <a:rPr lang="en-ID" sz="1800" dirty="0" err="1"/>
              <a:t>berlangsung</a:t>
            </a:r>
            <a:r>
              <a:rPr lang="en-ID" sz="1800" dirty="0"/>
              <a:t> </a:t>
            </a:r>
            <a:r>
              <a:rPr lang="en-ID" sz="1800" dirty="0" err="1"/>
              <a:t>dalam</a:t>
            </a:r>
            <a:r>
              <a:rPr lang="en-ID" sz="1800" dirty="0"/>
              <a:t> </a:t>
            </a:r>
            <a:r>
              <a:rPr lang="en-ID" sz="1800" dirty="0" err="1"/>
              <a:t>jangka</a:t>
            </a:r>
            <a:r>
              <a:rPr lang="en-ID" sz="1800" dirty="0"/>
              <a:t> </a:t>
            </a:r>
            <a:r>
              <a:rPr lang="en-ID" sz="1800" dirty="0" err="1"/>
              <a:t>panjang</a:t>
            </a:r>
            <a:r>
              <a:rPr lang="en-ID" sz="1800"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923" y="267108"/>
            <a:ext cx="8092362" cy="1400530"/>
          </a:xfrm>
        </p:spPr>
        <p:txBody>
          <a:bodyPr>
            <a:normAutofit fontScale="90000"/>
          </a:bodyPr>
          <a:lstStyle/>
          <a:p>
            <a:r>
              <a:rPr lang="en-ID" b="1" dirty="0" err="1"/>
              <a:t>Aborsi</a:t>
            </a:r>
            <a:r>
              <a:rPr lang="en-ID" b="1" dirty="0"/>
              <a:t> Tidak Aman </a:t>
            </a:r>
            <a:r>
              <a:rPr lang="en-ID" b="1" dirty="0" err="1"/>
              <a:t>sebagai</a:t>
            </a:r>
            <a:r>
              <a:rPr lang="en-ID" b="1" dirty="0"/>
              <a:t> </a:t>
            </a:r>
            <a:r>
              <a:rPr lang="en-ID" b="1" dirty="0" err="1"/>
              <a:t>Masalah</a:t>
            </a:r>
            <a:r>
              <a:rPr lang="en-ID" b="1" dirty="0"/>
              <a:t> Kesehatan Masyarakat</a:t>
            </a:r>
            <a:endParaRPr b="1" dirty="0"/>
          </a:p>
        </p:txBody>
      </p:sp>
      <p:sp>
        <p:nvSpPr>
          <p:cNvPr id="3" name="Content Placeholder 2"/>
          <p:cNvSpPr>
            <a:spLocks noGrp="1"/>
          </p:cNvSpPr>
          <p:nvPr>
            <p:ph idx="1"/>
          </p:nvPr>
        </p:nvSpPr>
        <p:spPr>
          <a:xfrm>
            <a:off x="12784" y="1556423"/>
            <a:ext cx="9094640" cy="5203723"/>
          </a:xfrm>
        </p:spPr>
        <p:txBody>
          <a:bodyPr>
            <a:noAutofit/>
          </a:bodyPr>
          <a:lstStyle/>
          <a:p>
            <a:r>
              <a:rPr lang="en-ID" sz="1800" b="1" dirty="0" err="1"/>
              <a:t>Tingginya</a:t>
            </a:r>
            <a:r>
              <a:rPr lang="en-ID" sz="1800" b="1" dirty="0"/>
              <a:t> </a:t>
            </a:r>
            <a:r>
              <a:rPr lang="en-ID" sz="1800" b="1" dirty="0" err="1"/>
              <a:t>angka</a:t>
            </a:r>
            <a:r>
              <a:rPr lang="en-ID" sz="1800" b="1" dirty="0"/>
              <a:t> </a:t>
            </a:r>
            <a:r>
              <a:rPr lang="en-ID" sz="1800" b="1" dirty="0" err="1"/>
              <a:t>kejadian</a:t>
            </a:r>
            <a:br>
              <a:rPr lang="en-ID" sz="1800" dirty="0"/>
            </a:br>
            <a:r>
              <a:rPr lang="en-ID" sz="1800" dirty="0" err="1"/>
              <a:t>Aborsi</a:t>
            </a:r>
            <a:r>
              <a:rPr lang="en-ID" sz="1800" dirty="0"/>
              <a:t> </a:t>
            </a:r>
            <a:r>
              <a:rPr lang="en-ID" sz="1800" dirty="0" err="1"/>
              <a:t>tidak</a:t>
            </a:r>
            <a:r>
              <a:rPr lang="en-ID" sz="1800" dirty="0"/>
              <a:t> </a:t>
            </a:r>
            <a:r>
              <a:rPr lang="en-ID" sz="1800" dirty="0" err="1"/>
              <a:t>aman</a:t>
            </a:r>
            <a:r>
              <a:rPr lang="en-ID" sz="1800" dirty="0"/>
              <a:t> </a:t>
            </a:r>
            <a:r>
              <a:rPr lang="en-ID" sz="1800" dirty="0" err="1"/>
              <a:t>masih</a:t>
            </a:r>
            <a:r>
              <a:rPr lang="en-ID" sz="1800" dirty="0"/>
              <a:t> </a:t>
            </a:r>
            <a:r>
              <a:rPr lang="en-ID" sz="1800" dirty="0" err="1"/>
              <a:t>banyak</a:t>
            </a:r>
            <a:r>
              <a:rPr lang="en-ID" sz="1800" dirty="0"/>
              <a:t> </a:t>
            </a:r>
            <a:r>
              <a:rPr lang="en-ID" sz="1800" dirty="0" err="1"/>
              <a:t>terjadi</a:t>
            </a:r>
            <a:r>
              <a:rPr lang="en-ID" sz="1800" dirty="0"/>
              <a:t>, </a:t>
            </a:r>
            <a:r>
              <a:rPr lang="en-ID" sz="1800" dirty="0" err="1"/>
              <a:t>terutama</a:t>
            </a:r>
            <a:r>
              <a:rPr lang="en-ID" sz="1800" dirty="0"/>
              <a:t> di negara </a:t>
            </a:r>
            <a:r>
              <a:rPr lang="en-ID" sz="1800" dirty="0" err="1"/>
              <a:t>berkembang</a:t>
            </a:r>
            <a:r>
              <a:rPr lang="en-ID" sz="1800" dirty="0"/>
              <a:t>. Hal </a:t>
            </a:r>
            <a:r>
              <a:rPr lang="en-ID" sz="1800" dirty="0" err="1"/>
              <a:t>ini</a:t>
            </a:r>
            <a:r>
              <a:rPr lang="en-ID" sz="1800" dirty="0"/>
              <a:t> </a:t>
            </a:r>
            <a:r>
              <a:rPr lang="en-ID" sz="1800" dirty="0" err="1"/>
              <a:t>menunjukkan</a:t>
            </a:r>
            <a:r>
              <a:rPr lang="en-ID" sz="1800" dirty="0"/>
              <a:t> </a:t>
            </a:r>
            <a:r>
              <a:rPr lang="en-ID" sz="1800" dirty="0" err="1"/>
              <a:t>adanya</a:t>
            </a:r>
            <a:r>
              <a:rPr lang="en-ID" sz="1800" dirty="0"/>
              <a:t> </a:t>
            </a:r>
            <a:r>
              <a:rPr lang="en-ID" sz="1800" dirty="0" err="1"/>
              <a:t>kesenjangan</a:t>
            </a:r>
            <a:r>
              <a:rPr lang="en-ID" sz="1800" dirty="0"/>
              <a:t> </a:t>
            </a:r>
            <a:r>
              <a:rPr lang="en-ID" sz="1800" dirty="0" err="1"/>
              <a:t>dalam</a:t>
            </a:r>
            <a:r>
              <a:rPr lang="en-ID" sz="1800" dirty="0"/>
              <a:t> </a:t>
            </a:r>
            <a:r>
              <a:rPr lang="en-ID" sz="1800" dirty="0" err="1"/>
              <a:t>akses</a:t>
            </a:r>
            <a:r>
              <a:rPr lang="en-ID" sz="1800" dirty="0"/>
              <a:t> </a:t>
            </a:r>
            <a:r>
              <a:rPr lang="en-ID" sz="1800" dirty="0" err="1"/>
              <a:t>layanan</a:t>
            </a:r>
            <a:r>
              <a:rPr lang="en-ID" sz="1800" dirty="0"/>
              <a:t> </a:t>
            </a:r>
            <a:r>
              <a:rPr lang="en-ID" sz="1800" dirty="0" err="1"/>
              <a:t>kesehatan</a:t>
            </a:r>
            <a:r>
              <a:rPr lang="en-ID" sz="1800" dirty="0"/>
              <a:t> </a:t>
            </a:r>
            <a:r>
              <a:rPr lang="en-ID" sz="1800" dirty="0" err="1"/>
              <a:t>reproduksi</a:t>
            </a:r>
            <a:r>
              <a:rPr lang="en-ID" sz="1800" dirty="0"/>
              <a:t>. </a:t>
            </a:r>
            <a:r>
              <a:rPr lang="en-ID" sz="1800" dirty="0" err="1"/>
              <a:t>Tingginya</a:t>
            </a:r>
            <a:r>
              <a:rPr lang="en-ID" sz="1800" dirty="0"/>
              <a:t> </a:t>
            </a:r>
            <a:r>
              <a:rPr lang="en-ID" sz="1800" dirty="0" err="1"/>
              <a:t>angka</a:t>
            </a:r>
            <a:r>
              <a:rPr lang="en-ID" sz="1800" dirty="0"/>
              <a:t> </a:t>
            </a:r>
            <a:r>
              <a:rPr lang="en-ID" sz="1800" dirty="0" err="1"/>
              <a:t>ini</a:t>
            </a:r>
            <a:r>
              <a:rPr lang="en-ID" sz="1800" dirty="0"/>
              <a:t> </a:t>
            </a:r>
            <a:r>
              <a:rPr lang="en-ID" sz="1800" dirty="0" err="1"/>
              <a:t>menjadi</a:t>
            </a:r>
            <a:r>
              <a:rPr lang="en-ID" sz="1800" dirty="0"/>
              <a:t> </a:t>
            </a:r>
            <a:r>
              <a:rPr lang="en-ID" sz="1800" dirty="0" err="1"/>
              <a:t>indikator</a:t>
            </a:r>
            <a:r>
              <a:rPr lang="en-ID" sz="1800" dirty="0"/>
              <a:t> </a:t>
            </a:r>
            <a:r>
              <a:rPr lang="en-ID" sz="1800" dirty="0" err="1"/>
              <a:t>masalah</a:t>
            </a:r>
            <a:r>
              <a:rPr lang="en-ID" sz="1800" dirty="0"/>
              <a:t> </a:t>
            </a:r>
            <a:r>
              <a:rPr lang="en-ID" sz="1800" dirty="0" err="1"/>
              <a:t>sistemik</a:t>
            </a:r>
            <a:r>
              <a:rPr lang="en-ID" sz="1800" dirty="0"/>
              <a:t>. </a:t>
            </a:r>
          </a:p>
          <a:p>
            <a:r>
              <a:rPr lang="en-ID" sz="1800" b="1" dirty="0" err="1"/>
              <a:t>Kontribusi</a:t>
            </a:r>
            <a:r>
              <a:rPr lang="en-ID" sz="1800" b="1" dirty="0"/>
              <a:t> </a:t>
            </a:r>
            <a:r>
              <a:rPr lang="en-ID" sz="1800" b="1" dirty="0" err="1"/>
              <a:t>terhadap</a:t>
            </a:r>
            <a:r>
              <a:rPr lang="en-ID" sz="1800" b="1" dirty="0"/>
              <a:t> </a:t>
            </a:r>
            <a:r>
              <a:rPr lang="en-ID" sz="1800" b="1" dirty="0" err="1"/>
              <a:t>mortalitas</a:t>
            </a:r>
            <a:r>
              <a:rPr lang="en-ID" sz="1800" b="1" dirty="0"/>
              <a:t> maternal</a:t>
            </a:r>
            <a:br>
              <a:rPr lang="en-ID" sz="1800" dirty="0"/>
            </a:br>
            <a:r>
              <a:rPr lang="en-ID" sz="1800" dirty="0" err="1"/>
              <a:t>Aborsi</a:t>
            </a:r>
            <a:r>
              <a:rPr lang="en-ID" sz="1800" dirty="0"/>
              <a:t> </a:t>
            </a:r>
            <a:r>
              <a:rPr lang="en-ID" sz="1800" dirty="0" err="1"/>
              <a:t>tidak</a:t>
            </a:r>
            <a:r>
              <a:rPr lang="en-ID" sz="1800" dirty="0"/>
              <a:t> </a:t>
            </a:r>
            <a:r>
              <a:rPr lang="en-ID" sz="1800" dirty="0" err="1"/>
              <a:t>aman</a:t>
            </a:r>
            <a:r>
              <a:rPr lang="en-ID" sz="1800" dirty="0"/>
              <a:t> </a:t>
            </a:r>
            <a:r>
              <a:rPr lang="en-ID" sz="1800" dirty="0" err="1"/>
              <a:t>merupakan</a:t>
            </a:r>
            <a:r>
              <a:rPr lang="en-ID" sz="1800" dirty="0"/>
              <a:t> salah </a:t>
            </a:r>
            <a:r>
              <a:rPr lang="en-ID" sz="1800" dirty="0" err="1"/>
              <a:t>satu</a:t>
            </a:r>
            <a:r>
              <a:rPr lang="en-ID" sz="1800" dirty="0"/>
              <a:t> </a:t>
            </a:r>
            <a:r>
              <a:rPr lang="en-ID" sz="1800" dirty="0" err="1"/>
              <a:t>penyebab</a:t>
            </a:r>
            <a:r>
              <a:rPr lang="en-ID" sz="1800" dirty="0"/>
              <a:t> </a:t>
            </a:r>
            <a:r>
              <a:rPr lang="en-ID" sz="1800" dirty="0" err="1"/>
              <a:t>utama</a:t>
            </a:r>
            <a:r>
              <a:rPr lang="en-ID" sz="1800" dirty="0"/>
              <a:t> </a:t>
            </a:r>
            <a:r>
              <a:rPr lang="en-ID" sz="1800" dirty="0" err="1"/>
              <a:t>kematian</a:t>
            </a:r>
            <a:r>
              <a:rPr lang="en-ID" sz="1800" dirty="0"/>
              <a:t> </a:t>
            </a:r>
            <a:r>
              <a:rPr lang="en-ID" sz="1800" dirty="0" err="1"/>
              <a:t>ibu</a:t>
            </a:r>
            <a:r>
              <a:rPr lang="en-ID" sz="1800" dirty="0"/>
              <a:t>. Hal </a:t>
            </a:r>
            <a:r>
              <a:rPr lang="en-ID" sz="1800" dirty="0" err="1"/>
              <a:t>ini</a:t>
            </a:r>
            <a:r>
              <a:rPr lang="en-ID" sz="1800" dirty="0"/>
              <a:t> </a:t>
            </a:r>
            <a:r>
              <a:rPr lang="en-ID" sz="1800" dirty="0" err="1"/>
              <a:t>menunjukkan</a:t>
            </a:r>
            <a:r>
              <a:rPr lang="en-ID" sz="1800" dirty="0"/>
              <a:t> </a:t>
            </a:r>
            <a:r>
              <a:rPr lang="en-ID" sz="1800" dirty="0" err="1"/>
              <a:t>bahwa</a:t>
            </a:r>
            <a:r>
              <a:rPr lang="en-ID" sz="1800" dirty="0"/>
              <a:t> </a:t>
            </a:r>
            <a:r>
              <a:rPr lang="en-ID" sz="1800" dirty="0" err="1"/>
              <a:t>intervensi</a:t>
            </a:r>
            <a:r>
              <a:rPr lang="en-ID" sz="1800" dirty="0"/>
              <a:t> </a:t>
            </a:r>
            <a:r>
              <a:rPr lang="en-ID" sz="1800" dirty="0" err="1"/>
              <a:t>preventif</a:t>
            </a:r>
            <a:r>
              <a:rPr lang="en-ID" sz="1800" dirty="0"/>
              <a:t> sangat </a:t>
            </a:r>
            <a:r>
              <a:rPr lang="en-ID" sz="1800" dirty="0" err="1"/>
              <a:t>diperlukan</a:t>
            </a:r>
            <a:r>
              <a:rPr lang="en-ID" sz="1800" dirty="0"/>
              <a:t>. </a:t>
            </a:r>
            <a:r>
              <a:rPr lang="en-ID" sz="1800" dirty="0" err="1"/>
              <a:t>Penurunan</a:t>
            </a:r>
            <a:r>
              <a:rPr lang="en-ID" sz="1800" dirty="0"/>
              <a:t> </a:t>
            </a:r>
            <a:r>
              <a:rPr lang="en-ID" sz="1800" dirty="0" err="1"/>
              <a:t>angka</a:t>
            </a:r>
            <a:r>
              <a:rPr lang="en-ID" sz="1800" dirty="0"/>
              <a:t> </a:t>
            </a:r>
            <a:r>
              <a:rPr lang="en-ID" sz="1800" dirty="0" err="1"/>
              <a:t>ini</a:t>
            </a:r>
            <a:r>
              <a:rPr lang="en-ID" sz="1800" dirty="0"/>
              <a:t> </a:t>
            </a:r>
            <a:r>
              <a:rPr lang="en-ID" sz="1800" dirty="0" err="1"/>
              <a:t>menjadi</a:t>
            </a:r>
            <a:r>
              <a:rPr lang="en-ID" sz="1800" dirty="0"/>
              <a:t> </a:t>
            </a:r>
            <a:r>
              <a:rPr lang="en-ID" sz="1800" dirty="0" err="1"/>
              <a:t>prioritas</a:t>
            </a:r>
            <a:r>
              <a:rPr lang="en-ID" sz="1800" dirty="0"/>
              <a:t> global. </a:t>
            </a:r>
          </a:p>
          <a:p>
            <a:r>
              <a:rPr lang="en-ID" sz="1800" b="1" dirty="0"/>
              <a:t>Beban </a:t>
            </a:r>
            <a:r>
              <a:rPr lang="en-ID" sz="1800" b="1" dirty="0" err="1"/>
              <a:t>sistem</a:t>
            </a:r>
            <a:r>
              <a:rPr lang="en-ID" sz="1800" b="1" dirty="0"/>
              <a:t> </a:t>
            </a:r>
            <a:r>
              <a:rPr lang="en-ID" sz="1800" b="1" dirty="0" err="1"/>
              <a:t>kesehatan</a:t>
            </a:r>
            <a:br>
              <a:rPr lang="en-ID" sz="1800" dirty="0"/>
            </a:br>
            <a:r>
              <a:rPr lang="en-ID" sz="1800" dirty="0" err="1"/>
              <a:t>Penanganan</a:t>
            </a:r>
            <a:r>
              <a:rPr lang="en-ID" sz="1800" dirty="0"/>
              <a:t> </a:t>
            </a:r>
            <a:r>
              <a:rPr lang="en-ID" sz="1800" dirty="0" err="1"/>
              <a:t>komplikasi</a:t>
            </a:r>
            <a:r>
              <a:rPr lang="en-ID" sz="1800" dirty="0"/>
              <a:t> </a:t>
            </a:r>
            <a:r>
              <a:rPr lang="en-ID" sz="1800" dirty="0" err="1"/>
              <a:t>aborsi</a:t>
            </a:r>
            <a:r>
              <a:rPr lang="en-ID" sz="1800" dirty="0"/>
              <a:t> </a:t>
            </a:r>
            <a:r>
              <a:rPr lang="en-ID" sz="1800" dirty="0" err="1"/>
              <a:t>tidak</a:t>
            </a:r>
            <a:r>
              <a:rPr lang="en-ID" sz="1800" dirty="0"/>
              <a:t> </a:t>
            </a:r>
            <a:r>
              <a:rPr lang="en-ID" sz="1800" dirty="0" err="1"/>
              <a:t>aman</a:t>
            </a:r>
            <a:r>
              <a:rPr lang="en-ID" sz="1800" dirty="0"/>
              <a:t> </a:t>
            </a:r>
            <a:r>
              <a:rPr lang="en-ID" sz="1800" dirty="0" err="1"/>
              <a:t>memerlukan</a:t>
            </a:r>
            <a:r>
              <a:rPr lang="en-ID" sz="1800" dirty="0"/>
              <a:t> </a:t>
            </a:r>
            <a:r>
              <a:rPr lang="en-ID" sz="1800" dirty="0" err="1"/>
              <a:t>sumber</a:t>
            </a:r>
            <a:r>
              <a:rPr lang="en-ID" sz="1800" dirty="0"/>
              <a:t> </a:t>
            </a:r>
            <a:r>
              <a:rPr lang="en-ID" sz="1800" dirty="0" err="1"/>
              <a:t>daya</a:t>
            </a:r>
            <a:r>
              <a:rPr lang="en-ID" sz="1800" dirty="0"/>
              <a:t> yang </a:t>
            </a:r>
            <a:r>
              <a:rPr lang="en-ID" sz="1800" dirty="0" err="1"/>
              <a:t>besar</a:t>
            </a:r>
            <a:r>
              <a:rPr lang="en-ID" sz="1800" dirty="0"/>
              <a:t>. Hal </a:t>
            </a:r>
            <a:r>
              <a:rPr lang="en-ID" sz="1800" dirty="0" err="1"/>
              <a:t>ini</a:t>
            </a:r>
            <a:r>
              <a:rPr lang="en-ID" sz="1800" dirty="0"/>
              <a:t> </a:t>
            </a:r>
            <a:r>
              <a:rPr lang="en-ID" sz="1800" dirty="0" err="1"/>
              <a:t>membebani</a:t>
            </a:r>
            <a:r>
              <a:rPr lang="en-ID" sz="1800" dirty="0"/>
              <a:t> </a:t>
            </a:r>
            <a:r>
              <a:rPr lang="en-ID" sz="1800" dirty="0" err="1"/>
              <a:t>sistem</a:t>
            </a:r>
            <a:r>
              <a:rPr lang="en-ID" sz="1800" dirty="0"/>
              <a:t> </a:t>
            </a:r>
            <a:r>
              <a:rPr lang="en-ID" sz="1800" dirty="0" err="1"/>
              <a:t>kesehatan</a:t>
            </a:r>
            <a:r>
              <a:rPr lang="en-ID" sz="1800" dirty="0"/>
              <a:t> yang </a:t>
            </a:r>
            <a:r>
              <a:rPr lang="en-ID" sz="1800" dirty="0" err="1"/>
              <a:t>sudah</a:t>
            </a:r>
            <a:r>
              <a:rPr lang="en-ID" sz="1800" dirty="0"/>
              <a:t> </a:t>
            </a:r>
            <a:r>
              <a:rPr lang="en-ID" sz="1800" dirty="0" err="1"/>
              <a:t>terbatas</a:t>
            </a:r>
            <a:r>
              <a:rPr lang="en-ID" sz="1800" dirty="0"/>
              <a:t>. </a:t>
            </a:r>
            <a:r>
              <a:rPr lang="en-ID" sz="1800" dirty="0" err="1"/>
              <a:t>Kondisi</a:t>
            </a:r>
            <a:r>
              <a:rPr lang="en-ID" sz="1800" dirty="0"/>
              <a:t> </a:t>
            </a:r>
            <a:r>
              <a:rPr lang="en-ID" sz="1800" dirty="0" err="1"/>
              <a:t>ini</a:t>
            </a:r>
            <a:r>
              <a:rPr lang="en-ID" sz="1800" dirty="0"/>
              <a:t> </a:t>
            </a:r>
            <a:r>
              <a:rPr lang="en-ID" sz="1800" dirty="0" err="1"/>
              <a:t>mengurangi</a:t>
            </a:r>
            <a:r>
              <a:rPr lang="en-ID" sz="1800" dirty="0"/>
              <a:t> </a:t>
            </a:r>
            <a:r>
              <a:rPr lang="en-ID" sz="1800" dirty="0" err="1"/>
              <a:t>efisiensi</a:t>
            </a:r>
            <a:r>
              <a:rPr lang="en-ID" sz="1800" dirty="0"/>
              <a:t> </a:t>
            </a:r>
            <a:r>
              <a:rPr lang="en-ID" sz="1800" dirty="0" err="1"/>
              <a:t>pelayanan</a:t>
            </a:r>
            <a:r>
              <a:rPr lang="en-ID" sz="1800" dirty="0"/>
              <a:t> </a:t>
            </a:r>
            <a:r>
              <a:rPr lang="en-ID" sz="1800" dirty="0" err="1"/>
              <a:t>kesehatan</a:t>
            </a:r>
            <a:r>
              <a:rPr lang="en-ID" sz="1800" dirty="0"/>
              <a:t>. </a:t>
            </a:r>
          </a:p>
          <a:p>
            <a:r>
              <a:rPr lang="en-ID" sz="1800" b="1" dirty="0" err="1"/>
              <a:t>Kesenjangan</a:t>
            </a:r>
            <a:r>
              <a:rPr lang="en-ID" sz="1800" b="1" dirty="0"/>
              <a:t> </a:t>
            </a:r>
            <a:r>
              <a:rPr lang="en-ID" sz="1800" b="1" dirty="0" err="1"/>
              <a:t>akses</a:t>
            </a:r>
            <a:r>
              <a:rPr lang="en-ID" sz="1800" b="1" dirty="0"/>
              <a:t> </a:t>
            </a:r>
            <a:r>
              <a:rPr lang="en-ID" sz="1800" b="1" dirty="0" err="1"/>
              <a:t>layanan</a:t>
            </a:r>
            <a:br>
              <a:rPr lang="en-ID" sz="1800" dirty="0"/>
            </a:br>
            <a:r>
              <a:rPr lang="en-ID" sz="1800" dirty="0" err="1"/>
              <a:t>Keterbatasan</a:t>
            </a:r>
            <a:r>
              <a:rPr lang="en-ID" sz="1800" dirty="0"/>
              <a:t> </a:t>
            </a:r>
            <a:r>
              <a:rPr lang="en-ID" sz="1800" dirty="0" err="1"/>
              <a:t>akses</a:t>
            </a:r>
            <a:r>
              <a:rPr lang="en-ID" sz="1800" dirty="0"/>
              <a:t> </a:t>
            </a:r>
            <a:r>
              <a:rPr lang="en-ID" sz="1800" dirty="0" err="1"/>
              <a:t>terhadap</a:t>
            </a:r>
            <a:r>
              <a:rPr lang="en-ID" sz="1800" dirty="0"/>
              <a:t> </a:t>
            </a:r>
            <a:r>
              <a:rPr lang="en-ID" sz="1800" dirty="0" err="1"/>
              <a:t>layanan</a:t>
            </a:r>
            <a:r>
              <a:rPr lang="en-ID" sz="1800" dirty="0"/>
              <a:t> </a:t>
            </a:r>
            <a:r>
              <a:rPr lang="en-ID" sz="1800" dirty="0" err="1"/>
              <a:t>kesehatan</a:t>
            </a:r>
            <a:r>
              <a:rPr lang="en-ID" sz="1800" dirty="0"/>
              <a:t> </a:t>
            </a:r>
            <a:r>
              <a:rPr lang="en-ID" sz="1800" dirty="0" err="1"/>
              <a:t>reproduksi</a:t>
            </a:r>
            <a:r>
              <a:rPr lang="en-ID" sz="1800" dirty="0"/>
              <a:t> yang </a:t>
            </a:r>
            <a:r>
              <a:rPr lang="en-ID" sz="1800" dirty="0" err="1"/>
              <a:t>aman</a:t>
            </a:r>
            <a:r>
              <a:rPr lang="en-ID" sz="1800" dirty="0"/>
              <a:t> </a:t>
            </a:r>
            <a:r>
              <a:rPr lang="en-ID" sz="1800" dirty="0" err="1"/>
              <a:t>meningkatkan</a:t>
            </a:r>
            <a:r>
              <a:rPr lang="en-ID" sz="1800" dirty="0"/>
              <a:t> </a:t>
            </a:r>
            <a:r>
              <a:rPr lang="en-ID" sz="1800" dirty="0" err="1"/>
              <a:t>praktik</a:t>
            </a:r>
            <a:r>
              <a:rPr lang="en-ID" sz="1800" dirty="0"/>
              <a:t> </a:t>
            </a:r>
            <a:r>
              <a:rPr lang="en-ID" sz="1800" dirty="0" err="1"/>
              <a:t>aborsi</a:t>
            </a:r>
            <a:r>
              <a:rPr lang="en-ID" sz="1800" dirty="0"/>
              <a:t> </a:t>
            </a:r>
            <a:r>
              <a:rPr lang="en-ID" sz="1800" dirty="0" err="1"/>
              <a:t>tidak</a:t>
            </a:r>
            <a:r>
              <a:rPr lang="en-ID" sz="1800" dirty="0"/>
              <a:t> </a:t>
            </a:r>
            <a:r>
              <a:rPr lang="en-ID" sz="1800" dirty="0" err="1"/>
              <a:t>aman</a:t>
            </a:r>
            <a:r>
              <a:rPr lang="en-ID" sz="1800" dirty="0"/>
              <a:t>. Hal </a:t>
            </a:r>
            <a:r>
              <a:rPr lang="en-ID" sz="1800" dirty="0" err="1"/>
              <a:t>ini</a:t>
            </a:r>
            <a:r>
              <a:rPr lang="en-ID" sz="1800" dirty="0"/>
              <a:t> </a:t>
            </a:r>
            <a:r>
              <a:rPr lang="en-ID" sz="1800" dirty="0" err="1"/>
              <a:t>menunjukkan</a:t>
            </a:r>
            <a:r>
              <a:rPr lang="en-ID" sz="1800" dirty="0"/>
              <a:t> </a:t>
            </a:r>
            <a:r>
              <a:rPr lang="en-ID" sz="1800" dirty="0" err="1"/>
              <a:t>pentingnya</a:t>
            </a:r>
            <a:r>
              <a:rPr lang="en-ID" sz="1800" dirty="0"/>
              <a:t> </a:t>
            </a:r>
            <a:r>
              <a:rPr lang="en-ID" sz="1800" dirty="0" err="1"/>
              <a:t>pemerataan</a:t>
            </a:r>
            <a:r>
              <a:rPr lang="en-ID" sz="1800" dirty="0"/>
              <a:t> </a:t>
            </a:r>
            <a:r>
              <a:rPr lang="en-ID" sz="1800" dirty="0" err="1"/>
              <a:t>layanan</a:t>
            </a:r>
            <a:r>
              <a:rPr lang="en-ID" sz="1800" dirty="0"/>
              <a:t> </a:t>
            </a:r>
            <a:r>
              <a:rPr lang="en-ID" sz="1800" dirty="0" err="1"/>
              <a:t>kesehatan</a:t>
            </a:r>
            <a:r>
              <a:rPr lang="en-ID" sz="1800"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190" y="105246"/>
            <a:ext cx="7055380" cy="1400530"/>
          </a:xfrm>
        </p:spPr>
        <p:txBody>
          <a:bodyPr>
            <a:normAutofit/>
          </a:bodyPr>
          <a:lstStyle/>
          <a:p>
            <a:r>
              <a:rPr lang="en-ID" b="1" dirty="0"/>
              <a:t>Peran Tenaga Kesehatan</a:t>
            </a:r>
            <a:endParaRPr b="1" dirty="0"/>
          </a:p>
        </p:txBody>
      </p:sp>
      <p:sp>
        <p:nvSpPr>
          <p:cNvPr id="3" name="Content Placeholder 2"/>
          <p:cNvSpPr>
            <a:spLocks noGrp="1"/>
          </p:cNvSpPr>
          <p:nvPr>
            <p:ph idx="1"/>
          </p:nvPr>
        </p:nvSpPr>
        <p:spPr>
          <a:xfrm>
            <a:off x="447368" y="991488"/>
            <a:ext cx="8229600" cy="5344986"/>
          </a:xfrm>
        </p:spPr>
        <p:txBody>
          <a:bodyPr>
            <a:noAutofit/>
          </a:bodyPr>
          <a:lstStyle/>
          <a:p>
            <a:r>
              <a:rPr lang="en-ID" sz="1800" b="1" dirty="0" err="1"/>
              <a:t>Penanganan</a:t>
            </a:r>
            <a:r>
              <a:rPr lang="en-ID" sz="1800" b="1" dirty="0"/>
              <a:t> </a:t>
            </a:r>
            <a:r>
              <a:rPr lang="en-ID" sz="1800" b="1" dirty="0" err="1"/>
              <a:t>komplikasi</a:t>
            </a:r>
            <a:br>
              <a:rPr lang="en-ID" sz="1800" dirty="0"/>
            </a:br>
            <a:r>
              <a:rPr lang="en-ID" sz="1800" dirty="0"/>
              <a:t>Tenaga </a:t>
            </a:r>
            <a:r>
              <a:rPr lang="en-ID" sz="1800" dirty="0" err="1"/>
              <a:t>kesehatan</a:t>
            </a:r>
            <a:r>
              <a:rPr lang="en-ID" sz="1800" dirty="0"/>
              <a:t> </a:t>
            </a:r>
            <a:r>
              <a:rPr lang="en-ID" sz="1800" dirty="0" err="1"/>
              <a:t>bertanggung</a:t>
            </a:r>
            <a:r>
              <a:rPr lang="en-ID" sz="1800" dirty="0"/>
              <a:t> </a:t>
            </a:r>
            <a:r>
              <a:rPr lang="en-ID" sz="1800" dirty="0" err="1"/>
              <a:t>jawab</a:t>
            </a:r>
            <a:r>
              <a:rPr lang="en-ID" sz="1800" dirty="0"/>
              <a:t> </a:t>
            </a:r>
            <a:r>
              <a:rPr lang="en-ID" sz="1800" dirty="0" err="1"/>
              <a:t>dalam</a:t>
            </a:r>
            <a:r>
              <a:rPr lang="en-ID" sz="1800" dirty="0"/>
              <a:t> </a:t>
            </a:r>
            <a:r>
              <a:rPr lang="en-ID" sz="1800" dirty="0" err="1"/>
              <a:t>menangani</a:t>
            </a:r>
            <a:r>
              <a:rPr lang="en-ID" sz="1800" dirty="0"/>
              <a:t> </a:t>
            </a:r>
            <a:r>
              <a:rPr lang="en-ID" sz="1800" dirty="0" err="1"/>
              <a:t>komplikasi</a:t>
            </a:r>
            <a:r>
              <a:rPr lang="en-ID" sz="1800" dirty="0"/>
              <a:t> </a:t>
            </a:r>
            <a:r>
              <a:rPr lang="en-ID" sz="1800" dirty="0" err="1"/>
              <a:t>akibat</a:t>
            </a:r>
            <a:r>
              <a:rPr lang="en-ID" sz="1800" dirty="0"/>
              <a:t> </a:t>
            </a:r>
            <a:r>
              <a:rPr lang="en-ID" sz="1800" dirty="0" err="1"/>
              <a:t>aborsi</a:t>
            </a:r>
            <a:r>
              <a:rPr lang="en-ID" sz="1800" dirty="0"/>
              <a:t>, </a:t>
            </a:r>
            <a:r>
              <a:rPr lang="en-ID" sz="1800" dirty="0" err="1"/>
              <a:t>seperti</a:t>
            </a:r>
            <a:r>
              <a:rPr lang="en-ID" sz="1800" dirty="0"/>
              <a:t> </a:t>
            </a:r>
            <a:r>
              <a:rPr lang="en-ID" sz="1800" dirty="0" err="1"/>
              <a:t>perdarahan</a:t>
            </a:r>
            <a:r>
              <a:rPr lang="en-ID" sz="1800" dirty="0"/>
              <a:t> dan </a:t>
            </a:r>
            <a:r>
              <a:rPr lang="en-ID" sz="1800" dirty="0" err="1"/>
              <a:t>infeksi</a:t>
            </a:r>
            <a:r>
              <a:rPr lang="en-ID" sz="1800" dirty="0"/>
              <a:t>. </a:t>
            </a:r>
            <a:r>
              <a:rPr lang="en-ID" sz="1800" dirty="0" err="1"/>
              <a:t>Penanganan</a:t>
            </a:r>
            <a:r>
              <a:rPr lang="en-ID" sz="1800" dirty="0"/>
              <a:t> yang </a:t>
            </a:r>
            <a:r>
              <a:rPr lang="en-ID" sz="1800" dirty="0" err="1"/>
              <a:t>cepat</a:t>
            </a:r>
            <a:r>
              <a:rPr lang="en-ID" sz="1800" dirty="0"/>
              <a:t> dan </a:t>
            </a:r>
            <a:r>
              <a:rPr lang="en-ID" sz="1800" dirty="0" err="1"/>
              <a:t>tepat</a:t>
            </a:r>
            <a:r>
              <a:rPr lang="en-ID" sz="1800" dirty="0"/>
              <a:t> </a:t>
            </a:r>
            <a:r>
              <a:rPr lang="en-ID" sz="1800" dirty="0" err="1"/>
              <a:t>dapat</a:t>
            </a:r>
            <a:r>
              <a:rPr lang="en-ID" sz="1800" dirty="0"/>
              <a:t> </a:t>
            </a:r>
            <a:r>
              <a:rPr lang="en-ID" sz="1800" dirty="0" err="1"/>
              <a:t>menyelamatkan</a:t>
            </a:r>
            <a:r>
              <a:rPr lang="en-ID" sz="1800" dirty="0"/>
              <a:t> </a:t>
            </a:r>
            <a:r>
              <a:rPr lang="en-ID" sz="1800" dirty="0" err="1"/>
              <a:t>nyawa</a:t>
            </a:r>
            <a:r>
              <a:rPr lang="en-ID" sz="1800" dirty="0"/>
              <a:t>. Hal </a:t>
            </a:r>
            <a:r>
              <a:rPr lang="en-ID" sz="1800" dirty="0" err="1"/>
              <a:t>ini</a:t>
            </a:r>
            <a:r>
              <a:rPr lang="en-ID" sz="1800" dirty="0"/>
              <a:t> </a:t>
            </a:r>
            <a:r>
              <a:rPr lang="en-ID" sz="1800" dirty="0" err="1"/>
              <a:t>memerlukan</a:t>
            </a:r>
            <a:r>
              <a:rPr lang="en-ID" sz="1800" dirty="0"/>
              <a:t> </a:t>
            </a:r>
            <a:r>
              <a:rPr lang="en-ID" sz="1800" dirty="0" err="1"/>
              <a:t>kompetensi</a:t>
            </a:r>
            <a:r>
              <a:rPr lang="en-ID" sz="1800" dirty="0"/>
              <a:t> </a:t>
            </a:r>
            <a:r>
              <a:rPr lang="en-ID" sz="1800" dirty="0" err="1"/>
              <a:t>klinis</a:t>
            </a:r>
            <a:r>
              <a:rPr lang="en-ID" sz="1800" dirty="0"/>
              <a:t> yang </a:t>
            </a:r>
            <a:r>
              <a:rPr lang="en-ID" sz="1800" dirty="0" err="1"/>
              <a:t>baik</a:t>
            </a:r>
            <a:r>
              <a:rPr lang="en-ID" sz="1800" dirty="0"/>
              <a:t>. </a:t>
            </a:r>
          </a:p>
          <a:p>
            <a:r>
              <a:rPr lang="en-ID" sz="1800" b="1" dirty="0" err="1"/>
              <a:t>Konseling</a:t>
            </a:r>
            <a:r>
              <a:rPr lang="en-ID" sz="1800" b="1" dirty="0"/>
              <a:t> </a:t>
            </a:r>
            <a:r>
              <a:rPr lang="en-ID" sz="1800" b="1" dirty="0" err="1"/>
              <a:t>kesehatan</a:t>
            </a:r>
            <a:r>
              <a:rPr lang="en-ID" sz="1800" b="1" dirty="0"/>
              <a:t> </a:t>
            </a:r>
            <a:r>
              <a:rPr lang="en-ID" sz="1800" b="1" dirty="0" err="1"/>
              <a:t>reproduksi</a:t>
            </a:r>
            <a:br>
              <a:rPr lang="en-ID" sz="1800" dirty="0"/>
            </a:br>
            <a:r>
              <a:rPr lang="en-ID" sz="1800" dirty="0" err="1"/>
              <a:t>Konseling</a:t>
            </a:r>
            <a:r>
              <a:rPr lang="en-ID" sz="1800" dirty="0"/>
              <a:t> </a:t>
            </a:r>
            <a:r>
              <a:rPr lang="en-ID" sz="1800" dirty="0" err="1"/>
              <a:t>membantu</a:t>
            </a:r>
            <a:r>
              <a:rPr lang="en-ID" sz="1800" dirty="0"/>
              <a:t> </a:t>
            </a:r>
            <a:r>
              <a:rPr lang="en-ID" sz="1800" dirty="0" err="1"/>
              <a:t>individu</a:t>
            </a:r>
            <a:r>
              <a:rPr lang="en-ID" sz="1800" dirty="0"/>
              <a:t> </a:t>
            </a:r>
            <a:r>
              <a:rPr lang="en-ID" sz="1800" dirty="0" err="1"/>
              <a:t>memahami</a:t>
            </a:r>
            <a:r>
              <a:rPr lang="en-ID" sz="1800" dirty="0"/>
              <a:t> </a:t>
            </a:r>
            <a:r>
              <a:rPr lang="en-ID" sz="1800" dirty="0" err="1"/>
              <a:t>pilihan</a:t>
            </a:r>
            <a:r>
              <a:rPr lang="en-ID" sz="1800" dirty="0"/>
              <a:t> dan </a:t>
            </a:r>
            <a:r>
              <a:rPr lang="en-ID" sz="1800" dirty="0" err="1"/>
              <a:t>risiko</a:t>
            </a:r>
            <a:r>
              <a:rPr lang="en-ID" sz="1800" dirty="0"/>
              <a:t> yang </a:t>
            </a:r>
            <a:r>
              <a:rPr lang="en-ID" sz="1800" dirty="0" err="1"/>
              <a:t>terkait</a:t>
            </a:r>
            <a:r>
              <a:rPr lang="en-ID" sz="1800" dirty="0"/>
              <a:t> </a:t>
            </a:r>
            <a:r>
              <a:rPr lang="en-ID" sz="1800" dirty="0" err="1"/>
              <a:t>dengan</a:t>
            </a:r>
            <a:r>
              <a:rPr lang="en-ID" sz="1800" dirty="0"/>
              <a:t> </a:t>
            </a:r>
            <a:r>
              <a:rPr lang="en-ID" sz="1800" dirty="0" err="1"/>
              <a:t>kesehatan</a:t>
            </a:r>
            <a:r>
              <a:rPr lang="en-ID" sz="1800" dirty="0"/>
              <a:t> </a:t>
            </a:r>
            <a:r>
              <a:rPr lang="en-ID" sz="1800" dirty="0" err="1"/>
              <a:t>reproduksi</a:t>
            </a:r>
            <a:r>
              <a:rPr lang="en-ID" sz="1800" dirty="0"/>
              <a:t>. </a:t>
            </a:r>
            <a:r>
              <a:rPr lang="en-ID" sz="1800" dirty="0" err="1"/>
              <a:t>Pendekatan</a:t>
            </a:r>
            <a:r>
              <a:rPr lang="en-ID" sz="1800" dirty="0"/>
              <a:t> </a:t>
            </a:r>
            <a:r>
              <a:rPr lang="en-ID" sz="1800" dirty="0" err="1"/>
              <a:t>ini</a:t>
            </a:r>
            <a:r>
              <a:rPr lang="en-ID" sz="1800" dirty="0"/>
              <a:t> </a:t>
            </a:r>
            <a:r>
              <a:rPr lang="en-ID" sz="1800" dirty="0" err="1"/>
              <a:t>penting</a:t>
            </a:r>
            <a:r>
              <a:rPr lang="en-ID" sz="1800" dirty="0"/>
              <a:t> </a:t>
            </a:r>
            <a:r>
              <a:rPr lang="en-ID" sz="1800" dirty="0" err="1"/>
              <a:t>dalam</a:t>
            </a:r>
            <a:r>
              <a:rPr lang="en-ID" sz="1800" dirty="0"/>
              <a:t> </a:t>
            </a:r>
            <a:r>
              <a:rPr lang="en-ID" sz="1800" dirty="0" err="1"/>
              <a:t>mencegah</a:t>
            </a:r>
            <a:r>
              <a:rPr lang="en-ID" sz="1800" dirty="0"/>
              <a:t> </a:t>
            </a:r>
            <a:r>
              <a:rPr lang="en-ID" sz="1800" dirty="0" err="1"/>
              <a:t>kejadian</a:t>
            </a:r>
            <a:r>
              <a:rPr lang="en-ID" sz="1800" dirty="0"/>
              <a:t> </a:t>
            </a:r>
            <a:r>
              <a:rPr lang="en-ID" sz="1800" dirty="0" err="1"/>
              <a:t>berulang</a:t>
            </a:r>
            <a:r>
              <a:rPr lang="en-ID" sz="1800" dirty="0"/>
              <a:t>. </a:t>
            </a:r>
            <a:r>
              <a:rPr lang="en-ID" sz="1800" dirty="0" err="1"/>
              <a:t>Konseling</a:t>
            </a:r>
            <a:r>
              <a:rPr lang="en-ID" sz="1800" dirty="0"/>
              <a:t> juga </a:t>
            </a:r>
            <a:r>
              <a:rPr lang="en-ID" sz="1800" dirty="0" err="1"/>
              <a:t>mendukung</a:t>
            </a:r>
            <a:r>
              <a:rPr lang="en-ID" sz="1800" dirty="0"/>
              <a:t> </a:t>
            </a:r>
            <a:r>
              <a:rPr lang="en-ID" sz="1800" dirty="0" err="1"/>
              <a:t>kesehatan</a:t>
            </a:r>
            <a:r>
              <a:rPr lang="en-ID" sz="1800" dirty="0"/>
              <a:t> mental. </a:t>
            </a:r>
          </a:p>
          <a:p>
            <a:r>
              <a:rPr lang="en-ID" sz="1800" b="1" dirty="0" err="1"/>
              <a:t>Edukasi</a:t>
            </a:r>
            <a:r>
              <a:rPr lang="en-ID" sz="1800" b="1" dirty="0"/>
              <a:t> </a:t>
            </a:r>
            <a:r>
              <a:rPr lang="en-ID" sz="1800" b="1" dirty="0" err="1"/>
              <a:t>masyarakat</a:t>
            </a:r>
            <a:br>
              <a:rPr lang="en-ID" sz="1800" dirty="0"/>
            </a:br>
            <a:r>
              <a:rPr lang="en-ID" sz="1800" dirty="0"/>
              <a:t>Tenaga </a:t>
            </a:r>
            <a:r>
              <a:rPr lang="en-ID" sz="1800" dirty="0" err="1"/>
              <a:t>kesehatan</a:t>
            </a:r>
            <a:r>
              <a:rPr lang="en-ID" sz="1800" dirty="0"/>
              <a:t> </a:t>
            </a:r>
            <a:r>
              <a:rPr lang="en-ID" sz="1800" dirty="0" err="1"/>
              <a:t>berperan</a:t>
            </a:r>
            <a:r>
              <a:rPr lang="en-ID" sz="1800" dirty="0"/>
              <a:t> </a:t>
            </a:r>
            <a:r>
              <a:rPr lang="en-ID" sz="1800" dirty="0" err="1"/>
              <a:t>dalam</a:t>
            </a:r>
            <a:r>
              <a:rPr lang="en-ID" sz="1800" dirty="0"/>
              <a:t> </a:t>
            </a:r>
            <a:r>
              <a:rPr lang="en-ID" sz="1800" dirty="0" err="1"/>
              <a:t>memberikan</a:t>
            </a:r>
            <a:r>
              <a:rPr lang="en-ID" sz="1800" dirty="0"/>
              <a:t> </a:t>
            </a:r>
            <a:r>
              <a:rPr lang="en-ID" sz="1800" dirty="0" err="1"/>
              <a:t>edukasi</a:t>
            </a:r>
            <a:r>
              <a:rPr lang="en-ID" sz="1800" dirty="0"/>
              <a:t> </a:t>
            </a:r>
            <a:r>
              <a:rPr lang="en-ID" sz="1800" dirty="0" err="1"/>
              <a:t>tentang</a:t>
            </a:r>
            <a:r>
              <a:rPr lang="en-ID" sz="1800" dirty="0"/>
              <a:t> </a:t>
            </a:r>
            <a:r>
              <a:rPr lang="en-ID" sz="1800" dirty="0" err="1"/>
              <a:t>kontrasepsi</a:t>
            </a:r>
            <a:r>
              <a:rPr lang="en-ID" sz="1800" dirty="0"/>
              <a:t> dan </a:t>
            </a:r>
            <a:r>
              <a:rPr lang="en-ID" sz="1800" dirty="0" err="1"/>
              <a:t>kesehatan</a:t>
            </a:r>
            <a:r>
              <a:rPr lang="en-ID" sz="1800" dirty="0"/>
              <a:t> </a:t>
            </a:r>
            <a:r>
              <a:rPr lang="en-ID" sz="1800" dirty="0" err="1"/>
              <a:t>reproduksi</a:t>
            </a:r>
            <a:r>
              <a:rPr lang="en-ID" sz="1800" dirty="0"/>
              <a:t>. </a:t>
            </a:r>
            <a:r>
              <a:rPr lang="en-ID" sz="1800" dirty="0" err="1"/>
              <a:t>Edukasi</a:t>
            </a:r>
            <a:r>
              <a:rPr lang="en-ID" sz="1800" dirty="0"/>
              <a:t> </a:t>
            </a:r>
            <a:r>
              <a:rPr lang="en-ID" sz="1800" dirty="0" err="1"/>
              <a:t>ini</a:t>
            </a:r>
            <a:r>
              <a:rPr lang="en-ID" sz="1800" dirty="0"/>
              <a:t> </a:t>
            </a:r>
            <a:r>
              <a:rPr lang="en-ID" sz="1800" dirty="0" err="1"/>
              <a:t>meningkatkan</a:t>
            </a:r>
            <a:r>
              <a:rPr lang="en-ID" sz="1800" dirty="0"/>
              <a:t> </a:t>
            </a:r>
            <a:r>
              <a:rPr lang="en-ID" sz="1800" dirty="0" err="1"/>
              <a:t>kesadaran</a:t>
            </a:r>
            <a:r>
              <a:rPr lang="en-ID" sz="1800" dirty="0"/>
              <a:t> dan </a:t>
            </a:r>
            <a:r>
              <a:rPr lang="en-ID" sz="1800" dirty="0" err="1"/>
              <a:t>mengurangi</a:t>
            </a:r>
            <a:r>
              <a:rPr lang="en-ID" sz="1800" dirty="0"/>
              <a:t> </a:t>
            </a:r>
            <a:r>
              <a:rPr lang="en-ID" sz="1800" dirty="0" err="1"/>
              <a:t>risiko</a:t>
            </a:r>
            <a:r>
              <a:rPr lang="en-ID" sz="1800" dirty="0"/>
              <a:t> </a:t>
            </a:r>
            <a:r>
              <a:rPr lang="en-ID" sz="1800" dirty="0" err="1"/>
              <a:t>kehamilan</a:t>
            </a:r>
            <a:r>
              <a:rPr lang="en-ID" sz="1800" dirty="0"/>
              <a:t> </a:t>
            </a:r>
            <a:r>
              <a:rPr lang="en-ID" sz="1800" dirty="0" err="1"/>
              <a:t>tidak</a:t>
            </a:r>
            <a:r>
              <a:rPr lang="en-ID" sz="1800" dirty="0"/>
              <a:t> </a:t>
            </a:r>
            <a:r>
              <a:rPr lang="en-ID" sz="1800" dirty="0" err="1"/>
              <a:t>diinginkan</a:t>
            </a:r>
            <a:r>
              <a:rPr lang="en-ID" sz="1800" dirty="0"/>
              <a:t>. Hal </a:t>
            </a:r>
            <a:r>
              <a:rPr lang="en-ID" sz="1800" dirty="0" err="1"/>
              <a:t>ini</a:t>
            </a:r>
            <a:r>
              <a:rPr lang="en-ID" sz="1800" dirty="0"/>
              <a:t> </a:t>
            </a:r>
            <a:r>
              <a:rPr lang="en-ID" sz="1800" dirty="0" err="1"/>
              <a:t>merupakan</a:t>
            </a:r>
            <a:r>
              <a:rPr lang="en-ID" sz="1800" dirty="0"/>
              <a:t> </a:t>
            </a:r>
            <a:r>
              <a:rPr lang="en-ID" sz="1800" dirty="0" err="1"/>
              <a:t>bagian</a:t>
            </a:r>
            <a:r>
              <a:rPr lang="en-ID" sz="1800" dirty="0"/>
              <a:t> </a:t>
            </a:r>
            <a:r>
              <a:rPr lang="en-ID" sz="1800" dirty="0" err="1"/>
              <a:t>dari</a:t>
            </a:r>
            <a:r>
              <a:rPr lang="en-ID" sz="1800" dirty="0"/>
              <a:t> </a:t>
            </a:r>
            <a:r>
              <a:rPr lang="en-ID" sz="1800" dirty="0" err="1"/>
              <a:t>upaya</a:t>
            </a:r>
            <a:r>
              <a:rPr lang="en-ID" sz="1800" dirty="0"/>
              <a:t> </a:t>
            </a:r>
            <a:r>
              <a:rPr lang="en-ID" sz="1800" dirty="0" err="1"/>
              <a:t>promotif</a:t>
            </a:r>
            <a:r>
              <a:rPr lang="en-ID" sz="1800" dirty="0"/>
              <a:t>. </a:t>
            </a:r>
          </a:p>
          <a:p>
            <a:r>
              <a:rPr lang="en-ID" sz="1800" b="1" dirty="0" err="1"/>
              <a:t>Pendekatan</a:t>
            </a:r>
            <a:r>
              <a:rPr lang="en-ID" sz="1800" b="1" dirty="0"/>
              <a:t> </a:t>
            </a:r>
            <a:r>
              <a:rPr lang="en-ID" sz="1800" b="1" dirty="0" err="1"/>
              <a:t>empatik</a:t>
            </a:r>
            <a:r>
              <a:rPr lang="en-ID" sz="1800" b="1" dirty="0"/>
              <a:t> dan non-judgmental</a:t>
            </a:r>
            <a:br>
              <a:rPr lang="en-ID" sz="1800" dirty="0"/>
            </a:br>
            <a:r>
              <a:rPr lang="en-ID" sz="1800" dirty="0" err="1"/>
              <a:t>Pendekatan</a:t>
            </a:r>
            <a:r>
              <a:rPr lang="en-ID" sz="1800" dirty="0"/>
              <a:t> yang </a:t>
            </a:r>
            <a:r>
              <a:rPr lang="en-ID" sz="1800" dirty="0" err="1"/>
              <a:t>empatik</a:t>
            </a:r>
            <a:r>
              <a:rPr lang="en-ID" sz="1800" dirty="0"/>
              <a:t> sangat </a:t>
            </a:r>
            <a:r>
              <a:rPr lang="en-ID" sz="1800" dirty="0" err="1"/>
              <a:t>penting</a:t>
            </a:r>
            <a:r>
              <a:rPr lang="en-ID" sz="1800" dirty="0"/>
              <a:t> </a:t>
            </a:r>
            <a:r>
              <a:rPr lang="en-ID" sz="1800" dirty="0" err="1"/>
              <a:t>dalam</a:t>
            </a:r>
            <a:r>
              <a:rPr lang="en-ID" sz="1800" dirty="0"/>
              <a:t> </a:t>
            </a:r>
            <a:r>
              <a:rPr lang="en-ID" sz="1800" dirty="0" err="1"/>
              <a:t>memberikan</a:t>
            </a:r>
            <a:r>
              <a:rPr lang="en-ID" sz="1800" dirty="0"/>
              <a:t> </a:t>
            </a:r>
            <a:r>
              <a:rPr lang="en-ID" sz="1800" dirty="0" err="1"/>
              <a:t>pelayanan</a:t>
            </a:r>
            <a:r>
              <a:rPr lang="en-ID" sz="1800" dirty="0"/>
              <a:t> </a:t>
            </a:r>
            <a:r>
              <a:rPr lang="en-ID" sz="1800" dirty="0" err="1"/>
              <a:t>kesehatan</a:t>
            </a:r>
            <a:r>
              <a:rPr lang="en-ID" sz="1800" dirty="0"/>
              <a:t> </a:t>
            </a:r>
            <a:r>
              <a:rPr lang="en-ID" sz="1800" dirty="0" err="1"/>
              <a:t>reproduksi</a:t>
            </a:r>
            <a:r>
              <a:rPr lang="en-ID" sz="1800" dirty="0"/>
              <a:t>. </a:t>
            </a:r>
            <a:r>
              <a:rPr lang="en-ID" sz="1800" dirty="0" err="1"/>
              <a:t>Sikap</a:t>
            </a:r>
            <a:r>
              <a:rPr lang="en-ID" sz="1800" dirty="0"/>
              <a:t> </a:t>
            </a:r>
            <a:r>
              <a:rPr lang="en-ID" sz="1800" dirty="0" err="1"/>
              <a:t>tidak</a:t>
            </a:r>
            <a:r>
              <a:rPr lang="en-ID" sz="1800" dirty="0"/>
              <a:t> </a:t>
            </a:r>
            <a:r>
              <a:rPr lang="en-ID" sz="1800" dirty="0" err="1"/>
              <a:t>menghakimi</a:t>
            </a:r>
            <a:r>
              <a:rPr lang="en-ID" sz="1800" dirty="0"/>
              <a:t> </a:t>
            </a:r>
            <a:r>
              <a:rPr lang="en-ID" sz="1800" dirty="0" err="1"/>
              <a:t>membantu</a:t>
            </a:r>
            <a:r>
              <a:rPr lang="en-ID" sz="1800" dirty="0"/>
              <a:t> </a:t>
            </a:r>
            <a:r>
              <a:rPr lang="en-ID" sz="1800" dirty="0" err="1"/>
              <a:t>membangun</a:t>
            </a:r>
            <a:r>
              <a:rPr lang="en-ID" sz="1800" dirty="0"/>
              <a:t> </a:t>
            </a:r>
            <a:r>
              <a:rPr lang="en-ID" sz="1800" dirty="0" err="1"/>
              <a:t>kepercayaan</a:t>
            </a:r>
            <a:r>
              <a:rPr lang="en-ID" sz="1800" dirty="0"/>
              <a:t> </a:t>
            </a:r>
            <a:r>
              <a:rPr lang="en-ID" sz="1800" dirty="0" err="1"/>
              <a:t>pasien</a:t>
            </a:r>
            <a:r>
              <a:rPr lang="en-ID" sz="1800"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n-NO" b="1" dirty="0"/>
              <a:t>Pencegahan Kehamilan yang Tidak Diinginkan</a:t>
            </a:r>
            <a:endParaRPr b="1" dirty="0"/>
          </a:p>
        </p:txBody>
      </p:sp>
      <p:sp>
        <p:nvSpPr>
          <p:cNvPr id="3" name="Content Placeholder 2"/>
          <p:cNvSpPr>
            <a:spLocks noGrp="1"/>
          </p:cNvSpPr>
          <p:nvPr>
            <p:ph idx="1"/>
          </p:nvPr>
        </p:nvSpPr>
        <p:spPr>
          <a:xfrm>
            <a:off x="371856" y="1849099"/>
            <a:ext cx="8686800" cy="4525963"/>
          </a:xfrm>
        </p:spPr>
        <p:txBody>
          <a:bodyPr>
            <a:noAutofit/>
          </a:bodyPr>
          <a:lstStyle/>
          <a:p>
            <a:pPr algn="just"/>
            <a:r>
              <a:rPr lang="en-ID" sz="1700" b="1" dirty="0" err="1"/>
              <a:t>Penggunaan</a:t>
            </a:r>
            <a:r>
              <a:rPr lang="en-ID" sz="1700" b="1" dirty="0"/>
              <a:t> </a:t>
            </a:r>
            <a:r>
              <a:rPr lang="en-ID" sz="1700" b="1" dirty="0" err="1"/>
              <a:t>kontrasepsi</a:t>
            </a:r>
            <a:r>
              <a:rPr lang="en-ID" sz="1700" b="1" dirty="0"/>
              <a:t> </a:t>
            </a:r>
            <a:r>
              <a:rPr lang="en-ID" sz="1700" b="1" dirty="0" err="1"/>
              <a:t>efektif</a:t>
            </a:r>
            <a:r>
              <a:rPr lang="en-ID" sz="1700" b="1" dirty="0"/>
              <a:t>. </a:t>
            </a:r>
            <a:r>
              <a:rPr lang="en-ID" sz="1700" dirty="0" err="1"/>
              <a:t>Penggunaan</a:t>
            </a:r>
            <a:r>
              <a:rPr lang="en-ID" sz="1700" dirty="0"/>
              <a:t> </a:t>
            </a:r>
            <a:r>
              <a:rPr lang="en-ID" sz="1700" dirty="0" err="1"/>
              <a:t>kontrasepsi</a:t>
            </a:r>
            <a:r>
              <a:rPr lang="en-ID" sz="1700" dirty="0"/>
              <a:t> </a:t>
            </a:r>
            <a:r>
              <a:rPr lang="en-ID" sz="1700" dirty="0" err="1"/>
              <a:t>merupakan</a:t>
            </a:r>
            <a:r>
              <a:rPr lang="en-ID" sz="1700" dirty="0"/>
              <a:t> </a:t>
            </a:r>
            <a:r>
              <a:rPr lang="en-ID" sz="1700" dirty="0" err="1"/>
              <a:t>metode</a:t>
            </a:r>
            <a:r>
              <a:rPr lang="en-ID" sz="1700" dirty="0"/>
              <a:t> </a:t>
            </a:r>
            <a:r>
              <a:rPr lang="en-ID" sz="1700" dirty="0" err="1"/>
              <a:t>utama</a:t>
            </a:r>
            <a:r>
              <a:rPr lang="en-ID" sz="1700" dirty="0"/>
              <a:t> </a:t>
            </a:r>
            <a:r>
              <a:rPr lang="en-ID" sz="1700" dirty="0" err="1"/>
              <a:t>dalam</a:t>
            </a:r>
            <a:r>
              <a:rPr lang="en-ID" sz="1700" dirty="0"/>
              <a:t> </a:t>
            </a:r>
            <a:r>
              <a:rPr lang="en-ID" sz="1700" dirty="0" err="1"/>
              <a:t>mencegah</a:t>
            </a:r>
            <a:r>
              <a:rPr lang="en-ID" sz="1700" dirty="0"/>
              <a:t> </a:t>
            </a:r>
            <a:r>
              <a:rPr lang="en-ID" sz="1700" dirty="0" err="1"/>
              <a:t>kehamilan</a:t>
            </a:r>
            <a:r>
              <a:rPr lang="en-ID" sz="1700" dirty="0"/>
              <a:t> yang </a:t>
            </a:r>
            <a:r>
              <a:rPr lang="en-ID" sz="1700" dirty="0" err="1"/>
              <a:t>tidak</a:t>
            </a:r>
            <a:r>
              <a:rPr lang="en-ID" sz="1700" dirty="0"/>
              <a:t> </a:t>
            </a:r>
            <a:r>
              <a:rPr lang="en-ID" sz="1700" dirty="0" err="1"/>
              <a:t>diinginkan</a:t>
            </a:r>
            <a:r>
              <a:rPr lang="en-ID" sz="1700" dirty="0"/>
              <a:t>. Metode </a:t>
            </a:r>
            <a:r>
              <a:rPr lang="en-ID" sz="1700" dirty="0" err="1"/>
              <a:t>kontrasepsi</a:t>
            </a:r>
            <a:r>
              <a:rPr lang="en-ID" sz="1700" dirty="0"/>
              <a:t> yang </a:t>
            </a:r>
            <a:r>
              <a:rPr lang="en-ID" sz="1700" dirty="0" err="1"/>
              <a:t>efektif</a:t>
            </a:r>
            <a:r>
              <a:rPr lang="en-ID" sz="1700" dirty="0"/>
              <a:t>, </a:t>
            </a:r>
            <a:r>
              <a:rPr lang="en-ID" sz="1700" dirty="0" err="1"/>
              <a:t>seperti</a:t>
            </a:r>
            <a:r>
              <a:rPr lang="en-ID" sz="1700" dirty="0"/>
              <a:t> IUD, </a:t>
            </a:r>
            <a:r>
              <a:rPr lang="en-ID" sz="1700" dirty="0" err="1"/>
              <a:t>pil</a:t>
            </a:r>
            <a:r>
              <a:rPr lang="en-ID" sz="1700" dirty="0"/>
              <a:t>, dan </a:t>
            </a:r>
            <a:r>
              <a:rPr lang="en-ID" sz="1700" dirty="0" err="1"/>
              <a:t>implan</a:t>
            </a:r>
            <a:r>
              <a:rPr lang="en-ID" sz="1700" dirty="0"/>
              <a:t>, </a:t>
            </a:r>
            <a:r>
              <a:rPr lang="en-ID" sz="1700" dirty="0" err="1"/>
              <a:t>dapat</a:t>
            </a:r>
            <a:r>
              <a:rPr lang="en-ID" sz="1700" dirty="0"/>
              <a:t> </a:t>
            </a:r>
            <a:r>
              <a:rPr lang="en-ID" sz="1700" dirty="0" err="1"/>
              <a:t>mengurangi</a:t>
            </a:r>
            <a:r>
              <a:rPr lang="en-ID" sz="1700" dirty="0"/>
              <a:t> </a:t>
            </a:r>
            <a:r>
              <a:rPr lang="en-ID" sz="1700" dirty="0" err="1"/>
              <a:t>risiko</a:t>
            </a:r>
            <a:r>
              <a:rPr lang="en-ID" sz="1700" dirty="0"/>
              <a:t> </a:t>
            </a:r>
            <a:r>
              <a:rPr lang="en-ID" sz="1700" dirty="0" err="1"/>
              <a:t>kehamilan</a:t>
            </a:r>
            <a:r>
              <a:rPr lang="en-ID" sz="1700" dirty="0"/>
              <a:t> </a:t>
            </a:r>
            <a:r>
              <a:rPr lang="en-ID" sz="1700" dirty="0" err="1"/>
              <a:t>secara</a:t>
            </a:r>
            <a:r>
              <a:rPr lang="en-ID" sz="1700" dirty="0"/>
              <a:t> </a:t>
            </a:r>
            <a:r>
              <a:rPr lang="en-ID" sz="1700" dirty="0" err="1"/>
              <a:t>signifikan</a:t>
            </a:r>
            <a:r>
              <a:rPr lang="en-ID" sz="1700" dirty="0"/>
              <a:t>. </a:t>
            </a:r>
            <a:r>
              <a:rPr lang="en-ID" sz="1700" dirty="0" err="1"/>
              <a:t>Namun</a:t>
            </a:r>
            <a:r>
              <a:rPr lang="en-ID" sz="1700" dirty="0"/>
              <a:t>, </a:t>
            </a:r>
            <a:r>
              <a:rPr lang="en-ID" sz="1700" dirty="0" err="1"/>
              <a:t>efektivitas</a:t>
            </a:r>
            <a:r>
              <a:rPr lang="en-ID" sz="1700" dirty="0"/>
              <a:t> </a:t>
            </a:r>
            <a:r>
              <a:rPr lang="en-ID" sz="1700" dirty="0" err="1"/>
              <a:t>ini</a:t>
            </a:r>
            <a:r>
              <a:rPr lang="en-ID" sz="1700" dirty="0"/>
              <a:t> </a:t>
            </a:r>
            <a:r>
              <a:rPr lang="en-ID" sz="1700" dirty="0" err="1"/>
              <a:t>bergantung</a:t>
            </a:r>
            <a:r>
              <a:rPr lang="en-ID" sz="1700" dirty="0"/>
              <a:t> pada </a:t>
            </a:r>
            <a:r>
              <a:rPr lang="en-ID" sz="1700" dirty="0" err="1"/>
              <a:t>penggunaan</a:t>
            </a:r>
            <a:r>
              <a:rPr lang="en-ID" sz="1700" dirty="0"/>
              <a:t> yang </a:t>
            </a:r>
            <a:r>
              <a:rPr lang="en-ID" sz="1700" dirty="0" err="1"/>
              <a:t>benar</a:t>
            </a:r>
            <a:r>
              <a:rPr lang="en-ID" sz="1700" dirty="0"/>
              <a:t> dan </a:t>
            </a:r>
            <a:r>
              <a:rPr lang="en-ID" sz="1700" dirty="0" err="1"/>
              <a:t>konsisten</a:t>
            </a:r>
            <a:r>
              <a:rPr lang="en-ID" sz="1700" dirty="0"/>
              <a:t>.</a:t>
            </a:r>
          </a:p>
          <a:p>
            <a:pPr algn="just"/>
            <a:r>
              <a:rPr lang="en-ID" sz="1700" b="1" dirty="0" err="1"/>
              <a:t>Perencanaan</a:t>
            </a:r>
            <a:r>
              <a:rPr lang="en-ID" sz="1700" b="1" dirty="0"/>
              <a:t> </a:t>
            </a:r>
            <a:r>
              <a:rPr lang="en-ID" sz="1700" b="1" dirty="0" err="1"/>
              <a:t>keluarga</a:t>
            </a:r>
            <a:r>
              <a:rPr lang="en-ID" sz="1700" b="1" dirty="0"/>
              <a:t>. </a:t>
            </a:r>
            <a:r>
              <a:rPr lang="en-ID" sz="1700" dirty="0" err="1"/>
              <a:t>Perencanaan</a:t>
            </a:r>
            <a:r>
              <a:rPr lang="en-ID" sz="1700" dirty="0"/>
              <a:t> </a:t>
            </a:r>
            <a:r>
              <a:rPr lang="en-ID" sz="1700" dirty="0" err="1"/>
              <a:t>keluarga</a:t>
            </a:r>
            <a:r>
              <a:rPr lang="en-ID" sz="1700" dirty="0"/>
              <a:t> </a:t>
            </a:r>
            <a:r>
              <a:rPr lang="en-ID" sz="1700" dirty="0" err="1"/>
              <a:t>memungkinkan</a:t>
            </a:r>
            <a:r>
              <a:rPr lang="en-ID" sz="1700" dirty="0"/>
              <a:t> </a:t>
            </a:r>
            <a:r>
              <a:rPr lang="en-ID" sz="1700" dirty="0" err="1"/>
              <a:t>individu</a:t>
            </a:r>
            <a:r>
              <a:rPr lang="en-ID" sz="1700" dirty="0"/>
              <a:t> dan </a:t>
            </a:r>
            <a:r>
              <a:rPr lang="en-ID" sz="1700" dirty="0" err="1"/>
              <a:t>pasangan</a:t>
            </a:r>
            <a:r>
              <a:rPr lang="en-ID" sz="1700" dirty="0"/>
              <a:t> </a:t>
            </a:r>
            <a:r>
              <a:rPr lang="en-ID" sz="1700" dirty="0" err="1"/>
              <a:t>untuk</a:t>
            </a:r>
            <a:r>
              <a:rPr lang="en-ID" sz="1700" dirty="0"/>
              <a:t> </a:t>
            </a:r>
            <a:r>
              <a:rPr lang="en-ID" sz="1700" dirty="0" err="1"/>
              <a:t>menentukan</a:t>
            </a:r>
            <a:r>
              <a:rPr lang="en-ID" sz="1700" dirty="0"/>
              <a:t> </a:t>
            </a:r>
            <a:r>
              <a:rPr lang="en-ID" sz="1700" dirty="0" err="1"/>
              <a:t>jumlah</a:t>
            </a:r>
            <a:r>
              <a:rPr lang="en-ID" sz="1700" dirty="0"/>
              <a:t> dan </a:t>
            </a:r>
            <a:r>
              <a:rPr lang="en-ID" sz="1700" dirty="0" err="1"/>
              <a:t>jarak</a:t>
            </a:r>
            <a:r>
              <a:rPr lang="en-ID" sz="1700" dirty="0"/>
              <a:t> </a:t>
            </a:r>
            <a:r>
              <a:rPr lang="en-ID" sz="1700" dirty="0" err="1"/>
              <a:t>kelahiran</a:t>
            </a:r>
            <a:r>
              <a:rPr lang="en-ID" sz="1700" dirty="0"/>
              <a:t> </a:t>
            </a:r>
            <a:r>
              <a:rPr lang="en-ID" sz="1700" dirty="0" err="1"/>
              <a:t>anak</a:t>
            </a:r>
            <a:r>
              <a:rPr lang="en-ID" sz="1700" dirty="0"/>
              <a:t> </a:t>
            </a:r>
            <a:r>
              <a:rPr lang="en-ID" sz="1700" dirty="0" err="1"/>
              <a:t>secara</a:t>
            </a:r>
            <a:r>
              <a:rPr lang="en-ID" sz="1700" dirty="0"/>
              <a:t> </a:t>
            </a:r>
            <a:r>
              <a:rPr lang="en-ID" sz="1700" dirty="0" err="1"/>
              <a:t>sadar</a:t>
            </a:r>
            <a:r>
              <a:rPr lang="en-ID" sz="1700" dirty="0"/>
              <a:t>. Program </a:t>
            </a:r>
            <a:r>
              <a:rPr lang="en-ID" sz="1700" dirty="0" err="1"/>
              <a:t>ini</a:t>
            </a:r>
            <a:r>
              <a:rPr lang="en-ID" sz="1700" dirty="0"/>
              <a:t> </a:t>
            </a:r>
            <a:r>
              <a:rPr lang="en-ID" sz="1700" dirty="0" err="1"/>
              <a:t>tidak</a:t>
            </a:r>
            <a:r>
              <a:rPr lang="en-ID" sz="1700" dirty="0"/>
              <a:t> </a:t>
            </a:r>
            <a:r>
              <a:rPr lang="en-ID" sz="1700" dirty="0" err="1"/>
              <a:t>hanya</a:t>
            </a:r>
            <a:r>
              <a:rPr lang="en-ID" sz="1700" dirty="0"/>
              <a:t> </a:t>
            </a:r>
            <a:r>
              <a:rPr lang="en-ID" sz="1700" dirty="0" err="1"/>
              <a:t>berkaitan</a:t>
            </a:r>
            <a:r>
              <a:rPr lang="en-ID" sz="1700" dirty="0"/>
              <a:t> </a:t>
            </a:r>
            <a:r>
              <a:rPr lang="en-ID" sz="1700" dirty="0" err="1"/>
              <a:t>dengan</a:t>
            </a:r>
            <a:r>
              <a:rPr lang="en-ID" sz="1700" dirty="0"/>
              <a:t> </a:t>
            </a:r>
            <a:r>
              <a:rPr lang="en-ID" sz="1700" dirty="0" err="1"/>
              <a:t>penggunaan</a:t>
            </a:r>
            <a:r>
              <a:rPr lang="en-ID" sz="1700" dirty="0"/>
              <a:t> </a:t>
            </a:r>
            <a:r>
              <a:rPr lang="en-ID" sz="1700" dirty="0" err="1"/>
              <a:t>kontrasepsi</a:t>
            </a:r>
            <a:r>
              <a:rPr lang="en-ID" sz="1700" dirty="0"/>
              <a:t>, </a:t>
            </a:r>
            <a:r>
              <a:rPr lang="en-ID" sz="1700" dirty="0" err="1"/>
              <a:t>tetapi</a:t>
            </a:r>
            <a:r>
              <a:rPr lang="en-ID" sz="1700" dirty="0"/>
              <a:t> juga </a:t>
            </a:r>
            <a:r>
              <a:rPr lang="en-ID" sz="1700" dirty="0" err="1"/>
              <a:t>mencakup</a:t>
            </a:r>
            <a:r>
              <a:rPr lang="en-ID" sz="1700" dirty="0"/>
              <a:t> </a:t>
            </a:r>
            <a:r>
              <a:rPr lang="en-ID" sz="1700" dirty="0" err="1"/>
              <a:t>kesiapan</a:t>
            </a:r>
            <a:r>
              <a:rPr lang="en-ID" sz="1700" dirty="0"/>
              <a:t> </a:t>
            </a:r>
            <a:r>
              <a:rPr lang="en-ID" sz="1700" dirty="0" err="1"/>
              <a:t>fisik</a:t>
            </a:r>
            <a:r>
              <a:rPr lang="en-ID" sz="1700" dirty="0"/>
              <a:t>, mental, dan </a:t>
            </a:r>
            <a:r>
              <a:rPr lang="en-ID" sz="1700" dirty="0" err="1"/>
              <a:t>ekonomi</a:t>
            </a:r>
            <a:r>
              <a:rPr lang="en-ID" sz="1700" dirty="0"/>
              <a:t>.</a:t>
            </a:r>
          </a:p>
          <a:p>
            <a:pPr algn="just"/>
            <a:r>
              <a:rPr lang="en-ID" sz="1700" b="1" dirty="0" err="1"/>
              <a:t>Peningkatan</a:t>
            </a:r>
            <a:r>
              <a:rPr lang="en-ID" sz="1700" b="1" dirty="0"/>
              <a:t> </a:t>
            </a:r>
            <a:r>
              <a:rPr lang="en-ID" sz="1700" b="1" dirty="0" err="1"/>
              <a:t>akses</a:t>
            </a:r>
            <a:r>
              <a:rPr lang="en-ID" sz="1700" b="1" dirty="0"/>
              <a:t> </a:t>
            </a:r>
            <a:r>
              <a:rPr lang="en-ID" sz="1700" b="1" dirty="0" err="1"/>
              <a:t>layanan</a:t>
            </a:r>
            <a:r>
              <a:rPr lang="en-ID" sz="1700" b="1" dirty="0"/>
              <a:t> Kesehatan. </a:t>
            </a:r>
            <a:r>
              <a:rPr lang="en-ID" sz="1700" dirty="0"/>
              <a:t>Akses </a:t>
            </a:r>
            <a:r>
              <a:rPr lang="en-ID" sz="1700" dirty="0" err="1"/>
              <a:t>terhadap</a:t>
            </a:r>
            <a:r>
              <a:rPr lang="en-ID" sz="1700" dirty="0"/>
              <a:t> </a:t>
            </a:r>
            <a:r>
              <a:rPr lang="en-ID" sz="1700" dirty="0" err="1"/>
              <a:t>layanan</a:t>
            </a:r>
            <a:r>
              <a:rPr lang="en-ID" sz="1700" dirty="0"/>
              <a:t> </a:t>
            </a:r>
            <a:r>
              <a:rPr lang="en-ID" sz="1700" dirty="0" err="1"/>
              <a:t>kesehatan</a:t>
            </a:r>
            <a:r>
              <a:rPr lang="en-ID" sz="1700" dirty="0"/>
              <a:t> </a:t>
            </a:r>
            <a:r>
              <a:rPr lang="en-ID" sz="1700" dirty="0" err="1"/>
              <a:t>reproduksi</a:t>
            </a:r>
            <a:r>
              <a:rPr lang="en-ID" sz="1700" dirty="0"/>
              <a:t> yang </a:t>
            </a:r>
            <a:r>
              <a:rPr lang="en-ID" sz="1700" dirty="0" err="1"/>
              <a:t>mudah</a:t>
            </a:r>
            <a:r>
              <a:rPr lang="en-ID" sz="1700" dirty="0"/>
              <a:t> dan </a:t>
            </a:r>
            <a:r>
              <a:rPr lang="en-ID" sz="1700" dirty="0" err="1"/>
              <a:t>terjangkau</a:t>
            </a:r>
            <a:r>
              <a:rPr lang="en-ID" sz="1700" dirty="0"/>
              <a:t> </a:t>
            </a:r>
            <a:r>
              <a:rPr lang="en-ID" sz="1700" dirty="0" err="1"/>
              <a:t>merupakan</a:t>
            </a:r>
            <a:r>
              <a:rPr lang="en-ID" sz="1700" dirty="0"/>
              <a:t> </a:t>
            </a:r>
            <a:r>
              <a:rPr lang="en-ID" sz="1700" dirty="0" err="1"/>
              <a:t>faktor</a:t>
            </a:r>
            <a:r>
              <a:rPr lang="en-ID" sz="1700" dirty="0"/>
              <a:t> </a:t>
            </a:r>
            <a:r>
              <a:rPr lang="en-ID" sz="1700" dirty="0" err="1"/>
              <a:t>kunci</a:t>
            </a:r>
            <a:r>
              <a:rPr lang="en-ID" sz="1700" dirty="0"/>
              <a:t> </a:t>
            </a:r>
            <a:r>
              <a:rPr lang="en-ID" sz="1700" dirty="0" err="1"/>
              <a:t>dalam</a:t>
            </a:r>
            <a:r>
              <a:rPr lang="en-ID" sz="1700" dirty="0"/>
              <a:t> </a:t>
            </a:r>
            <a:r>
              <a:rPr lang="en-ID" sz="1700" dirty="0" err="1"/>
              <a:t>pencegahan</a:t>
            </a:r>
            <a:r>
              <a:rPr lang="en-ID" sz="1700" dirty="0"/>
              <a:t>. </a:t>
            </a:r>
            <a:r>
              <a:rPr lang="en-ID" sz="1700" dirty="0" err="1"/>
              <a:t>Fasilitas</a:t>
            </a:r>
            <a:r>
              <a:rPr lang="en-ID" sz="1700" dirty="0"/>
              <a:t> </a:t>
            </a:r>
            <a:r>
              <a:rPr lang="en-ID" sz="1700" dirty="0" err="1"/>
              <a:t>kesehatan</a:t>
            </a:r>
            <a:r>
              <a:rPr lang="en-ID" sz="1700" dirty="0"/>
              <a:t> </a:t>
            </a:r>
            <a:r>
              <a:rPr lang="en-ID" sz="1700" dirty="0" err="1"/>
              <a:t>harus</a:t>
            </a:r>
            <a:r>
              <a:rPr lang="en-ID" sz="1700" dirty="0"/>
              <a:t> </a:t>
            </a:r>
            <a:r>
              <a:rPr lang="en-ID" sz="1700" dirty="0" err="1"/>
              <a:t>mampu</a:t>
            </a:r>
            <a:r>
              <a:rPr lang="en-ID" sz="1700" dirty="0"/>
              <a:t> </a:t>
            </a:r>
            <a:r>
              <a:rPr lang="en-ID" sz="1700" dirty="0" err="1"/>
              <a:t>menyediakan</a:t>
            </a:r>
            <a:r>
              <a:rPr lang="en-ID" sz="1700" dirty="0"/>
              <a:t> </a:t>
            </a:r>
            <a:r>
              <a:rPr lang="en-ID" sz="1700" dirty="0" err="1"/>
              <a:t>berbagai</a:t>
            </a:r>
            <a:r>
              <a:rPr lang="en-ID" sz="1700" dirty="0"/>
              <a:t> </a:t>
            </a:r>
            <a:r>
              <a:rPr lang="en-ID" sz="1700" dirty="0" err="1"/>
              <a:t>pilihan</a:t>
            </a:r>
            <a:r>
              <a:rPr lang="en-ID" sz="1700" dirty="0"/>
              <a:t> </a:t>
            </a:r>
            <a:r>
              <a:rPr lang="en-ID" sz="1700" dirty="0" err="1"/>
              <a:t>kontrasepsi</a:t>
            </a:r>
            <a:r>
              <a:rPr lang="en-ID" sz="1700" dirty="0"/>
              <a:t> dan </a:t>
            </a:r>
            <a:r>
              <a:rPr lang="en-ID" sz="1700" dirty="0" err="1"/>
              <a:t>layanan</a:t>
            </a:r>
            <a:r>
              <a:rPr lang="en-ID" sz="1700" dirty="0"/>
              <a:t> </a:t>
            </a:r>
            <a:r>
              <a:rPr lang="en-ID" sz="1700" dirty="0" err="1"/>
              <a:t>konseling</a:t>
            </a:r>
            <a:r>
              <a:rPr lang="en-ID" sz="1700" dirty="0"/>
              <a:t>.</a:t>
            </a:r>
          </a:p>
          <a:p>
            <a:pPr algn="just"/>
            <a:r>
              <a:rPr lang="en-ID" sz="1700" b="1" dirty="0" err="1"/>
              <a:t>Edukasi</a:t>
            </a:r>
            <a:r>
              <a:rPr lang="en-ID" sz="1700" b="1" dirty="0"/>
              <a:t> </a:t>
            </a:r>
            <a:r>
              <a:rPr lang="en-ID" sz="1700" b="1" dirty="0" err="1"/>
              <a:t>berbasis</a:t>
            </a:r>
            <a:r>
              <a:rPr lang="en-ID" sz="1700" b="1" dirty="0"/>
              <a:t> </a:t>
            </a:r>
            <a:r>
              <a:rPr lang="en-ID" sz="1700" b="1" dirty="0" err="1"/>
              <a:t>komunitas</a:t>
            </a:r>
            <a:r>
              <a:rPr lang="en-ID" sz="1700" b="1" dirty="0"/>
              <a:t>. </a:t>
            </a:r>
            <a:r>
              <a:rPr lang="en-ID" sz="1700" dirty="0" err="1"/>
              <a:t>Edukasi</a:t>
            </a:r>
            <a:r>
              <a:rPr lang="en-ID" sz="1700" dirty="0"/>
              <a:t> yang </a:t>
            </a:r>
            <a:r>
              <a:rPr lang="en-ID" sz="1700" dirty="0" err="1"/>
              <a:t>dilakukan</a:t>
            </a:r>
            <a:r>
              <a:rPr lang="en-ID" sz="1700" dirty="0"/>
              <a:t> di </a:t>
            </a:r>
            <a:r>
              <a:rPr lang="en-ID" sz="1700" dirty="0" err="1"/>
              <a:t>tingkat</a:t>
            </a:r>
            <a:r>
              <a:rPr lang="en-ID" sz="1700" dirty="0"/>
              <a:t> </a:t>
            </a:r>
            <a:r>
              <a:rPr lang="en-ID" sz="1700" dirty="0" err="1"/>
              <a:t>komunitas</a:t>
            </a:r>
            <a:r>
              <a:rPr lang="en-ID" sz="1700" dirty="0"/>
              <a:t> </a:t>
            </a:r>
            <a:r>
              <a:rPr lang="en-ID" sz="1700" dirty="0" err="1"/>
              <a:t>dapat</a:t>
            </a:r>
            <a:r>
              <a:rPr lang="en-ID" sz="1700" dirty="0"/>
              <a:t> </a:t>
            </a:r>
            <a:r>
              <a:rPr lang="en-ID" sz="1700" dirty="0" err="1"/>
              <a:t>meningkatkan</a:t>
            </a:r>
            <a:r>
              <a:rPr lang="en-ID" sz="1700" dirty="0"/>
              <a:t> </a:t>
            </a:r>
            <a:r>
              <a:rPr lang="en-ID" sz="1700" dirty="0" err="1"/>
              <a:t>kesadaran</a:t>
            </a:r>
            <a:r>
              <a:rPr lang="en-ID" sz="1700" dirty="0"/>
              <a:t> </a:t>
            </a:r>
            <a:r>
              <a:rPr lang="en-ID" sz="1700" dirty="0" err="1"/>
              <a:t>masyarakat</a:t>
            </a:r>
            <a:r>
              <a:rPr lang="en-ID" sz="1700" dirty="0"/>
              <a:t> </a:t>
            </a:r>
            <a:r>
              <a:rPr lang="en-ID" sz="1700" dirty="0" err="1"/>
              <a:t>tentang</a:t>
            </a:r>
            <a:r>
              <a:rPr lang="en-ID" sz="1700" dirty="0"/>
              <a:t> </a:t>
            </a:r>
            <a:r>
              <a:rPr lang="en-ID" sz="1700" dirty="0" err="1"/>
              <a:t>pentingnya</a:t>
            </a:r>
            <a:r>
              <a:rPr lang="en-ID" sz="1700" dirty="0"/>
              <a:t> </a:t>
            </a:r>
            <a:r>
              <a:rPr lang="en-ID" sz="1700" dirty="0" err="1"/>
              <a:t>kesehatan</a:t>
            </a:r>
            <a:r>
              <a:rPr lang="en-ID" sz="1700" dirty="0"/>
              <a:t> </a:t>
            </a:r>
            <a:r>
              <a:rPr lang="en-ID" sz="1700" dirty="0" err="1"/>
              <a:t>reproduksi</a:t>
            </a:r>
            <a:r>
              <a:rPr lang="en-ID" sz="1700"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D" b="1" dirty="0"/>
              <a:t>Pendidikan Kesehatan </a:t>
            </a:r>
            <a:r>
              <a:rPr lang="en-ID" b="1" dirty="0" err="1"/>
              <a:t>Reproduksi</a:t>
            </a:r>
            <a:r>
              <a:rPr lang="en-ID" b="1" dirty="0"/>
              <a:t> dan </a:t>
            </a:r>
            <a:r>
              <a:rPr lang="en-ID" b="1" dirty="0" err="1"/>
              <a:t>Kontrasepsi</a:t>
            </a:r>
            <a:endParaRPr b="1" dirty="0"/>
          </a:p>
        </p:txBody>
      </p:sp>
      <p:sp>
        <p:nvSpPr>
          <p:cNvPr id="3" name="Content Placeholder 2"/>
          <p:cNvSpPr>
            <a:spLocks noGrp="1"/>
          </p:cNvSpPr>
          <p:nvPr>
            <p:ph idx="1"/>
          </p:nvPr>
        </p:nvSpPr>
        <p:spPr>
          <a:xfrm>
            <a:off x="4915" y="1707690"/>
            <a:ext cx="9139086" cy="5150310"/>
          </a:xfrm>
        </p:spPr>
        <p:txBody>
          <a:bodyPr>
            <a:noAutofit/>
          </a:bodyPr>
          <a:lstStyle/>
          <a:p>
            <a:r>
              <a:rPr lang="en-ID" sz="1700" b="1" dirty="0" err="1"/>
              <a:t>Edukasi</a:t>
            </a:r>
            <a:r>
              <a:rPr lang="en-ID" sz="1700" b="1" dirty="0"/>
              <a:t> </a:t>
            </a:r>
            <a:r>
              <a:rPr lang="en-ID" sz="1700" b="1" dirty="0" err="1"/>
              <a:t>seksual</a:t>
            </a:r>
            <a:r>
              <a:rPr lang="en-ID" sz="1700" b="1" dirty="0"/>
              <a:t> </a:t>
            </a:r>
            <a:r>
              <a:rPr lang="en-ID" sz="1700" b="1" dirty="0" err="1"/>
              <a:t>komprehensif</a:t>
            </a:r>
            <a:br>
              <a:rPr lang="en-ID" sz="1700" dirty="0"/>
            </a:br>
            <a:r>
              <a:rPr lang="en-ID" sz="1700" dirty="0" err="1"/>
              <a:t>Edukasi</a:t>
            </a:r>
            <a:r>
              <a:rPr lang="en-ID" sz="1700" dirty="0"/>
              <a:t> </a:t>
            </a:r>
            <a:r>
              <a:rPr lang="en-ID" sz="1700" dirty="0" err="1"/>
              <a:t>seksual</a:t>
            </a:r>
            <a:r>
              <a:rPr lang="en-ID" sz="1700" dirty="0"/>
              <a:t> </a:t>
            </a:r>
            <a:r>
              <a:rPr lang="en-ID" sz="1700" dirty="0" err="1"/>
              <a:t>komprehensif</a:t>
            </a:r>
            <a:r>
              <a:rPr lang="en-ID" sz="1700" dirty="0"/>
              <a:t> </a:t>
            </a:r>
            <a:r>
              <a:rPr lang="en-ID" sz="1700" dirty="0" err="1"/>
              <a:t>mencakup</a:t>
            </a:r>
            <a:r>
              <a:rPr lang="en-ID" sz="1700" dirty="0"/>
              <a:t> </a:t>
            </a:r>
            <a:r>
              <a:rPr lang="en-ID" sz="1700" dirty="0" err="1"/>
              <a:t>pemahaman</a:t>
            </a:r>
            <a:r>
              <a:rPr lang="en-ID" sz="1700" dirty="0"/>
              <a:t> </a:t>
            </a:r>
            <a:r>
              <a:rPr lang="en-ID" sz="1700" dirty="0" err="1"/>
              <a:t>tentang</a:t>
            </a:r>
            <a:r>
              <a:rPr lang="en-ID" sz="1700" dirty="0"/>
              <a:t> </a:t>
            </a:r>
            <a:r>
              <a:rPr lang="en-ID" sz="1700" dirty="0" err="1"/>
              <a:t>anatomi</a:t>
            </a:r>
            <a:r>
              <a:rPr lang="en-ID" sz="1700" dirty="0"/>
              <a:t>, </a:t>
            </a:r>
            <a:r>
              <a:rPr lang="en-ID" sz="1700" dirty="0" err="1"/>
              <a:t>fisiologi</a:t>
            </a:r>
            <a:r>
              <a:rPr lang="en-ID" sz="1700" dirty="0"/>
              <a:t>, </a:t>
            </a:r>
            <a:r>
              <a:rPr lang="en-ID" sz="1700" dirty="0" err="1"/>
              <a:t>hubungan</a:t>
            </a:r>
            <a:r>
              <a:rPr lang="en-ID" sz="1700" dirty="0"/>
              <a:t> </a:t>
            </a:r>
            <a:r>
              <a:rPr lang="en-ID" sz="1700" dirty="0" err="1"/>
              <a:t>sehat</a:t>
            </a:r>
            <a:r>
              <a:rPr lang="en-ID" sz="1700" dirty="0"/>
              <a:t>, dan </a:t>
            </a:r>
            <a:r>
              <a:rPr lang="en-ID" sz="1700" dirty="0" err="1"/>
              <a:t>pengambilan</a:t>
            </a:r>
            <a:r>
              <a:rPr lang="en-ID" sz="1700" dirty="0"/>
              <a:t> </a:t>
            </a:r>
            <a:r>
              <a:rPr lang="en-ID" sz="1700" dirty="0" err="1"/>
              <a:t>keputusan</a:t>
            </a:r>
            <a:r>
              <a:rPr lang="en-ID" sz="1700" dirty="0"/>
              <a:t>. </a:t>
            </a:r>
          </a:p>
          <a:p>
            <a:r>
              <a:rPr lang="en-ID" sz="1700" b="1" dirty="0" err="1"/>
              <a:t>Informasi</a:t>
            </a:r>
            <a:r>
              <a:rPr lang="en-ID" sz="1700" b="1" dirty="0"/>
              <a:t> </a:t>
            </a:r>
            <a:r>
              <a:rPr lang="en-ID" sz="1700" b="1" dirty="0" err="1"/>
              <a:t>kontrasepsi</a:t>
            </a:r>
            <a:br>
              <a:rPr lang="en-ID" sz="1700" dirty="0"/>
            </a:br>
            <a:r>
              <a:rPr lang="en-ID" sz="1700" dirty="0" err="1"/>
              <a:t>Informasi</a:t>
            </a:r>
            <a:r>
              <a:rPr lang="en-ID" sz="1700" dirty="0"/>
              <a:t> yang </a:t>
            </a:r>
            <a:r>
              <a:rPr lang="en-ID" sz="1700" dirty="0" err="1"/>
              <a:t>akurat</a:t>
            </a:r>
            <a:r>
              <a:rPr lang="en-ID" sz="1700" dirty="0"/>
              <a:t> </a:t>
            </a:r>
            <a:r>
              <a:rPr lang="en-ID" sz="1700" dirty="0" err="1"/>
              <a:t>tentang</a:t>
            </a:r>
            <a:r>
              <a:rPr lang="en-ID" sz="1700" dirty="0"/>
              <a:t> </a:t>
            </a:r>
            <a:r>
              <a:rPr lang="en-ID" sz="1700" dirty="0" err="1"/>
              <a:t>jenis</a:t>
            </a:r>
            <a:r>
              <a:rPr lang="en-ID" sz="1700" dirty="0"/>
              <a:t>, </a:t>
            </a:r>
            <a:r>
              <a:rPr lang="en-ID" sz="1700" dirty="0" err="1"/>
              <a:t>cara</a:t>
            </a:r>
            <a:r>
              <a:rPr lang="en-ID" sz="1700" dirty="0"/>
              <a:t> </a:t>
            </a:r>
            <a:r>
              <a:rPr lang="en-ID" sz="1700" dirty="0" err="1"/>
              <a:t>kerja</a:t>
            </a:r>
            <a:r>
              <a:rPr lang="en-ID" sz="1700" dirty="0"/>
              <a:t>, dan </a:t>
            </a:r>
            <a:r>
              <a:rPr lang="en-ID" sz="1700" dirty="0" err="1"/>
              <a:t>efektivitas</a:t>
            </a:r>
            <a:r>
              <a:rPr lang="en-ID" sz="1700" dirty="0"/>
              <a:t> </a:t>
            </a:r>
            <a:r>
              <a:rPr lang="en-ID" sz="1700" dirty="0" err="1"/>
              <a:t>kontrasepsi</a:t>
            </a:r>
            <a:r>
              <a:rPr lang="en-ID" sz="1700" dirty="0"/>
              <a:t> sangat </a:t>
            </a:r>
            <a:r>
              <a:rPr lang="en-ID" sz="1700" dirty="0" err="1"/>
              <a:t>penting</a:t>
            </a:r>
            <a:r>
              <a:rPr lang="en-ID" sz="1700" dirty="0"/>
              <a:t>. Banyak </a:t>
            </a:r>
            <a:r>
              <a:rPr lang="en-ID" sz="1700" dirty="0" err="1"/>
              <a:t>individu</a:t>
            </a:r>
            <a:r>
              <a:rPr lang="en-ID" sz="1700" dirty="0"/>
              <a:t> </a:t>
            </a:r>
            <a:r>
              <a:rPr lang="en-ID" sz="1700" dirty="0" err="1"/>
              <a:t>tidak</a:t>
            </a:r>
            <a:r>
              <a:rPr lang="en-ID" sz="1700" dirty="0"/>
              <a:t> </a:t>
            </a:r>
            <a:r>
              <a:rPr lang="en-ID" sz="1700" dirty="0" err="1"/>
              <a:t>menggunakan</a:t>
            </a:r>
            <a:r>
              <a:rPr lang="en-ID" sz="1700" dirty="0"/>
              <a:t> </a:t>
            </a:r>
            <a:r>
              <a:rPr lang="en-ID" sz="1700" dirty="0" err="1"/>
              <a:t>kontrasepsi</a:t>
            </a:r>
            <a:r>
              <a:rPr lang="en-ID" sz="1700" dirty="0"/>
              <a:t> </a:t>
            </a:r>
            <a:r>
              <a:rPr lang="en-ID" sz="1700" dirty="0" err="1"/>
              <a:t>karena</a:t>
            </a:r>
            <a:r>
              <a:rPr lang="en-ID" sz="1700" dirty="0"/>
              <a:t> </a:t>
            </a:r>
            <a:r>
              <a:rPr lang="en-ID" sz="1700" dirty="0" err="1"/>
              <a:t>kurangnya</a:t>
            </a:r>
            <a:r>
              <a:rPr lang="en-ID" sz="1700" dirty="0"/>
              <a:t> </a:t>
            </a:r>
            <a:r>
              <a:rPr lang="en-ID" sz="1700" dirty="0" err="1"/>
              <a:t>pemahaman</a:t>
            </a:r>
            <a:r>
              <a:rPr lang="en-ID" sz="1700" dirty="0"/>
              <a:t>. </a:t>
            </a:r>
            <a:r>
              <a:rPr lang="en-ID" sz="1700" dirty="0" err="1"/>
              <a:t>Edukasi</a:t>
            </a:r>
            <a:r>
              <a:rPr lang="en-ID" sz="1700" dirty="0"/>
              <a:t> </a:t>
            </a:r>
            <a:r>
              <a:rPr lang="en-ID" sz="1700" dirty="0" err="1"/>
              <a:t>ini</a:t>
            </a:r>
            <a:r>
              <a:rPr lang="en-ID" sz="1700" dirty="0"/>
              <a:t> </a:t>
            </a:r>
            <a:r>
              <a:rPr lang="en-ID" sz="1700" dirty="0" err="1"/>
              <a:t>membantu</a:t>
            </a:r>
            <a:r>
              <a:rPr lang="en-ID" sz="1700" dirty="0"/>
              <a:t> </a:t>
            </a:r>
            <a:r>
              <a:rPr lang="en-ID" sz="1700" dirty="0" err="1"/>
              <a:t>individu</a:t>
            </a:r>
            <a:r>
              <a:rPr lang="en-ID" sz="1700" dirty="0"/>
              <a:t> </a:t>
            </a:r>
            <a:r>
              <a:rPr lang="en-ID" sz="1700" dirty="0" err="1"/>
              <a:t>memilih</a:t>
            </a:r>
            <a:r>
              <a:rPr lang="en-ID" sz="1700" dirty="0"/>
              <a:t> </a:t>
            </a:r>
            <a:r>
              <a:rPr lang="en-ID" sz="1700" dirty="0" err="1"/>
              <a:t>metode</a:t>
            </a:r>
            <a:r>
              <a:rPr lang="en-ID" sz="1700" dirty="0"/>
              <a:t> yang </a:t>
            </a:r>
            <a:r>
              <a:rPr lang="en-ID" sz="1700" dirty="0" err="1"/>
              <a:t>sesuai</a:t>
            </a:r>
            <a:r>
              <a:rPr lang="en-ID" sz="1700" dirty="0"/>
              <a:t>. </a:t>
            </a:r>
          </a:p>
          <a:p>
            <a:r>
              <a:rPr lang="en-ID" sz="1700" b="1" dirty="0" err="1"/>
              <a:t>Kesadaran</a:t>
            </a:r>
            <a:r>
              <a:rPr lang="en-ID" sz="1700" b="1" dirty="0"/>
              <a:t> </a:t>
            </a:r>
            <a:r>
              <a:rPr lang="en-ID" sz="1700" b="1" dirty="0" err="1"/>
              <a:t>risiko</a:t>
            </a:r>
            <a:br>
              <a:rPr lang="en-ID" sz="1700" dirty="0"/>
            </a:br>
            <a:r>
              <a:rPr lang="en-ID" sz="1700" dirty="0" err="1"/>
              <a:t>Kesadaran</a:t>
            </a:r>
            <a:r>
              <a:rPr lang="en-ID" sz="1700" dirty="0"/>
              <a:t> </a:t>
            </a:r>
            <a:r>
              <a:rPr lang="en-ID" sz="1700" dirty="0" err="1"/>
              <a:t>terhadap</a:t>
            </a:r>
            <a:r>
              <a:rPr lang="en-ID" sz="1700" dirty="0"/>
              <a:t> </a:t>
            </a:r>
            <a:r>
              <a:rPr lang="en-ID" sz="1700" dirty="0" err="1"/>
              <a:t>risiko</a:t>
            </a:r>
            <a:r>
              <a:rPr lang="en-ID" sz="1700" dirty="0"/>
              <a:t> </a:t>
            </a:r>
            <a:r>
              <a:rPr lang="en-ID" sz="1700" dirty="0" err="1"/>
              <a:t>kehamilan</a:t>
            </a:r>
            <a:r>
              <a:rPr lang="en-ID" sz="1700" dirty="0"/>
              <a:t> dan </a:t>
            </a:r>
            <a:r>
              <a:rPr lang="en-ID" sz="1700" dirty="0" err="1"/>
              <a:t>penyakit</a:t>
            </a:r>
            <a:r>
              <a:rPr lang="en-ID" sz="1700" dirty="0"/>
              <a:t> </a:t>
            </a:r>
            <a:r>
              <a:rPr lang="en-ID" sz="1700" dirty="0" err="1"/>
              <a:t>menular</a:t>
            </a:r>
            <a:r>
              <a:rPr lang="en-ID" sz="1700" dirty="0"/>
              <a:t> </a:t>
            </a:r>
            <a:r>
              <a:rPr lang="en-ID" sz="1700" dirty="0" err="1"/>
              <a:t>seksual</a:t>
            </a:r>
            <a:r>
              <a:rPr lang="en-ID" sz="1700" dirty="0"/>
              <a:t> </a:t>
            </a:r>
            <a:r>
              <a:rPr lang="en-ID" sz="1700" dirty="0" err="1"/>
              <a:t>dapat</a:t>
            </a:r>
            <a:r>
              <a:rPr lang="en-ID" sz="1700" dirty="0"/>
              <a:t> </a:t>
            </a:r>
            <a:r>
              <a:rPr lang="en-ID" sz="1700" dirty="0" err="1"/>
              <a:t>memengaruhi</a:t>
            </a:r>
            <a:r>
              <a:rPr lang="en-ID" sz="1700" dirty="0"/>
              <a:t> </a:t>
            </a:r>
            <a:r>
              <a:rPr lang="en-ID" sz="1700" dirty="0" err="1"/>
              <a:t>perilaku</a:t>
            </a:r>
            <a:r>
              <a:rPr lang="en-ID" sz="1700" dirty="0"/>
              <a:t> </a:t>
            </a:r>
            <a:r>
              <a:rPr lang="en-ID" sz="1700" dirty="0" err="1"/>
              <a:t>individu</a:t>
            </a:r>
            <a:r>
              <a:rPr lang="en-ID" sz="1700" dirty="0"/>
              <a:t>. </a:t>
            </a:r>
            <a:r>
              <a:rPr lang="en-ID" sz="1700" dirty="0" err="1"/>
              <a:t>Individu</a:t>
            </a:r>
            <a:r>
              <a:rPr lang="en-ID" sz="1700" dirty="0"/>
              <a:t> yang </a:t>
            </a:r>
            <a:r>
              <a:rPr lang="en-ID" sz="1700" dirty="0" err="1"/>
              <a:t>memahami</a:t>
            </a:r>
            <a:r>
              <a:rPr lang="en-ID" sz="1700" dirty="0"/>
              <a:t> </a:t>
            </a:r>
            <a:r>
              <a:rPr lang="en-ID" sz="1700" dirty="0" err="1"/>
              <a:t>risiko</a:t>
            </a:r>
            <a:r>
              <a:rPr lang="en-ID" sz="1700" dirty="0"/>
              <a:t> </a:t>
            </a:r>
            <a:r>
              <a:rPr lang="en-ID" sz="1700" dirty="0" err="1"/>
              <a:t>cenderung</a:t>
            </a:r>
            <a:r>
              <a:rPr lang="en-ID" sz="1700" dirty="0"/>
              <a:t> </a:t>
            </a:r>
            <a:r>
              <a:rPr lang="en-ID" sz="1700" dirty="0" err="1"/>
              <a:t>lebih</a:t>
            </a:r>
            <a:r>
              <a:rPr lang="en-ID" sz="1700" dirty="0"/>
              <a:t> </a:t>
            </a:r>
            <a:r>
              <a:rPr lang="en-ID" sz="1700" dirty="0" err="1"/>
              <a:t>berhati-hati</a:t>
            </a:r>
            <a:r>
              <a:rPr lang="en-ID" sz="1700" dirty="0"/>
              <a:t> </a:t>
            </a:r>
            <a:r>
              <a:rPr lang="en-ID" sz="1700" dirty="0" err="1"/>
              <a:t>dalam</a:t>
            </a:r>
            <a:r>
              <a:rPr lang="en-ID" sz="1700" dirty="0"/>
              <a:t> </a:t>
            </a:r>
            <a:r>
              <a:rPr lang="en-ID" sz="1700" dirty="0" err="1"/>
              <a:t>mengambil</a:t>
            </a:r>
            <a:r>
              <a:rPr lang="en-ID" sz="1700" dirty="0"/>
              <a:t> </a:t>
            </a:r>
            <a:r>
              <a:rPr lang="en-ID" sz="1700" dirty="0" err="1"/>
              <a:t>keputusan</a:t>
            </a:r>
            <a:r>
              <a:rPr lang="en-ID" sz="1700" dirty="0"/>
              <a:t>. Hal </a:t>
            </a:r>
            <a:r>
              <a:rPr lang="en-ID" sz="1700" dirty="0" err="1"/>
              <a:t>ini</a:t>
            </a:r>
            <a:r>
              <a:rPr lang="en-ID" sz="1700" dirty="0"/>
              <a:t> </a:t>
            </a:r>
            <a:r>
              <a:rPr lang="en-ID" sz="1700" dirty="0" err="1"/>
              <a:t>merupakan</a:t>
            </a:r>
            <a:r>
              <a:rPr lang="en-ID" sz="1700" dirty="0"/>
              <a:t> </a:t>
            </a:r>
            <a:r>
              <a:rPr lang="en-ID" sz="1700" dirty="0" err="1"/>
              <a:t>bagian</a:t>
            </a:r>
            <a:r>
              <a:rPr lang="en-ID" sz="1700" dirty="0"/>
              <a:t> </a:t>
            </a:r>
            <a:r>
              <a:rPr lang="en-ID" sz="1700" dirty="0" err="1"/>
              <a:t>dari</a:t>
            </a:r>
            <a:r>
              <a:rPr lang="en-ID" sz="1700" dirty="0"/>
              <a:t> </a:t>
            </a:r>
            <a:r>
              <a:rPr lang="en-ID" sz="1700" dirty="0" err="1"/>
              <a:t>pendekatan</a:t>
            </a:r>
            <a:r>
              <a:rPr lang="en-ID" sz="1700" dirty="0"/>
              <a:t> </a:t>
            </a:r>
            <a:r>
              <a:rPr lang="en-ID" sz="1700" dirty="0" err="1"/>
              <a:t>preventif</a:t>
            </a:r>
            <a:r>
              <a:rPr lang="en-ID" sz="1700" dirty="0"/>
              <a:t>. </a:t>
            </a:r>
          </a:p>
          <a:p>
            <a:r>
              <a:rPr lang="en-ID" sz="1700" b="1" dirty="0"/>
              <a:t>Peran </a:t>
            </a:r>
            <a:r>
              <a:rPr lang="en-ID" sz="1700" b="1" dirty="0" err="1"/>
              <a:t>institusi</a:t>
            </a:r>
            <a:r>
              <a:rPr lang="en-ID" sz="1700" b="1" dirty="0"/>
              <a:t> </a:t>
            </a:r>
            <a:r>
              <a:rPr lang="en-ID" sz="1700" b="1" dirty="0" err="1"/>
              <a:t>pendidikan</a:t>
            </a:r>
            <a:br>
              <a:rPr lang="en-ID" sz="1700" dirty="0"/>
            </a:br>
            <a:r>
              <a:rPr lang="en-ID" sz="1700" dirty="0" err="1"/>
              <a:t>Sekolah</a:t>
            </a:r>
            <a:r>
              <a:rPr lang="en-ID" sz="1700" dirty="0"/>
              <a:t> dan </a:t>
            </a:r>
            <a:r>
              <a:rPr lang="en-ID" sz="1700" dirty="0" err="1"/>
              <a:t>perguruan</a:t>
            </a:r>
            <a:r>
              <a:rPr lang="en-ID" sz="1700" dirty="0"/>
              <a:t> </a:t>
            </a:r>
            <a:r>
              <a:rPr lang="en-ID" sz="1700" dirty="0" err="1"/>
              <a:t>tinggi</a:t>
            </a:r>
            <a:r>
              <a:rPr lang="en-ID" sz="1700" dirty="0"/>
              <a:t> </a:t>
            </a:r>
            <a:r>
              <a:rPr lang="en-ID" sz="1700" dirty="0" err="1"/>
              <a:t>memiliki</a:t>
            </a:r>
            <a:r>
              <a:rPr lang="en-ID" sz="1700" dirty="0"/>
              <a:t> </a:t>
            </a:r>
            <a:r>
              <a:rPr lang="en-ID" sz="1700" dirty="0" err="1"/>
              <a:t>peran</a:t>
            </a:r>
            <a:r>
              <a:rPr lang="en-ID" sz="1700" dirty="0"/>
              <a:t> </a:t>
            </a:r>
            <a:r>
              <a:rPr lang="en-ID" sz="1700" dirty="0" err="1"/>
              <a:t>penting</a:t>
            </a:r>
            <a:r>
              <a:rPr lang="en-ID" sz="1700" dirty="0"/>
              <a:t> </a:t>
            </a:r>
            <a:r>
              <a:rPr lang="en-ID" sz="1700" dirty="0" err="1"/>
              <a:t>dalam</a:t>
            </a:r>
            <a:r>
              <a:rPr lang="en-ID" sz="1700" dirty="0"/>
              <a:t> </a:t>
            </a:r>
            <a:r>
              <a:rPr lang="en-ID" sz="1700" dirty="0" err="1"/>
              <a:t>memberikan</a:t>
            </a:r>
            <a:r>
              <a:rPr lang="en-ID" sz="1700" dirty="0"/>
              <a:t> </a:t>
            </a:r>
            <a:r>
              <a:rPr lang="en-ID" sz="1700" dirty="0" err="1"/>
              <a:t>edukasi</a:t>
            </a:r>
            <a:r>
              <a:rPr lang="en-ID" sz="1700" dirty="0"/>
              <a:t> </a:t>
            </a:r>
            <a:r>
              <a:rPr lang="en-ID" sz="1700" dirty="0" err="1"/>
              <a:t>kesehatan</a:t>
            </a:r>
            <a:r>
              <a:rPr lang="en-ID" sz="1700" dirty="0"/>
              <a:t> </a:t>
            </a:r>
            <a:r>
              <a:rPr lang="en-ID" sz="1700" dirty="0" err="1"/>
              <a:t>reproduksi</a:t>
            </a:r>
            <a:r>
              <a:rPr lang="en-ID" sz="1700" dirty="0"/>
              <a:t>. </a:t>
            </a:r>
            <a:r>
              <a:rPr lang="en-ID" sz="1700" dirty="0" err="1"/>
              <a:t>Kurikulum</a:t>
            </a:r>
            <a:r>
              <a:rPr lang="en-ID" sz="1700" dirty="0"/>
              <a:t> yang </a:t>
            </a:r>
            <a:r>
              <a:rPr lang="en-ID" sz="1700" dirty="0" err="1"/>
              <a:t>terintegrasi</a:t>
            </a:r>
            <a:r>
              <a:rPr lang="en-ID" sz="1700" dirty="0"/>
              <a:t> </a:t>
            </a:r>
            <a:r>
              <a:rPr lang="en-ID" sz="1700" dirty="0" err="1"/>
              <a:t>dapat</a:t>
            </a:r>
            <a:r>
              <a:rPr lang="en-ID" sz="1700" dirty="0"/>
              <a:t> </a:t>
            </a:r>
            <a:r>
              <a:rPr lang="en-ID" sz="1700" dirty="0" err="1"/>
              <a:t>meningkatkan</a:t>
            </a:r>
            <a:r>
              <a:rPr lang="en-ID" sz="1700" dirty="0"/>
              <a:t> </a:t>
            </a:r>
            <a:r>
              <a:rPr lang="en-ID" sz="1700" dirty="0" err="1"/>
              <a:t>pengetahuan</a:t>
            </a:r>
            <a:r>
              <a:rPr lang="en-ID" sz="1700" dirty="0"/>
              <a:t> dan </a:t>
            </a:r>
            <a:r>
              <a:rPr lang="en-ID" sz="1700" dirty="0" err="1"/>
              <a:t>sikap</a:t>
            </a:r>
            <a:r>
              <a:rPr lang="en-ID" sz="1700" dirty="0"/>
              <a:t> </a:t>
            </a:r>
            <a:r>
              <a:rPr lang="en-ID" sz="1700" dirty="0" err="1"/>
              <a:t>positif</a:t>
            </a:r>
            <a:r>
              <a:rPr lang="en-ID" sz="1700" dirty="0"/>
              <a:t>. Hal </a:t>
            </a:r>
            <a:r>
              <a:rPr lang="en-ID" sz="1700" dirty="0" err="1"/>
              <a:t>ini</a:t>
            </a:r>
            <a:r>
              <a:rPr lang="en-ID" sz="1700" dirty="0"/>
              <a:t> </a:t>
            </a:r>
            <a:r>
              <a:rPr lang="en-ID" sz="1700" dirty="0" err="1"/>
              <a:t>penting</a:t>
            </a:r>
            <a:r>
              <a:rPr lang="en-ID" sz="1700" dirty="0"/>
              <a:t> </a:t>
            </a:r>
            <a:r>
              <a:rPr lang="en-ID" sz="1700" dirty="0" err="1"/>
              <a:t>terutama</a:t>
            </a:r>
            <a:r>
              <a:rPr lang="en-ID" sz="1700" dirty="0"/>
              <a:t> </a:t>
            </a:r>
            <a:r>
              <a:rPr lang="en-ID" sz="1700" dirty="0" err="1"/>
              <a:t>bagi</a:t>
            </a:r>
            <a:r>
              <a:rPr lang="en-ID" sz="1700" dirty="0"/>
              <a:t> </a:t>
            </a:r>
            <a:r>
              <a:rPr lang="en-ID" sz="1700" dirty="0" err="1"/>
              <a:t>remaja</a:t>
            </a:r>
            <a:r>
              <a:rPr lang="en-ID" sz="1700"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224118"/>
            <a:ext cx="8202090" cy="1400530"/>
          </a:xfrm>
        </p:spPr>
        <p:txBody>
          <a:bodyPr>
            <a:normAutofit/>
          </a:bodyPr>
          <a:lstStyle/>
          <a:p>
            <a:r>
              <a:rPr lang="en-ID" b="1" dirty="0" err="1"/>
              <a:t>Pendekatan</a:t>
            </a:r>
            <a:r>
              <a:rPr lang="en-ID" b="1" dirty="0"/>
              <a:t> </a:t>
            </a:r>
            <a:r>
              <a:rPr lang="en-ID" b="1" dirty="0" err="1"/>
              <a:t>Pelayanan</a:t>
            </a:r>
            <a:r>
              <a:rPr lang="en-ID" b="1" dirty="0"/>
              <a:t> Kesehatan yang </a:t>
            </a:r>
            <a:r>
              <a:rPr lang="en-ID" b="1" dirty="0" err="1"/>
              <a:t>Komprehensif</a:t>
            </a:r>
            <a:endParaRPr b="1" dirty="0"/>
          </a:p>
        </p:txBody>
      </p:sp>
      <p:sp>
        <p:nvSpPr>
          <p:cNvPr id="3" name="Content Placeholder 2"/>
          <p:cNvSpPr>
            <a:spLocks noGrp="1"/>
          </p:cNvSpPr>
          <p:nvPr>
            <p:ph idx="1"/>
          </p:nvPr>
        </p:nvSpPr>
        <p:spPr>
          <a:xfrm>
            <a:off x="457200" y="1496376"/>
            <a:ext cx="8229600" cy="5257800"/>
          </a:xfrm>
        </p:spPr>
        <p:txBody>
          <a:bodyPr>
            <a:noAutofit/>
          </a:bodyPr>
          <a:lstStyle/>
          <a:p>
            <a:r>
              <a:rPr lang="en-ID" sz="1800" b="1" dirty="0" err="1"/>
              <a:t>Pelayanan</a:t>
            </a:r>
            <a:r>
              <a:rPr lang="en-ID" sz="1800" b="1" dirty="0"/>
              <a:t> </a:t>
            </a:r>
            <a:r>
              <a:rPr lang="en-ID" sz="1800" b="1" dirty="0" err="1"/>
              <a:t>terpadu</a:t>
            </a:r>
            <a:r>
              <a:rPr lang="en-ID" sz="1800" b="1" dirty="0"/>
              <a:t>. </a:t>
            </a:r>
            <a:r>
              <a:rPr lang="en-ID" sz="1800" dirty="0" err="1"/>
              <a:t>Pelayanan</a:t>
            </a:r>
            <a:r>
              <a:rPr lang="en-ID" sz="1800" dirty="0"/>
              <a:t> </a:t>
            </a:r>
            <a:r>
              <a:rPr lang="en-ID" sz="1800" dirty="0" err="1"/>
              <a:t>terpadu</a:t>
            </a:r>
            <a:r>
              <a:rPr lang="en-ID" sz="1800" dirty="0"/>
              <a:t> </a:t>
            </a:r>
            <a:r>
              <a:rPr lang="en-ID" sz="1800" dirty="0" err="1"/>
              <a:t>mengintegrasikan</a:t>
            </a:r>
            <a:r>
              <a:rPr lang="en-ID" sz="1800" dirty="0"/>
              <a:t> </a:t>
            </a:r>
            <a:r>
              <a:rPr lang="en-ID" sz="1800" dirty="0" err="1"/>
              <a:t>berbagai</a:t>
            </a:r>
            <a:r>
              <a:rPr lang="en-ID" sz="1800" dirty="0"/>
              <a:t> </a:t>
            </a:r>
            <a:r>
              <a:rPr lang="en-ID" sz="1800" dirty="0" err="1"/>
              <a:t>layanan</a:t>
            </a:r>
            <a:r>
              <a:rPr lang="en-ID" sz="1800" dirty="0"/>
              <a:t> </a:t>
            </a:r>
            <a:r>
              <a:rPr lang="en-ID" sz="1800" dirty="0" err="1"/>
              <a:t>kesehatan</a:t>
            </a:r>
            <a:r>
              <a:rPr lang="en-ID" sz="1800" dirty="0"/>
              <a:t> </a:t>
            </a:r>
            <a:r>
              <a:rPr lang="en-ID" sz="1800" dirty="0" err="1"/>
              <a:t>reproduksi</a:t>
            </a:r>
            <a:r>
              <a:rPr lang="en-ID" sz="1800" dirty="0"/>
              <a:t>, </a:t>
            </a:r>
            <a:r>
              <a:rPr lang="en-ID" sz="1800" dirty="0" err="1"/>
              <a:t>seperti</a:t>
            </a:r>
            <a:r>
              <a:rPr lang="en-ID" sz="1800" dirty="0"/>
              <a:t> </a:t>
            </a:r>
            <a:r>
              <a:rPr lang="en-ID" sz="1800" dirty="0" err="1"/>
              <a:t>kontrasepsi</a:t>
            </a:r>
            <a:r>
              <a:rPr lang="en-ID" sz="1800" dirty="0"/>
              <a:t>, </a:t>
            </a:r>
            <a:r>
              <a:rPr lang="en-ID" sz="1800" dirty="0" err="1"/>
              <a:t>konseling</a:t>
            </a:r>
            <a:r>
              <a:rPr lang="en-ID" sz="1800" dirty="0"/>
              <a:t>, dan </a:t>
            </a:r>
            <a:r>
              <a:rPr lang="en-ID" sz="1800" dirty="0" err="1"/>
              <a:t>pemeriksaan</a:t>
            </a:r>
            <a:r>
              <a:rPr lang="en-ID" sz="1800" dirty="0"/>
              <a:t> </a:t>
            </a:r>
            <a:r>
              <a:rPr lang="en-ID" sz="1800" dirty="0" err="1"/>
              <a:t>kesehatan</a:t>
            </a:r>
            <a:r>
              <a:rPr lang="en-ID" sz="1800" dirty="0"/>
              <a:t>. </a:t>
            </a:r>
            <a:r>
              <a:rPr lang="en-ID" sz="1800" dirty="0" err="1"/>
              <a:t>Pendekatan</a:t>
            </a:r>
            <a:r>
              <a:rPr lang="en-ID" sz="1800" dirty="0"/>
              <a:t> </a:t>
            </a:r>
            <a:r>
              <a:rPr lang="en-ID" sz="1800" dirty="0" err="1"/>
              <a:t>ini</a:t>
            </a:r>
            <a:r>
              <a:rPr lang="en-ID" sz="1800" dirty="0"/>
              <a:t> </a:t>
            </a:r>
            <a:r>
              <a:rPr lang="en-ID" sz="1800" dirty="0" err="1"/>
              <a:t>memudahkan</a:t>
            </a:r>
            <a:r>
              <a:rPr lang="en-ID" sz="1800" dirty="0"/>
              <a:t> </a:t>
            </a:r>
            <a:r>
              <a:rPr lang="en-ID" sz="1800" dirty="0" err="1"/>
              <a:t>individu</a:t>
            </a:r>
            <a:r>
              <a:rPr lang="en-ID" sz="1800" dirty="0"/>
              <a:t> </a:t>
            </a:r>
            <a:r>
              <a:rPr lang="en-ID" sz="1800" dirty="0" err="1"/>
              <a:t>mendapatkan</a:t>
            </a:r>
            <a:r>
              <a:rPr lang="en-ID" sz="1800" dirty="0"/>
              <a:t> </a:t>
            </a:r>
            <a:r>
              <a:rPr lang="en-ID" sz="1800" dirty="0" err="1"/>
              <a:t>layanan</a:t>
            </a:r>
            <a:r>
              <a:rPr lang="en-ID" sz="1800" dirty="0"/>
              <a:t> yang </a:t>
            </a:r>
            <a:r>
              <a:rPr lang="en-ID" sz="1800" dirty="0" err="1"/>
              <a:t>lengkap</a:t>
            </a:r>
            <a:r>
              <a:rPr lang="en-ID" sz="1800" dirty="0"/>
              <a:t>. </a:t>
            </a:r>
          </a:p>
          <a:p>
            <a:r>
              <a:rPr lang="en-ID" sz="1800" b="1" dirty="0" err="1"/>
              <a:t>Konseling</a:t>
            </a:r>
            <a:r>
              <a:rPr lang="en-ID" sz="1800" b="1" dirty="0"/>
              <a:t> </a:t>
            </a:r>
            <a:r>
              <a:rPr lang="en-ID" sz="1800" b="1" dirty="0" err="1"/>
              <a:t>kesehatan</a:t>
            </a:r>
            <a:r>
              <a:rPr lang="en-ID" sz="1800" b="1" dirty="0"/>
              <a:t> </a:t>
            </a:r>
            <a:r>
              <a:rPr lang="en-ID" sz="1800" b="1" dirty="0" err="1"/>
              <a:t>reproduksi</a:t>
            </a:r>
            <a:r>
              <a:rPr lang="en-ID" sz="1800" b="1" dirty="0"/>
              <a:t>. </a:t>
            </a:r>
            <a:r>
              <a:rPr lang="en-ID" sz="1800" dirty="0" err="1"/>
              <a:t>Konseling</a:t>
            </a:r>
            <a:r>
              <a:rPr lang="en-ID" sz="1800" dirty="0"/>
              <a:t> </a:t>
            </a:r>
            <a:r>
              <a:rPr lang="en-ID" sz="1800" dirty="0" err="1"/>
              <a:t>memberikan</a:t>
            </a:r>
            <a:r>
              <a:rPr lang="en-ID" sz="1800" dirty="0"/>
              <a:t> </a:t>
            </a:r>
            <a:r>
              <a:rPr lang="en-ID" sz="1800" dirty="0" err="1"/>
              <a:t>ruang</a:t>
            </a:r>
            <a:r>
              <a:rPr lang="en-ID" sz="1800" dirty="0"/>
              <a:t> </a:t>
            </a:r>
            <a:r>
              <a:rPr lang="en-ID" sz="1800" dirty="0" err="1"/>
              <a:t>bagi</a:t>
            </a:r>
            <a:r>
              <a:rPr lang="en-ID" sz="1800" dirty="0"/>
              <a:t> </a:t>
            </a:r>
            <a:r>
              <a:rPr lang="en-ID" sz="1800" dirty="0" err="1"/>
              <a:t>individu</a:t>
            </a:r>
            <a:r>
              <a:rPr lang="en-ID" sz="1800" dirty="0"/>
              <a:t> </a:t>
            </a:r>
            <a:r>
              <a:rPr lang="en-ID" sz="1800" dirty="0" err="1"/>
              <a:t>untuk</a:t>
            </a:r>
            <a:r>
              <a:rPr lang="en-ID" sz="1800" dirty="0"/>
              <a:t> </a:t>
            </a:r>
            <a:r>
              <a:rPr lang="en-ID" sz="1800" dirty="0" err="1"/>
              <a:t>memahami</a:t>
            </a:r>
            <a:r>
              <a:rPr lang="en-ID" sz="1800" dirty="0"/>
              <a:t> </a:t>
            </a:r>
            <a:r>
              <a:rPr lang="en-ID" sz="1800" dirty="0" err="1"/>
              <a:t>pilihan</a:t>
            </a:r>
            <a:r>
              <a:rPr lang="en-ID" sz="1800" dirty="0"/>
              <a:t> dan </a:t>
            </a:r>
            <a:r>
              <a:rPr lang="en-ID" sz="1800" dirty="0" err="1"/>
              <a:t>konsekuensi</a:t>
            </a:r>
            <a:r>
              <a:rPr lang="en-ID" sz="1800" dirty="0"/>
              <a:t> yang </a:t>
            </a:r>
            <a:r>
              <a:rPr lang="en-ID" sz="1800" dirty="0" err="1"/>
              <a:t>ada</a:t>
            </a:r>
            <a:r>
              <a:rPr lang="en-ID" sz="1800" dirty="0"/>
              <a:t>. </a:t>
            </a:r>
            <a:r>
              <a:rPr lang="en-ID" sz="1800" dirty="0" err="1"/>
              <a:t>Pendekatan</a:t>
            </a:r>
            <a:r>
              <a:rPr lang="en-ID" sz="1800" dirty="0"/>
              <a:t> </a:t>
            </a:r>
            <a:r>
              <a:rPr lang="en-ID" sz="1800" dirty="0" err="1"/>
              <a:t>ini</a:t>
            </a:r>
            <a:r>
              <a:rPr lang="en-ID" sz="1800" dirty="0"/>
              <a:t> </a:t>
            </a:r>
            <a:r>
              <a:rPr lang="en-ID" sz="1800" dirty="0" err="1"/>
              <a:t>membantu</a:t>
            </a:r>
            <a:r>
              <a:rPr lang="en-ID" sz="1800" dirty="0"/>
              <a:t> </a:t>
            </a:r>
            <a:r>
              <a:rPr lang="en-ID" sz="1800" dirty="0" err="1"/>
              <a:t>pengambilan</a:t>
            </a:r>
            <a:r>
              <a:rPr lang="en-ID" sz="1800" dirty="0"/>
              <a:t> </a:t>
            </a:r>
            <a:r>
              <a:rPr lang="en-ID" sz="1800" dirty="0" err="1"/>
              <a:t>keputusan</a:t>
            </a:r>
            <a:r>
              <a:rPr lang="en-ID" sz="1800" dirty="0"/>
              <a:t> yang </a:t>
            </a:r>
            <a:r>
              <a:rPr lang="en-ID" sz="1800" dirty="0" err="1"/>
              <a:t>lebih</a:t>
            </a:r>
            <a:r>
              <a:rPr lang="en-ID" sz="1800" dirty="0"/>
              <a:t> </a:t>
            </a:r>
            <a:r>
              <a:rPr lang="en-ID" sz="1800" dirty="0" err="1"/>
              <a:t>rasional</a:t>
            </a:r>
            <a:r>
              <a:rPr lang="en-ID" sz="1800" dirty="0"/>
              <a:t>. </a:t>
            </a:r>
          </a:p>
          <a:p>
            <a:r>
              <a:rPr lang="en-ID" sz="1800" b="1" dirty="0"/>
              <a:t>Akses </a:t>
            </a:r>
            <a:r>
              <a:rPr lang="en-ID" sz="1800" b="1" dirty="0" err="1"/>
              <a:t>inklusif</a:t>
            </a:r>
            <a:r>
              <a:rPr lang="en-ID" sz="1800" b="1" dirty="0"/>
              <a:t>. </a:t>
            </a:r>
            <a:r>
              <a:rPr lang="en-ID" sz="1800" dirty="0" err="1"/>
              <a:t>Layanan</a:t>
            </a:r>
            <a:r>
              <a:rPr lang="en-ID" sz="1800" dirty="0"/>
              <a:t> </a:t>
            </a:r>
            <a:r>
              <a:rPr lang="en-ID" sz="1800" dirty="0" err="1"/>
              <a:t>kesehatan</a:t>
            </a:r>
            <a:r>
              <a:rPr lang="en-ID" sz="1800" dirty="0"/>
              <a:t> </a:t>
            </a:r>
            <a:r>
              <a:rPr lang="en-ID" sz="1800" dirty="0" err="1"/>
              <a:t>harus</a:t>
            </a:r>
            <a:r>
              <a:rPr lang="en-ID" sz="1800" dirty="0"/>
              <a:t> </a:t>
            </a:r>
            <a:r>
              <a:rPr lang="en-ID" sz="1800" dirty="0" err="1"/>
              <a:t>dapat</a:t>
            </a:r>
            <a:r>
              <a:rPr lang="en-ID" sz="1800" dirty="0"/>
              <a:t> </a:t>
            </a:r>
            <a:r>
              <a:rPr lang="en-ID" sz="1800" dirty="0" err="1"/>
              <a:t>diakses</a:t>
            </a:r>
            <a:r>
              <a:rPr lang="en-ID" sz="1800" dirty="0"/>
              <a:t> oleh </a:t>
            </a:r>
            <a:r>
              <a:rPr lang="en-ID" sz="1800" dirty="0" err="1"/>
              <a:t>semua</a:t>
            </a:r>
            <a:r>
              <a:rPr lang="en-ID" sz="1800" dirty="0"/>
              <a:t> </a:t>
            </a:r>
            <a:r>
              <a:rPr lang="en-ID" sz="1800" dirty="0" err="1"/>
              <a:t>kelompok</a:t>
            </a:r>
            <a:r>
              <a:rPr lang="en-ID" sz="1800" dirty="0"/>
              <a:t> </a:t>
            </a:r>
            <a:r>
              <a:rPr lang="en-ID" sz="1800" dirty="0" err="1"/>
              <a:t>tanpa</a:t>
            </a:r>
            <a:r>
              <a:rPr lang="en-ID" sz="1800" dirty="0"/>
              <a:t> </a:t>
            </a:r>
            <a:r>
              <a:rPr lang="en-ID" sz="1800" dirty="0" err="1"/>
              <a:t>diskriminasi</a:t>
            </a:r>
            <a:r>
              <a:rPr lang="en-ID" sz="1800" dirty="0"/>
              <a:t>. Hal </a:t>
            </a:r>
            <a:r>
              <a:rPr lang="en-ID" sz="1800" dirty="0" err="1"/>
              <a:t>ini</a:t>
            </a:r>
            <a:r>
              <a:rPr lang="en-ID" sz="1800" dirty="0"/>
              <a:t> </a:t>
            </a:r>
            <a:r>
              <a:rPr lang="en-ID" sz="1800" dirty="0" err="1"/>
              <a:t>termasuk</a:t>
            </a:r>
            <a:r>
              <a:rPr lang="en-ID" sz="1800" dirty="0"/>
              <a:t> </a:t>
            </a:r>
            <a:r>
              <a:rPr lang="en-ID" sz="1800" dirty="0" err="1"/>
              <a:t>remaja</a:t>
            </a:r>
            <a:r>
              <a:rPr lang="en-ID" sz="1800" dirty="0"/>
              <a:t>, </a:t>
            </a:r>
            <a:r>
              <a:rPr lang="en-ID" sz="1800" dirty="0" err="1"/>
              <a:t>kelompok</a:t>
            </a:r>
            <a:r>
              <a:rPr lang="en-ID" sz="1800" dirty="0"/>
              <a:t> marginal, dan </a:t>
            </a:r>
            <a:r>
              <a:rPr lang="en-ID" sz="1800" dirty="0" err="1"/>
              <a:t>masyarakat</a:t>
            </a:r>
            <a:r>
              <a:rPr lang="en-ID" sz="1800" dirty="0"/>
              <a:t> </a:t>
            </a:r>
            <a:r>
              <a:rPr lang="en-ID" sz="1800" dirty="0" err="1"/>
              <a:t>pedesaan</a:t>
            </a:r>
            <a:r>
              <a:rPr lang="en-ID" sz="1800" dirty="0"/>
              <a:t>. Akses yang </a:t>
            </a:r>
            <a:r>
              <a:rPr lang="en-ID" sz="1800" dirty="0" err="1"/>
              <a:t>inklusif</a:t>
            </a:r>
            <a:r>
              <a:rPr lang="en-ID" sz="1800" dirty="0"/>
              <a:t> </a:t>
            </a:r>
            <a:r>
              <a:rPr lang="en-ID" sz="1800" dirty="0" err="1"/>
              <a:t>meningkatkan</a:t>
            </a:r>
            <a:r>
              <a:rPr lang="en-ID" sz="1800" dirty="0"/>
              <a:t> </a:t>
            </a:r>
            <a:r>
              <a:rPr lang="en-ID" sz="1800" dirty="0" err="1"/>
              <a:t>keadilan</a:t>
            </a:r>
            <a:r>
              <a:rPr lang="en-ID" sz="1800" dirty="0"/>
              <a:t> </a:t>
            </a:r>
            <a:r>
              <a:rPr lang="en-ID" sz="1800" dirty="0" err="1"/>
              <a:t>dalam</a:t>
            </a:r>
            <a:r>
              <a:rPr lang="en-ID" sz="1800" dirty="0"/>
              <a:t> </a:t>
            </a:r>
            <a:r>
              <a:rPr lang="en-ID" sz="1800" dirty="0" err="1"/>
              <a:t>pelayanan</a:t>
            </a:r>
            <a:r>
              <a:rPr lang="en-ID" sz="1800" dirty="0"/>
              <a:t> </a:t>
            </a:r>
            <a:r>
              <a:rPr lang="en-ID" sz="1800" dirty="0" err="1"/>
              <a:t>kesehatan</a:t>
            </a:r>
            <a:r>
              <a:rPr lang="en-ID" sz="1800" dirty="0"/>
              <a:t>. </a:t>
            </a:r>
          </a:p>
          <a:p>
            <a:r>
              <a:rPr lang="en-ID" sz="1800" b="1" dirty="0" err="1"/>
              <a:t>Pendekatan</a:t>
            </a:r>
            <a:r>
              <a:rPr lang="en-ID" sz="1800" b="1" dirty="0"/>
              <a:t> </a:t>
            </a:r>
            <a:r>
              <a:rPr lang="en-ID" sz="1800" b="1" dirty="0" err="1"/>
              <a:t>berbasis</a:t>
            </a:r>
            <a:r>
              <a:rPr lang="en-ID" sz="1800" b="1" dirty="0"/>
              <a:t> </a:t>
            </a:r>
            <a:r>
              <a:rPr lang="en-ID" sz="1800" b="1" dirty="0" err="1"/>
              <a:t>hak</a:t>
            </a:r>
            <a:r>
              <a:rPr lang="en-ID" sz="1800" b="1" dirty="0"/>
              <a:t>. </a:t>
            </a:r>
            <a:r>
              <a:rPr lang="en-ID" sz="1800" dirty="0" err="1"/>
              <a:t>Pendekatan</a:t>
            </a:r>
            <a:r>
              <a:rPr lang="en-ID" sz="1800" dirty="0"/>
              <a:t> </a:t>
            </a:r>
            <a:r>
              <a:rPr lang="en-ID" sz="1800" dirty="0" err="1"/>
              <a:t>ini</a:t>
            </a:r>
            <a:r>
              <a:rPr lang="en-ID" sz="1800" dirty="0"/>
              <a:t> </a:t>
            </a:r>
            <a:r>
              <a:rPr lang="en-ID" sz="1800" dirty="0" err="1"/>
              <a:t>menekankan</a:t>
            </a:r>
            <a:r>
              <a:rPr lang="en-ID" sz="1800" dirty="0"/>
              <a:t> </a:t>
            </a:r>
            <a:r>
              <a:rPr lang="en-ID" sz="1800" dirty="0" err="1"/>
              <a:t>bahwa</a:t>
            </a:r>
            <a:r>
              <a:rPr lang="en-ID" sz="1800" dirty="0"/>
              <a:t> </a:t>
            </a:r>
            <a:r>
              <a:rPr lang="en-ID" sz="1800" dirty="0" err="1"/>
              <a:t>setiap</a:t>
            </a:r>
            <a:r>
              <a:rPr lang="en-ID" sz="1800" dirty="0"/>
              <a:t> </a:t>
            </a:r>
            <a:r>
              <a:rPr lang="en-ID" sz="1800" dirty="0" err="1"/>
              <a:t>individu</a:t>
            </a:r>
            <a:r>
              <a:rPr lang="en-ID" sz="1800" dirty="0"/>
              <a:t> </a:t>
            </a:r>
            <a:r>
              <a:rPr lang="en-ID" sz="1800" dirty="0" err="1"/>
              <a:t>memiliki</a:t>
            </a:r>
            <a:r>
              <a:rPr lang="en-ID" sz="1800" dirty="0"/>
              <a:t> </a:t>
            </a:r>
            <a:r>
              <a:rPr lang="en-ID" sz="1800" dirty="0" err="1"/>
              <a:t>hak</a:t>
            </a:r>
            <a:r>
              <a:rPr lang="en-ID" sz="1800" dirty="0"/>
              <a:t> </a:t>
            </a:r>
            <a:r>
              <a:rPr lang="en-ID" sz="1800" dirty="0" err="1"/>
              <a:t>atas</a:t>
            </a:r>
            <a:r>
              <a:rPr lang="en-ID" sz="1800" dirty="0"/>
              <a:t> </a:t>
            </a:r>
            <a:r>
              <a:rPr lang="en-ID" sz="1800" dirty="0" err="1"/>
              <a:t>kesehatan</a:t>
            </a:r>
            <a:r>
              <a:rPr lang="en-ID" sz="1800" dirty="0"/>
              <a:t> </a:t>
            </a:r>
            <a:r>
              <a:rPr lang="en-ID" sz="1800" dirty="0" err="1"/>
              <a:t>reproduksi</a:t>
            </a:r>
            <a:r>
              <a:rPr lang="en-ID" sz="1800" dirty="0"/>
              <a:t>. Hal </a:t>
            </a:r>
            <a:r>
              <a:rPr lang="en-ID" sz="1800" dirty="0" err="1"/>
              <a:t>ini</a:t>
            </a:r>
            <a:r>
              <a:rPr lang="en-ID" sz="1800" dirty="0"/>
              <a:t> </a:t>
            </a:r>
            <a:r>
              <a:rPr lang="en-ID" sz="1800" dirty="0" err="1"/>
              <a:t>mencakup</a:t>
            </a:r>
            <a:r>
              <a:rPr lang="en-ID" sz="1800" dirty="0"/>
              <a:t> </a:t>
            </a:r>
            <a:r>
              <a:rPr lang="en-ID" sz="1800" dirty="0" err="1"/>
              <a:t>hak</a:t>
            </a:r>
            <a:r>
              <a:rPr lang="en-ID" sz="1800" dirty="0"/>
              <a:t> </a:t>
            </a:r>
            <a:r>
              <a:rPr lang="en-ID" sz="1800" dirty="0" err="1"/>
              <a:t>untuk</a:t>
            </a:r>
            <a:r>
              <a:rPr lang="en-ID" sz="1800" dirty="0"/>
              <a:t> </a:t>
            </a:r>
            <a:r>
              <a:rPr lang="en-ID" sz="1800" dirty="0" err="1"/>
              <a:t>mendapatkan</a:t>
            </a:r>
            <a:r>
              <a:rPr lang="en-ID" sz="1800" dirty="0"/>
              <a:t> </a:t>
            </a:r>
            <a:r>
              <a:rPr lang="en-ID" sz="1800" dirty="0" err="1"/>
              <a:t>informasi</a:t>
            </a:r>
            <a:r>
              <a:rPr lang="en-ID" sz="1800" dirty="0"/>
              <a:t> dan </a:t>
            </a:r>
            <a:r>
              <a:rPr lang="en-ID" sz="1800" dirty="0" err="1"/>
              <a:t>layanan</a:t>
            </a:r>
            <a:r>
              <a:rPr lang="en-ID" sz="1800" dirty="0"/>
              <a:t> yang </a:t>
            </a:r>
            <a:r>
              <a:rPr lang="en-ID" sz="1800" dirty="0" err="1"/>
              <a:t>aman</a:t>
            </a:r>
            <a:r>
              <a:rPr lang="en-ID" sz="1800" dirty="0"/>
              <a:t>. </a:t>
            </a:r>
            <a:r>
              <a:rPr lang="en-ID" sz="1800" dirty="0" err="1"/>
              <a:t>Pendekatan</a:t>
            </a:r>
            <a:r>
              <a:rPr lang="en-ID" sz="1800" dirty="0"/>
              <a:t> </a:t>
            </a:r>
            <a:r>
              <a:rPr lang="en-ID" sz="1800" dirty="0" err="1"/>
              <a:t>ini</a:t>
            </a:r>
            <a:r>
              <a:rPr lang="en-ID" sz="1800" dirty="0"/>
              <a:t> </a:t>
            </a:r>
            <a:r>
              <a:rPr lang="en-ID" sz="1800" dirty="0" err="1"/>
              <a:t>penting</a:t>
            </a:r>
            <a:r>
              <a:rPr lang="en-ID" sz="1800" dirty="0"/>
              <a:t> </a:t>
            </a:r>
            <a:r>
              <a:rPr lang="en-ID" sz="1800" dirty="0" err="1"/>
              <a:t>dalam</a:t>
            </a:r>
            <a:r>
              <a:rPr lang="en-ID" sz="1800" dirty="0"/>
              <a:t> </a:t>
            </a:r>
            <a:r>
              <a:rPr lang="en-ID" sz="1800" dirty="0" err="1"/>
              <a:t>kebijakan</a:t>
            </a:r>
            <a:r>
              <a:rPr lang="en-ID" sz="1800" dirty="0"/>
              <a:t> </a:t>
            </a:r>
            <a:r>
              <a:rPr lang="en-ID" sz="1800" dirty="0" err="1"/>
              <a:t>kesehatan</a:t>
            </a:r>
            <a:r>
              <a:rPr lang="en-ID" sz="1800"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77" y="274638"/>
            <a:ext cx="9139084" cy="1143000"/>
          </a:xfrm>
        </p:spPr>
        <p:txBody>
          <a:bodyPr>
            <a:normAutofit fontScale="90000"/>
          </a:bodyPr>
          <a:lstStyle/>
          <a:p>
            <a:r>
              <a:rPr lang="en-ID" b="1" dirty="0" err="1"/>
              <a:t>Perspektif</a:t>
            </a:r>
            <a:r>
              <a:rPr lang="en-ID" b="1" dirty="0"/>
              <a:t> </a:t>
            </a:r>
            <a:r>
              <a:rPr lang="en-ID" b="1" dirty="0" err="1"/>
              <a:t>Etik</a:t>
            </a:r>
            <a:r>
              <a:rPr lang="en-ID" b="1" dirty="0"/>
              <a:t>, Hukum, dan Kesehatan Masyarakat</a:t>
            </a:r>
          </a:p>
        </p:txBody>
      </p:sp>
      <p:sp>
        <p:nvSpPr>
          <p:cNvPr id="3" name="Content Placeholder 2"/>
          <p:cNvSpPr>
            <a:spLocks noGrp="1"/>
          </p:cNvSpPr>
          <p:nvPr>
            <p:ph idx="1"/>
          </p:nvPr>
        </p:nvSpPr>
        <p:spPr>
          <a:xfrm>
            <a:off x="43065" y="1425136"/>
            <a:ext cx="9052560" cy="5304848"/>
          </a:xfrm>
        </p:spPr>
        <p:txBody>
          <a:bodyPr>
            <a:noAutofit/>
          </a:bodyPr>
          <a:lstStyle/>
          <a:p>
            <a:r>
              <a:rPr lang="en-ID" sz="1800" b="1" dirty="0" err="1"/>
              <a:t>Perspektif</a:t>
            </a:r>
            <a:r>
              <a:rPr lang="en-ID" sz="1800" b="1" dirty="0"/>
              <a:t> </a:t>
            </a:r>
            <a:r>
              <a:rPr lang="en-ID" sz="1800" b="1" dirty="0" err="1"/>
              <a:t>etik</a:t>
            </a:r>
            <a:br>
              <a:rPr lang="en-ID" sz="1800" dirty="0"/>
            </a:br>
            <a:r>
              <a:rPr lang="en-ID" sz="1800" dirty="0"/>
              <a:t>Isu </a:t>
            </a:r>
            <a:r>
              <a:rPr lang="en-ID" sz="1800" dirty="0" err="1"/>
              <a:t>aborsi</a:t>
            </a:r>
            <a:r>
              <a:rPr lang="en-ID" sz="1800" dirty="0"/>
              <a:t> </a:t>
            </a:r>
            <a:r>
              <a:rPr lang="en-ID" sz="1800" dirty="0" err="1"/>
              <a:t>sering</a:t>
            </a:r>
            <a:r>
              <a:rPr lang="en-ID" sz="1800" dirty="0"/>
              <a:t> kali </a:t>
            </a:r>
            <a:r>
              <a:rPr lang="en-ID" sz="1800" dirty="0" err="1"/>
              <a:t>dikaitkan</a:t>
            </a:r>
            <a:r>
              <a:rPr lang="en-ID" sz="1800" dirty="0"/>
              <a:t> </a:t>
            </a:r>
            <a:r>
              <a:rPr lang="en-ID" sz="1800" dirty="0" err="1"/>
              <a:t>dengan</a:t>
            </a:r>
            <a:r>
              <a:rPr lang="en-ID" sz="1800" dirty="0"/>
              <a:t> </a:t>
            </a:r>
            <a:r>
              <a:rPr lang="en-ID" sz="1800" dirty="0" err="1"/>
              <a:t>nilai</a:t>
            </a:r>
            <a:r>
              <a:rPr lang="en-ID" sz="1800" dirty="0"/>
              <a:t> moral dan </a:t>
            </a:r>
            <a:r>
              <a:rPr lang="en-ID" sz="1800" dirty="0" err="1"/>
              <a:t>etika</a:t>
            </a:r>
            <a:r>
              <a:rPr lang="en-ID" sz="1800" dirty="0"/>
              <a:t> yang </a:t>
            </a:r>
            <a:r>
              <a:rPr lang="en-ID" sz="1800" dirty="0" err="1"/>
              <a:t>berbeda-beda</a:t>
            </a:r>
            <a:r>
              <a:rPr lang="en-ID" sz="1800" dirty="0"/>
              <a:t>. </a:t>
            </a:r>
            <a:r>
              <a:rPr lang="en-ID" sz="1800" dirty="0" err="1"/>
              <a:t>Dalam</a:t>
            </a:r>
            <a:r>
              <a:rPr lang="en-ID" sz="1800" dirty="0"/>
              <a:t> </a:t>
            </a:r>
            <a:r>
              <a:rPr lang="en-ID" sz="1800" dirty="0" err="1"/>
              <a:t>konteks</a:t>
            </a:r>
            <a:r>
              <a:rPr lang="en-ID" sz="1800" dirty="0"/>
              <a:t> </a:t>
            </a:r>
            <a:r>
              <a:rPr lang="en-ID" sz="1800" dirty="0" err="1"/>
              <a:t>kesehatan</a:t>
            </a:r>
            <a:r>
              <a:rPr lang="en-ID" sz="1800" dirty="0"/>
              <a:t>, </a:t>
            </a:r>
            <a:r>
              <a:rPr lang="en-ID" sz="1800" dirty="0" err="1"/>
              <a:t>pendekatan</a:t>
            </a:r>
            <a:r>
              <a:rPr lang="en-ID" sz="1800" dirty="0"/>
              <a:t> </a:t>
            </a:r>
            <a:r>
              <a:rPr lang="en-ID" sz="1800" dirty="0" err="1"/>
              <a:t>etik</a:t>
            </a:r>
            <a:r>
              <a:rPr lang="en-ID" sz="1800" dirty="0"/>
              <a:t> </a:t>
            </a:r>
            <a:r>
              <a:rPr lang="en-ID" sz="1800" dirty="0" err="1"/>
              <a:t>menekankan</a:t>
            </a:r>
            <a:r>
              <a:rPr lang="en-ID" sz="1800" dirty="0"/>
              <a:t> pada </a:t>
            </a:r>
            <a:r>
              <a:rPr lang="en-ID" sz="1800" dirty="0" err="1"/>
              <a:t>prinsip</a:t>
            </a:r>
            <a:r>
              <a:rPr lang="en-ID" sz="1800" dirty="0"/>
              <a:t> </a:t>
            </a:r>
            <a:r>
              <a:rPr lang="en-ID" sz="1800" dirty="0" err="1"/>
              <a:t>keselamatan</a:t>
            </a:r>
            <a:r>
              <a:rPr lang="en-ID" sz="1800" dirty="0"/>
              <a:t> </a:t>
            </a:r>
            <a:r>
              <a:rPr lang="en-ID" sz="1800" dirty="0" err="1"/>
              <a:t>pasien</a:t>
            </a:r>
            <a:r>
              <a:rPr lang="en-ID" sz="1800" dirty="0"/>
              <a:t> dan </a:t>
            </a:r>
            <a:r>
              <a:rPr lang="en-ID" sz="1800" dirty="0" err="1"/>
              <a:t>kesejahteraan</a:t>
            </a:r>
            <a:r>
              <a:rPr lang="en-ID" sz="1800" dirty="0"/>
              <a:t> </a:t>
            </a:r>
            <a:r>
              <a:rPr lang="en-ID" sz="1800" dirty="0" err="1"/>
              <a:t>individu</a:t>
            </a:r>
            <a:r>
              <a:rPr lang="en-ID" sz="1800" dirty="0"/>
              <a:t>. </a:t>
            </a:r>
          </a:p>
          <a:p>
            <a:r>
              <a:rPr lang="en-ID" sz="1800" b="1" dirty="0" err="1"/>
              <a:t>Regulasi</a:t>
            </a:r>
            <a:r>
              <a:rPr lang="en-ID" sz="1800" b="1" dirty="0"/>
              <a:t> </a:t>
            </a:r>
            <a:r>
              <a:rPr lang="en-ID" sz="1800" b="1" dirty="0" err="1"/>
              <a:t>hukum</a:t>
            </a:r>
            <a:br>
              <a:rPr lang="en-ID" sz="1800" dirty="0"/>
            </a:br>
            <a:r>
              <a:rPr lang="en-ID" sz="1800" dirty="0" err="1"/>
              <a:t>Setiap</a:t>
            </a:r>
            <a:r>
              <a:rPr lang="en-ID" sz="1800" dirty="0"/>
              <a:t> negara </a:t>
            </a:r>
            <a:r>
              <a:rPr lang="en-ID" sz="1800" dirty="0" err="1"/>
              <a:t>memiliki</a:t>
            </a:r>
            <a:r>
              <a:rPr lang="en-ID" sz="1800" dirty="0"/>
              <a:t> </a:t>
            </a:r>
            <a:r>
              <a:rPr lang="en-ID" sz="1800" dirty="0" err="1"/>
              <a:t>regulasi</a:t>
            </a:r>
            <a:r>
              <a:rPr lang="en-ID" sz="1800" dirty="0"/>
              <a:t> yang </a:t>
            </a:r>
            <a:r>
              <a:rPr lang="en-ID" sz="1800" dirty="0" err="1"/>
              <a:t>berbeda</a:t>
            </a:r>
            <a:r>
              <a:rPr lang="en-ID" sz="1800" dirty="0"/>
              <a:t> </a:t>
            </a:r>
            <a:r>
              <a:rPr lang="en-ID" sz="1800" dirty="0" err="1"/>
              <a:t>terkait</a:t>
            </a:r>
            <a:r>
              <a:rPr lang="en-ID" sz="1800" dirty="0"/>
              <a:t> </a:t>
            </a:r>
            <a:r>
              <a:rPr lang="en-ID" sz="1800" dirty="0" err="1"/>
              <a:t>aborsi</a:t>
            </a:r>
            <a:r>
              <a:rPr lang="en-ID" sz="1800" dirty="0"/>
              <a:t>. </a:t>
            </a:r>
            <a:r>
              <a:rPr lang="en-ID" sz="1800" dirty="0" err="1"/>
              <a:t>Regulasi</a:t>
            </a:r>
            <a:r>
              <a:rPr lang="en-ID" sz="1800" dirty="0"/>
              <a:t> </a:t>
            </a:r>
            <a:r>
              <a:rPr lang="en-ID" sz="1800" dirty="0" err="1"/>
              <a:t>ini</a:t>
            </a:r>
            <a:r>
              <a:rPr lang="en-ID" sz="1800" dirty="0"/>
              <a:t> </a:t>
            </a:r>
            <a:r>
              <a:rPr lang="en-ID" sz="1800" dirty="0" err="1"/>
              <a:t>memengaruhi</a:t>
            </a:r>
            <a:r>
              <a:rPr lang="en-ID" sz="1800" dirty="0"/>
              <a:t> </a:t>
            </a:r>
            <a:r>
              <a:rPr lang="en-ID" sz="1800" dirty="0" err="1"/>
              <a:t>akses</a:t>
            </a:r>
            <a:r>
              <a:rPr lang="en-ID" sz="1800" dirty="0"/>
              <a:t> </a:t>
            </a:r>
            <a:r>
              <a:rPr lang="en-ID" sz="1800" dirty="0" err="1"/>
              <a:t>layanan</a:t>
            </a:r>
            <a:r>
              <a:rPr lang="en-ID" sz="1800" dirty="0"/>
              <a:t> dan </a:t>
            </a:r>
            <a:r>
              <a:rPr lang="en-ID" sz="1800" dirty="0" err="1"/>
              <a:t>praktik</a:t>
            </a:r>
            <a:r>
              <a:rPr lang="en-ID" sz="1800" dirty="0"/>
              <a:t> </a:t>
            </a:r>
            <a:r>
              <a:rPr lang="en-ID" sz="1800" dirty="0" err="1"/>
              <a:t>kesehatan</a:t>
            </a:r>
            <a:r>
              <a:rPr lang="en-ID" sz="1800" dirty="0"/>
              <a:t>. </a:t>
            </a:r>
            <a:r>
              <a:rPr lang="en-ID" sz="1800" dirty="0" err="1"/>
              <a:t>Pemahaman</a:t>
            </a:r>
            <a:r>
              <a:rPr lang="en-ID" sz="1800" dirty="0"/>
              <a:t> </a:t>
            </a:r>
            <a:r>
              <a:rPr lang="en-ID" sz="1800" dirty="0" err="1"/>
              <a:t>hukum</a:t>
            </a:r>
            <a:r>
              <a:rPr lang="en-ID" sz="1800" dirty="0"/>
              <a:t> </a:t>
            </a:r>
            <a:r>
              <a:rPr lang="en-ID" sz="1800" dirty="0" err="1"/>
              <a:t>penting</a:t>
            </a:r>
            <a:r>
              <a:rPr lang="en-ID" sz="1800" dirty="0"/>
              <a:t> </a:t>
            </a:r>
            <a:r>
              <a:rPr lang="en-ID" sz="1800" dirty="0" err="1"/>
              <a:t>bagi</a:t>
            </a:r>
            <a:r>
              <a:rPr lang="en-ID" sz="1800" dirty="0"/>
              <a:t> </a:t>
            </a:r>
            <a:r>
              <a:rPr lang="en-ID" sz="1800" dirty="0" err="1"/>
              <a:t>tenaga</a:t>
            </a:r>
            <a:r>
              <a:rPr lang="en-ID" sz="1800" dirty="0"/>
              <a:t> </a:t>
            </a:r>
            <a:r>
              <a:rPr lang="en-ID" sz="1800" dirty="0" err="1"/>
              <a:t>kesehatan</a:t>
            </a:r>
            <a:r>
              <a:rPr lang="en-ID" sz="1800" dirty="0"/>
              <a:t> </a:t>
            </a:r>
            <a:r>
              <a:rPr lang="en-ID" sz="1800" dirty="0" err="1"/>
              <a:t>dalam</a:t>
            </a:r>
            <a:r>
              <a:rPr lang="en-ID" sz="1800" dirty="0"/>
              <a:t> </a:t>
            </a:r>
            <a:r>
              <a:rPr lang="en-ID" sz="1800" dirty="0" err="1"/>
              <a:t>memberikan</a:t>
            </a:r>
            <a:r>
              <a:rPr lang="en-ID" sz="1800" dirty="0"/>
              <a:t> </a:t>
            </a:r>
            <a:r>
              <a:rPr lang="en-ID" sz="1800" dirty="0" err="1"/>
              <a:t>pelayanan</a:t>
            </a:r>
            <a:r>
              <a:rPr lang="en-ID" sz="1800" dirty="0"/>
              <a:t>. </a:t>
            </a:r>
          </a:p>
          <a:p>
            <a:r>
              <a:rPr lang="en-ID" sz="1800" b="1" dirty="0"/>
              <a:t>Hak </a:t>
            </a:r>
            <a:r>
              <a:rPr lang="en-ID" sz="1800" b="1" dirty="0" err="1"/>
              <a:t>kesehatan</a:t>
            </a:r>
            <a:r>
              <a:rPr lang="en-ID" sz="1800" b="1" dirty="0"/>
              <a:t> </a:t>
            </a:r>
            <a:r>
              <a:rPr lang="en-ID" sz="1800" b="1" dirty="0" err="1"/>
              <a:t>reproduksi</a:t>
            </a:r>
            <a:br>
              <a:rPr lang="en-ID" sz="1800" dirty="0"/>
            </a:br>
            <a:r>
              <a:rPr lang="en-ID" sz="1800" dirty="0"/>
              <a:t>Hak </a:t>
            </a:r>
            <a:r>
              <a:rPr lang="en-ID" sz="1800" dirty="0" err="1"/>
              <a:t>kesehatan</a:t>
            </a:r>
            <a:r>
              <a:rPr lang="en-ID" sz="1800" dirty="0"/>
              <a:t> </a:t>
            </a:r>
            <a:r>
              <a:rPr lang="en-ID" sz="1800" dirty="0" err="1"/>
              <a:t>reproduksi</a:t>
            </a:r>
            <a:r>
              <a:rPr lang="en-ID" sz="1800" dirty="0"/>
              <a:t> </a:t>
            </a:r>
            <a:r>
              <a:rPr lang="en-ID" sz="1800" dirty="0" err="1"/>
              <a:t>mencakup</a:t>
            </a:r>
            <a:r>
              <a:rPr lang="en-ID" sz="1800" dirty="0"/>
              <a:t> </a:t>
            </a:r>
            <a:r>
              <a:rPr lang="en-ID" sz="1800" dirty="0" err="1"/>
              <a:t>hak</a:t>
            </a:r>
            <a:r>
              <a:rPr lang="en-ID" sz="1800" dirty="0"/>
              <a:t> </a:t>
            </a:r>
            <a:r>
              <a:rPr lang="en-ID" sz="1800" dirty="0" err="1"/>
              <a:t>untuk</a:t>
            </a:r>
            <a:r>
              <a:rPr lang="en-ID" sz="1800" dirty="0"/>
              <a:t> </a:t>
            </a:r>
            <a:r>
              <a:rPr lang="en-ID" sz="1800" dirty="0" err="1"/>
              <a:t>mendapatkan</a:t>
            </a:r>
            <a:r>
              <a:rPr lang="en-ID" sz="1800" dirty="0"/>
              <a:t> </a:t>
            </a:r>
            <a:r>
              <a:rPr lang="en-ID" sz="1800" dirty="0" err="1"/>
              <a:t>informasi</a:t>
            </a:r>
            <a:r>
              <a:rPr lang="en-ID" sz="1800" dirty="0"/>
              <a:t> dan </a:t>
            </a:r>
            <a:r>
              <a:rPr lang="en-ID" sz="1800" dirty="0" err="1"/>
              <a:t>layanan</a:t>
            </a:r>
            <a:r>
              <a:rPr lang="en-ID" sz="1800" dirty="0"/>
              <a:t> </a:t>
            </a:r>
            <a:r>
              <a:rPr lang="en-ID" sz="1800" dirty="0" err="1"/>
              <a:t>kesehatan</a:t>
            </a:r>
            <a:r>
              <a:rPr lang="en-ID" sz="1800" dirty="0"/>
              <a:t> yang </a:t>
            </a:r>
            <a:r>
              <a:rPr lang="en-ID" sz="1800" dirty="0" err="1"/>
              <a:t>aman</a:t>
            </a:r>
            <a:r>
              <a:rPr lang="en-ID" sz="1800" dirty="0"/>
              <a:t>. </a:t>
            </a:r>
            <a:r>
              <a:rPr lang="en-ID" sz="1800" dirty="0" err="1"/>
              <a:t>Pendekatan</a:t>
            </a:r>
            <a:r>
              <a:rPr lang="en-ID" sz="1800" dirty="0"/>
              <a:t> </a:t>
            </a:r>
            <a:r>
              <a:rPr lang="en-ID" sz="1800" dirty="0" err="1"/>
              <a:t>ini</a:t>
            </a:r>
            <a:r>
              <a:rPr lang="en-ID" sz="1800" dirty="0"/>
              <a:t> </a:t>
            </a:r>
            <a:r>
              <a:rPr lang="en-ID" sz="1800" dirty="0" err="1"/>
              <a:t>menekankan</a:t>
            </a:r>
            <a:r>
              <a:rPr lang="en-ID" sz="1800" dirty="0"/>
              <a:t> pada </a:t>
            </a:r>
            <a:r>
              <a:rPr lang="en-ID" sz="1800" dirty="0" err="1"/>
              <a:t>penghormatan</a:t>
            </a:r>
            <a:r>
              <a:rPr lang="en-ID" sz="1800" dirty="0"/>
              <a:t> </a:t>
            </a:r>
            <a:r>
              <a:rPr lang="en-ID" sz="1800" dirty="0" err="1"/>
              <a:t>terhadap</a:t>
            </a:r>
            <a:r>
              <a:rPr lang="en-ID" sz="1800" dirty="0"/>
              <a:t> </a:t>
            </a:r>
            <a:r>
              <a:rPr lang="en-ID" sz="1800" dirty="0" err="1"/>
              <a:t>individu</a:t>
            </a:r>
            <a:r>
              <a:rPr lang="en-ID" sz="1800" dirty="0"/>
              <a:t>. </a:t>
            </a:r>
          </a:p>
          <a:p>
            <a:r>
              <a:rPr lang="en-ID" sz="1800" b="1" dirty="0" err="1"/>
              <a:t>Pendekatan</a:t>
            </a:r>
            <a:r>
              <a:rPr lang="en-ID" sz="1800" b="1" dirty="0"/>
              <a:t> </a:t>
            </a:r>
            <a:r>
              <a:rPr lang="en-ID" sz="1800" b="1" dirty="0" err="1"/>
              <a:t>kesehatan</a:t>
            </a:r>
            <a:r>
              <a:rPr lang="en-ID" sz="1800" b="1" dirty="0"/>
              <a:t> </a:t>
            </a:r>
            <a:r>
              <a:rPr lang="en-ID" sz="1800" b="1" dirty="0" err="1"/>
              <a:t>masyarakat</a:t>
            </a:r>
            <a:br>
              <a:rPr lang="en-ID" sz="1800" dirty="0"/>
            </a:br>
            <a:r>
              <a:rPr lang="en-ID" sz="1800" dirty="0" err="1"/>
              <a:t>Dalam</a:t>
            </a:r>
            <a:r>
              <a:rPr lang="en-ID" sz="1800" dirty="0"/>
              <a:t> </a:t>
            </a:r>
            <a:r>
              <a:rPr lang="en-ID" sz="1800" dirty="0" err="1"/>
              <a:t>perspektif</a:t>
            </a:r>
            <a:r>
              <a:rPr lang="en-ID" sz="1800" dirty="0"/>
              <a:t> </a:t>
            </a:r>
            <a:r>
              <a:rPr lang="en-ID" sz="1800" dirty="0" err="1"/>
              <a:t>kesehatan</a:t>
            </a:r>
            <a:r>
              <a:rPr lang="en-ID" sz="1800" dirty="0"/>
              <a:t> </a:t>
            </a:r>
            <a:r>
              <a:rPr lang="en-ID" sz="1800" dirty="0" err="1"/>
              <a:t>masyarakat</a:t>
            </a:r>
            <a:r>
              <a:rPr lang="en-ID" sz="1800" dirty="0"/>
              <a:t>, </a:t>
            </a:r>
            <a:r>
              <a:rPr lang="en-ID" sz="1800" dirty="0" err="1"/>
              <a:t>fokus</a:t>
            </a:r>
            <a:r>
              <a:rPr lang="en-ID" sz="1800" dirty="0"/>
              <a:t> </a:t>
            </a:r>
            <a:r>
              <a:rPr lang="en-ID" sz="1800" dirty="0" err="1"/>
              <a:t>utama</a:t>
            </a:r>
            <a:r>
              <a:rPr lang="en-ID" sz="1800" dirty="0"/>
              <a:t> </a:t>
            </a:r>
            <a:r>
              <a:rPr lang="en-ID" sz="1800" dirty="0" err="1"/>
              <a:t>adalah</a:t>
            </a:r>
            <a:r>
              <a:rPr lang="en-ID" sz="1800" dirty="0"/>
              <a:t> </a:t>
            </a:r>
            <a:r>
              <a:rPr lang="en-ID" sz="1800" dirty="0" err="1"/>
              <a:t>pencegahan</a:t>
            </a:r>
            <a:r>
              <a:rPr lang="en-ID" sz="1800" dirty="0"/>
              <a:t> dan </a:t>
            </a:r>
            <a:r>
              <a:rPr lang="en-ID" sz="1800" dirty="0" err="1"/>
              <a:t>pengurangan</a:t>
            </a:r>
            <a:r>
              <a:rPr lang="en-ID" sz="1800" dirty="0"/>
              <a:t> </a:t>
            </a:r>
            <a:r>
              <a:rPr lang="en-ID" sz="1800" dirty="0" err="1"/>
              <a:t>risiko</a:t>
            </a:r>
            <a:r>
              <a:rPr lang="en-ID" sz="1800" dirty="0"/>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i-FI" sz="4000" b="1" dirty="0"/>
              <a:t>Kesimpulan, Pesan Kunci, dan Urgensi Pencegahan</a:t>
            </a:r>
            <a:endParaRPr sz="4000" b="1" dirty="0"/>
          </a:p>
        </p:txBody>
      </p:sp>
      <p:sp>
        <p:nvSpPr>
          <p:cNvPr id="3" name="Content Placeholder 2"/>
          <p:cNvSpPr>
            <a:spLocks noGrp="1"/>
          </p:cNvSpPr>
          <p:nvPr>
            <p:ph idx="1"/>
          </p:nvPr>
        </p:nvSpPr>
        <p:spPr>
          <a:xfrm>
            <a:off x="429690" y="1851768"/>
            <a:ext cx="8229600" cy="4525963"/>
          </a:xfrm>
        </p:spPr>
        <p:txBody>
          <a:bodyPr>
            <a:noAutofit/>
          </a:bodyPr>
          <a:lstStyle/>
          <a:p>
            <a:r>
              <a:rPr lang="en-ID" sz="1600" b="1" dirty="0" err="1"/>
              <a:t>Pencegahan</a:t>
            </a:r>
            <a:r>
              <a:rPr lang="en-ID" sz="1600" b="1" dirty="0"/>
              <a:t> </a:t>
            </a:r>
            <a:r>
              <a:rPr lang="en-ID" sz="1600" b="1" dirty="0" err="1"/>
              <a:t>harus</a:t>
            </a:r>
            <a:r>
              <a:rPr lang="en-ID" sz="1600" b="1" dirty="0"/>
              <a:t> </a:t>
            </a:r>
            <a:r>
              <a:rPr lang="en-ID" sz="1600" b="1" dirty="0" err="1"/>
              <a:t>dimulai</a:t>
            </a:r>
            <a:r>
              <a:rPr lang="en-ID" sz="1600" b="1" dirty="0"/>
              <a:t> </a:t>
            </a:r>
            <a:r>
              <a:rPr lang="en-ID" sz="1600" b="1" dirty="0" err="1"/>
              <a:t>dari</a:t>
            </a:r>
            <a:r>
              <a:rPr lang="en-ID" sz="1600" b="1" dirty="0"/>
              <a:t> </a:t>
            </a:r>
            <a:r>
              <a:rPr lang="en-ID" sz="1600" b="1" dirty="0" err="1"/>
              <a:t>edukasi</a:t>
            </a:r>
            <a:r>
              <a:rPr lang="en-ID" sz="1600" b="1" dirty="0"/>
              <a:t>. </a:t>
            </a:r>
            <a:r>
              <a:rPr lang="en-ID" sz="1600" dirty="0"/>
              <a:t>Pendidikan </a:t>
            </a:r>
            <a:r>
              <a:rPr lang="en-ID" sz="1600" dirty="0" err="1"/>
              <a:t>kesehatan</a:t>
            </a:r>
            <a:r>
              <a:rPr lang="en-ID" sz="1600" dirty="0"/>
              <a:t> </a:t>
            </a:r>
            <a:r>
              <a:rPr lang="en-ID" sz="1600" dirty="0" err="1"/>
              <a:t>reproduksi</a:t>
            </a:r>
            <a:r>
              <a:rPr lang="en-ID" sz="1600" dirty="0"/>
              <a:t> yang </a:t>
            </a:r>
            <a:r>
              <a:rPr lang="en-ID" sz="1600" dirty="0" err="1"/>
              <a:t>komprehensif</a:t>
            </a:r>
            <a:r>
              <a:rPr lang="en-ID" sz="1600" dirty="0"/>
              <a:t> </a:t>
            </a:r>
            <a:r>
              <a:rPr lang="en-ID" sz="1600" dirty="0" err="1"/>
              <a:t>adalah</a:t>
            </a:r>
            <a:r>
              <a:rPr lang="en-ID" sz="1600" dirty="0"/>
              <a:t> </a:t>
            </a:r>
            <a:r>
              <a:rPr lang="en-ID" sz="1600" dirty="0" err="1"/>
              <a:t>fondasi</a:t>
            </a:r>
            <a:r>
              <a:rPr lang="en-ID" sz="1600" dirty="0"/>
              <a:t> </a:t>
            </a:r>
            <a:r>
              <a:rPr lang="en-ID" sz="1600" dirty="0" err="1"/>
              <a:t>utama</a:t>
            </a:r>
            <a:r>
              <a:rPr lang="en-ID" sz="1600" dirty="0"/>
              <a:t> </a:t>
            </a:r>
            <a:r>
              <a:rPr lang="en-ID" sz="1600" dirty="0" err="1"/>
              <a:t>pencegahan</a:t>
            </a:r>
            <a:r>
              <a:rPr lang="en-ID" sz="1600" dirty="0"/>
              <a:t>. </a:t>
            </a:r>
            <a:r>
              <a:rPr lang="en-ID" sz="1600" dirty="0" err="1"/>
              <a:t>Dengan</a:t>
            </a:r>
            <a:r>
              <a:rPr lang="en-ID" sz="1600" dirty="0"/>
              <a:t> </a:t>
            </a:r>
            <a:r>
              <a:rPr lang="en-ID" sz="1600" dirty="0" err="1"/>
              <a:t>pengetahuan</a:t>
            </a:r>
            <a:r>
              <a:rPr lang="en-ID" sz="1600" dirty="0"/>
              <a:t> yang </a:t>
            </a:r>
            <a:r>
              <a:rPr lang="en-ID" sz="1600" dirty="0" err="1"/>
              <a:t>benar</a:t>
            </a:r>
            <a:r>
              <a:rPr lang="en-ID" sz="1600" dirty="0"/>
              <a:t>, </a:t>
            </a:r>
            <a:r>
              <a:rPr lang="en-ID" sz="1600" dirty="0" err="1"/>
              <a:t>individu</a:t>
            </a:r>
            <a:r>
              <a:rPr lang="en-ID" sz="1600" dirty="0"/>
              <a:t> </a:t>
            </a:r>
            <a:r>
              <a:rPr lang="en-ID" sz="1600" dirty="0" err="1"/>
              <a:t>dapat</a:t>
            </a:r>
            <a:r>
              <a:rPr lang="en-ID" sz="1600" dirty="0"/>
              <a:t> </a:t>
            </a:r>
            <a:r>
              <a:rPr lang="en-ID" sz="1600" dirty="0" err="1"/>
              <a:t>membuat</a:t>
            </a:r>
            <a:r>
              <a:rPr lang="en-ID" sz="1600" dirty="0"/>
              <a:t> </a:t>
            </a:r>
            <a:r>
              <a:rPr lang="en-ID" sz="1600" dirty="0" err="1"/>
              <a:t>keputusan</a:t>
            </a:r>
            <a:r>
              <a:rPr lang="en-ID" sz="1600" dirty="0"/>
              <a:t> yang </a:t>
            </a:r>
            <a:r>
              <a:rPr lang="en-ID" sz="1600" dirty="0" err="1"/>
              <a:t>lebih</a:t>
            </a:r>
            <a:r>
              <a:rPr lang="en-ID" sz="1600" dirty="0"/>
              <a:t> </a:t>
            </a:r>
            <a:r>
              <a:rPr lang="en-ID" sz="1600" dirty="0" err="1"/>
              <a:t>aman</a:t>
            </a:r>
            <a:r>
              <a:rPr lang="en-ID" sz="1600" dirty="0"/>
              <a:t> dan </a:t>
            </a:r>
            <a:r>
              <a:rPr lang="en-ID" sz="1600" dirty="0" err="1"/>
              <a:t>bertanggung</a:t>
            </a:r>
            <a:r>
              <a:rPr lang="en-ID" sz="1600" dirty="0"/>
              <a:t> </a:t>
            </a:r>
            <a:r>
              <a:rPr lang="en-ID" sz="1600" dirty="0" err="1"/>
              <a:t>jawab</a:t>
            </a:r>
            <a:r>
              <a:rPr lang="en-ID" sz="1600" dirty="0"/>
              <a:t>. </a:t>
            </a:r>
          </a:p>
          <a:p>
            <a:r>
              <a:rPr lang="en-ID" sz="1600" b="1" dirty="0" err="1"/>
              <a:t>Layanan</a:t>
            </a:r>
            <a:r>
              <a:rPr lang="en-ID" sz="1600" b="1" dirty="0"/>
              <a:t> </a:t>
            </a:r>
            <a:r>
              <a:rPr lang="en-ID" sz="1600" b="1" dirty="0" err="1"/>
              <a:t>kesehatan</a:t>
            </a:r>
            <a:r>
              <a:rPr lang="en-ID" sz="1600" b="1" dirty="0"/>
              <a:t> </a:t>
            </a:r>
            <a:r>
              <a:rPr lang="en-ID" sz="1600" b="1" dirty="0" err="1"/>
              <a:t>harus</a:t>
            </a:r>
            <a:r>
              <a:rPr lang="en-ID" sz="1600" b="1" dirty="0"/>
              <a:t> </a:t>
            </a:r>
            <a:r>
              <a:rPr lang="en-ID" sz="1600" b="1" dirty="0" err="1"/>
              <a:t>aksesibel</a:t>
            </a:r>
            <a:r>
              <a:rPr lang="en-ID" sz="1600" b="1" dirty="0"/>
              <a:t> dan </a:t>
            </a:r>
            <a:r>
              <a:rPr lang="en-ID" sz="1600" b="1" dirty="0" err="1"/>
              <a:t>aman</a:t>
            </a:r>
            <a:r>
              <a:rPr lang="en-ID" sz="1600" b="1" dirty="0"/>
              <a:t>. </a:t>
            </a:r>
            <a:r>
              <a:rPr lang="en-ID" sz="1600" dirty="0"/>
              <a:t>Akses </a:t>
            </a:r>
            <a:r>
              <a:rPr lang="en-ID" sz="1600" dirty="0" err="1"/>
              <a:t>terhadap</a:t>
            </a:r>
            <a:r>
              <a:rPr lang="en-ID" sz="1600" dirty="0"/>
              <a:t> </a:t>
            </a:r>
            <a:r>
              <a:rPr lang="en-ID" sz="1600" dirty="0" err="1"/>
              <a:t>kontrasepsi</a:t>
            </a:r>
            <a:r>
              <a:rPr lang="en-ID" sz="1600" dirty="0"/>
              <a:t>, </a:t>
            </a:r>
            <a:r>
              <a:rPr lang="en-ID" sz="1600" dirty="0" err="1"/>
              <a:t>konseling</a:t>
            </a:r>
            <a:r>
              <a:rPr lang="en-ID" sz="1600" dirty="0"/>
              <a:t>, dan </a:t>
            </a:r>
            <a:r>
              <a:rPr lang="en-ID" sz="1600" dirty="0" err="1"/>
              <a:t>pelayanan</a:t>
            </a:r>
            <a:r>
              <a:rPr lang="en-ID" sz="1600" dirty="0"/>
              <a:t> </a:t>
            </a:r>
            <a:r>
              <a:rPr lang="en-ID" sz="1600" dirty="0" err="1"/>
              <a:t>reproduksi</a:t>
            </a:r>
            <a:r>
              <a:rPr lang="en-ID" sz="1600" dirty="0"/>
              <a:t> </a:t>
            </a:r>
            <a:r>
              <a:rPr lang="en-ID" sz="1600" dirty="0" err="1"/>
              <a:t>harus</a:t>
            </a:r>
            <a:r>
              <a:rPr lang="en-ID" sz="1600" dirty="0"/>
              <a:t> </a:t>
            </a:r>
            <a:r>
              <a:rPr lang="en-ID" sz="1600" dirty="0" err="1"/>
              <a:t>tersedia</a:t>
            </a:r>
            <a:r>
              <a:rPr lang="en-ID" sz="1600" dirty="0"/>
              <a:t> </a:t>
            </a:r>
            <a:r>
              <a:rPr lang="en-ID" sz="1600" dirty="0" err="1"/>
              <a:t>bagi</a:t>
            </a:r>
            <a:r>
              <a:rPr lang="en-ID" sz="1600" dirty="0"/>
              <a:t> </a:t>
            </a:r>
            <a:r>
              <a:rPr lang="en-ID" sz="1600" dirty="0" err="1"/>
              <a:t>semua</a:t>
            </a:r>
            <a:r>
              <a:rPr lang="en-ID" sz="1600" dirty="0"/>
              <a:t> </a:t>
            </a:r>
            <a:r>
              <a:rPr lang="en-ID" sz="1600" dirty="0" err="1"/>
              <a:t>kelompok</a:t>
            </a:r>
            <a:r>
              <a:rPr lang="en-ID" sz="1600" dirty="0"/>
              <a:t>, </a:t>
            </a:r>
            <a:r>
              <a:rPr lang="en-ID" sz="1600" dirty="0" err="1"/>
              <a:t>termasuk</a:t>
            </a:r>
            <a:r>
              <a:rPr lang="en-ID" sz="1600" dirty="0"/>
              <a:t> </a:t>
            </a:r>
            <a:r>
              <a:rPr lang="en-ID" sz="1600" dirty="0" err="1"/>
              <a:t>remaja</a:t>
            </a:r>
            <a:r>
              <a:rPr lang="en-ID" sz="1600" dirty="0"/>
              <a:t> dan </a:t>
            </a:r>
            <a:r>
              <a:rPr lang="en-ID" sz="1600" dirty="0" err="1"/>
              <a:t>perempuan</a:t>
            </a:r>
            <a:r>
              <a:rPr lang="en-ID" sz="1600" dirty="0"/>
              <a:t> </a:t>
            </a:r>
            <a:r>
              <a:rPr lang="en-ID" sz="1600" dirty="0" err="1"/>
              <a:t>muda</a:t>
            </a:r>
            <a:r>
              <a:rPr lang="en-ID" sz="1600" dirty="0"/>
              <a:t>. </a:t>
            </a:r>
            <a:r>
              <a:rPr lang="en-ID" sz="1600" dirty="0" err="1"/>
              <a:t>Layanan</a:t>
            </a:r>
            <a:r>
              <a:rPr lang="en-ID" sz="1600" dirty="0"/>
              <a:t> yang </a:t>
            </a:r>
            <a:r>
              <a:rPr lang="en-ID" sz="1600" dirty="0" err="1"/>
              <a:t>aman</a:t>
            </a:r>
            <a:r>
              <a:rPr lang="en-ID" sz="1600" dirty="0"/>
              <a:t> dan </a:t>
            </a:r>
            <a:r>
              <a:rPr lang="en-ID" sz="1600" dirty="0" err="1"/>
              <a:t>tidak</a:t>
            </a:r>
            <a:r>
              <a:rPr lang="en-ID" sz="1600" dirty="0"/>
              <a:t> </a:t>
            </a:r>
            <a:r>
              <a:rPr lang="en-ID" sz="1600" dirty="0" err="1"/>
              <a:t>menghakimi</a:t>
            </a:r>
            <a:r>
              <a:rPr lang="en-ID" sz="1600" dirty="0"/>
              <a:t> </a:t>
            </a:r>
            <a:r>
              <a:rPr lang="en-ID" sz="1600" dirty="0" err="1"/>
              <a:t>meningkatkan</a:t>
            </a:r>
            <a:r>
              <a:rPr lang="en-ID" sz="1600" dirty="0"/>
              <a:t> </a:t>
            </a:r>
            <a:r>
              <a:rPr lang="en-ID" sz="1600" dirty="0" err="1"/>
              <a:t>kemungkinan</a:t>
            </a:r>
            <a:r>
              <a:rPr lang="en-ID" sz="1600" dirty="0"/>
              <a:t> </a:t>
            </a:r>
            <a:r>
              <a:rPr lang="en-ID" sz="1600" dirty="0" err="1"/>
              <a:t>individu</a:t>
            </a:r>
            <a:r>
              <a:rPr lang="en-ID" sz="1600" dirty="0"/>
              <a:t> </a:t>
            </a:r>
            <a:r>
              <a:rPr lang="en-ID" sz="1600" dirty="0" err="1"/>
              <a:t>mencari</a:t>
            </a:r>
            <a:r>
              <a:rPr lang="en-ID" sz="1600" dirty="0"/>
              <a:t> </a:t>
            </a:r>
            <a:r>
              <a:rPr lang="en-ID" sz="1600" dirty="0" err="1"/>
              <a:t>bantuan</a:t>
            </a:r>
            <a:r>
              <a:rPr lang="en-ID" sz="1600" dirty="0"/>
              <a:t> </a:t>
            </a:r>
            <a:r>
              <a:rPr lang="en-ID" sz="1600" dirty="0" err="1"/>
              <a:t>lebih</a:t>
            </a:r>
            <a:r>
              <a:rPr lang="en-ID" sz="1600" dirty="0"/>
              <a:t> </a:t>
            </a:r>
            <a:r>
              <a:rPr lang="en-ID" sz="1600" dirty="0" err="1"/>
              <a:t>awal</a:t>
            </a:r>
            <a:r>
              <a:rPr lang="en-ID" sz="1600" dirty="0"/>
              <a:t>. Ini </a:t>
            </a:r>
            <a:r>
              <a:rPr lang="en-ID" sz="1600" dirty="0" err="1"/>
              <a:t>merupakan</a:t>
            </a:r>
            <a:r>
              <a:rPr lang="en-ID" sz="1600" dirty="0"/>
              <a:t> </a:t>
            </a:r>
            <a:r>
              <a:rPr lang="en-ID" sz="1600" dirty="0" err="1"/>
              <a:t>komponen</a:t>
            </a:r>
            <a:r>
              <a:rPr lang="en-ID" sz="1600" dirty="0"/>
              <a:t> </a:t>
            </a:r>
            <a:r>
              <a:rPr lang="en-ID" sz="1600" dirty="0" err="1"/>
              <a:t>penting</a:t>
            </a:r>
            <a:r>
              <a:rPr lang="en-ID" sz="1600" dirty="0"/>
              <a:t> </a:t>
            </a:r>
            <a:r>
              <a:rPr lang="en-ID" sz="1600" dirty="0" err="1"/>
              <a:t>dari</a:t>
            </a:r>
            <a:r>
              <a:rPr lang="en-ID" sz="1600" dirty="0"/>
              <a:t> </a:t>
            </a:r>
            <a:r>
              <a:rPr lang="en-ID" sz="1600" dirty="0" err="1"/>
              <a:t>pencegahan</a:t>
            </a:r>
            <a:r>
              <a:rPr lang="en-ID" sz="1600" dirty="0"/>
              <a:t> yang </a:t>
            </a:r>
            <a:r>
              <a:rPr lang="en-ID" sz="1600" dirty="0" err="1"/>
              <a:t>efektif</a:t>
            </a:r>
            <a:r>
              <a:rPr lang="en-ID" sz="1600" dirty="0"/>
              <a:t>. </a:t>
            </a:r>
          </a:p>
          <a:p>
            <a:r>
              <a:rPr lang="en-ID" sz="1600" b="1" dirty="0" err="1"/>
              <a:t>Dukungan</a:t>
            </a:r>
            <a:r>
              <a:rPr lang="en-ID" sz="1600" b="1" dirty="0"/>
              <a:t> </a:t>
            </a:r>
            <a:r>
              <a:rPr lang="en-ID" sz="1600" b="1" dirty="0" err="1"/>
              <a:t>sosial</a:t>
            </a:r>
            <a:r>
              <a:rPr lang="en-ID" sz="1600" b="1" dirty="0"/>
              <a:t> sangat </a:t>
            </a:r>
            <a:r>
              <a:rPr lang="en-ID" sz="1600" b="1" dirty="0" err="1"/>
              <a:t>menentukan</a:t>
            </a:r>
            <a:r>
              <a:rPr lang="en-ID" sz="1600" b="1" dirty="0"/>
              <a:t>. </a:t>
            </a:r>
            <a:r>
              <a:rPr lang="en-ID" sz="1600" dirty="0" err="1"/>
              <a:t>Keluarga</a:t>
            </a:r>
            <a:r>
              <a:rPr lang="en-ID" sz="1600" dirty="0"/>
              <a:t>, </a:t>
            </a:r>
            <a:r>
              <a:rPr lang="en-ID" sz="1600" dirty="0" err="1"/>
              <a:t>sekolah</a:t>
            </a:r>
            <a:r>
              <a:rPr lang="en-ID" sz="1600" dirty="0"/>
              <a:t>, </a:t>
            </a:r>
            <a:r>
              <a:rPr lang="en-ID" sz="1600" dirty="0" err="1"/>
              <a:t>kampus</a:t>
            </a:r>
            <a:r>
              <a:rPr lang="en-ID" sz="1600" dirty="0"/>
              <a:t>, dan </a:t>
            </a:r>
            <a:r>
              <a:rPr lang="en-ID" sz="1600" dirty="0" err="1"/>
              <a:t>masyarakat</a:t>
            </a:r>
            <a:r>
              <a:rPr lang="en-ID" sz="1600" dirty="0"/>
              <a:t> </a:t>
            </a:r>
            <a:r>
              <a:rPr lang="en-ID" sz="1600" dirty="0" err="1"/>
              <a:t>dapat</a:t>
            </a:r>
            <a:r>
              <a:rPr lang="en-ID" sz="1600" dirty="0"/>
              <a:t> </a:t>
            </a:r>
            <a:r>
              <a:rPr lang="en-ID" sz="1600" dirty="0" err="1"/>
              <a:t>menjadi</a:t>
            </a:r>
            <a:r>
              <a:rPr lang="en-ID" sz="1600" dirty="0"/>
              <a:t> </a:t>
            </a:r>
            <a:r>
              <a:rPr lang="en-ID" sz="1600" dirty="0" err="1"/>
              <a:t>faktor</a:t>
            </a:r>
            <a:r>
              <a:rPr lang="en-ID" sz="1600" dirty="0"/>
              <a:t> </a:t>
            </a:r>
            <a:r>
              <a:rPr lang="en-ID" sz="1600" dirty="0" err="1"/>
              <a:t>pelindung</a:t>
            </a:r>
            <a:r>
              <a:rPr lang="en-ID" sz="1600" dirty="0"/>
              <a:t> yang </a:t>
            </a:r>
            <a:r>
              <a:rPr lang="en-ID" sz="1600" dirty="0" err="1"/>
              <a:t>kuat</a:t>
            </a:r>
            <a:r>
              <a:rPr lang="en-ID" sz="1600" dirty="0"/>
              <a:t> </a:t>
            </a:r>
            <a:r>
              <a:rPr lang="en-ID" sz="1600" dirty="0" err="1"/>
              <a:t>bila</a:t>
            </a:r>
            <a:r>
              <a:rPr lang="en-ID" sz="1600" dirty="0"/>
              <a:t> </a:t>
            </a:r>
            <a:r>
              <a:rPr lang="en-ID" sz="1600" dirty="0" err="1"/>
              <a:t>bersikap</a:t>
            </a:r>
            <a:r>
              <a:rPr lang="en-ID" sz="1600" dirty="0"/>
              <a:t> </a:t>
            </a:r>
            <a:r>
              <a:rPr lang="en-ID" sz="1600" dirty="0" err="1"/>
              <a:t>suportif</a:t>
            </a:r>
            <a:r>
              <a:rPr lang="en-ID" sz="1600" dirty="0"/>
              <a:t>. </a:t>
            </a:r>
            <a:r>
              <a:rPr lang="en-ID" sz="1600" dirty="0" err="1"/>
              <a:t>Sebaliknya</a:t>
            </a:r>
            <a:r>
              <a:rPr lang="en-ID" sz="1600" dirty="0"/>
              <a:t>, stigma dan </a:t>
            </a:r>
            <a:r>
              <a:rPr lang="en-ID" sz="1600" dirty="0" err="1"/>
              <a:t>penolakan</a:t>
            </a:r>
            <a:r>
              <a:rPr lang="en-ID" sz="1600" dirty="0"/>
              <a:t> </a:t>
            </a:r>
            <a:r>
              <a:rPr lang="en-ID" sz="1600" dirty="0" err="1"/>
              <a:t>justru</a:t>
            </a:r>
            <a:r>
              <a:rPr lang="en-ID" sz="1600" dirty="0"/>
              <a:t> </a:t>
            </a:r>
            <a:r>
              <a:rPr lang="en-ID" sz="1600" dirty="0" err="1"/>
              <a:t>memperburuk</a:t>
            </a:r>
            <a:r>
              <a:rPr lang="en-ID" sz="1600" dirty="0"/>
              <a:t> </a:t>
            </a:r>
            <a:r>
              <a:rPr lang="en-ID" sz="1600" dirty="0" err="1"/>
              <a:t>dampak</a:t>
            </a:r>
            <a:r>
              <a:rPr lang="en-ID" sz="1600" dirty="0"/>
              <a:t>. </a:t>
            </a:r>
          </a:p>
          <a:p>
            <a:r>
              <a:rPr lang="en-ID" sz="1600" b="1" dirty="0" err="1"/>
              <a:t>Pendekatan</a:t>
            </a:r>
            <a:r>
              <a:rPr lang="en-ID" sz="1600" b="1" dirty="0"/>
              <a:t> </a:t>
            </a:r>
            <a:r>
              <a:rPr lang="en-ID" sz="1600" b="1" dirty="0" err="1"/>
              <a:t>promotif</a:t>
            </a:r>
            <a:r>
              <a:rPr lang="en-ID" sz="1600" b="1" dirty="0"/>
              <a:t>, </a:t>
            </a:r>
            <a:r>
              <a:rPr lang="en-ID" sz="1600" b="1" dirty="0" err="1"/>
              <a:t>preventif</a:t>
            </a:r>
            <a:r>
              <a:rPr lang="en-ID" sz="1600" b="1" dirty="0"/>
              <a:t>, dan </a:t>
            </a:r>
            <a:r>
              <a:rPr lang="en-ID" sz="1600" b="1" dirty="0" err="1"/>
              <a:t>suportif</a:t>
            </a:r>
            <a:r>
              <a:rPr lang="en-ID" sz="1600" b="1" dirty="0"/>
              <a:t> </a:t>
            </a:r>
            <a:r>
              <a:rPr lang="en-ID" sz="1600" b="1" dirty="0" err="1"/>
              <a:t>harus</a:t>
            </a:r>
            <a:r>
              <a:rPr lang="en-ID" sz="1600" b="1" dirty="0"/>
              <a:t> </a:t>
            </a:r>
            <a:r>
              <a:rPr lang="en-ID" sz="1600" b="1" dirty="0" err="1"/>
              <a:t>berjalan</a:t>
            </a:r>
            <a:r>
              <a:rPr lang="en-ID" sz="1600" b="1" dirty="0"/>
              <a:t> </a:t>
            </a:r>
            <a:r>
              <a:rPr lang="en-ID" sz="1600" b="1" dirty="0" err="1"/>
              <a:t>bersama</a:t>
            </a:r>
            <a:r>
              <a:rPr lang="en-ID" sz="1600" b="1" dirty="0"/>
              <a:t>. </a:t>
            </a:r>
            <a:r>
              <a:rPr lang="en-ID" sz="1600" dirty="0" err="1"/>
              <a:t>Pendekatan</a:t>
            </a:r>
            <a:r>
              <a:rPr lang="en-ID" sz="1600" dirty="0"/>
              <a:t> </a:t>
            </a:r>
            <a:r>
              <a:rPr lang="en-ID" sz="1600" dirty="0" err="1"/>
              <a:t>promotif</a:t>
            </a:r>
            <a:r>
              <a:rPr lang="en-ID" sz="1600" dirty="0"/>
              <a:t> </a:t>
            </a:r>
            <a:r>
              <a:rPr lang="en-ID" sz="1600" dirty="0" err="1"/>
              <a:t>membangun</a:t>
            </a:r>
            <a:r>
              <a:rPr lang="en-ID" sz="1600" dirty="0"/>
              <a:t> </a:t>
            </a:r>
            <a:r>
              <a:rPr lang="en-ID" sz="1600" dirty="0" err="1"/>
              <a:t>pengetahuan</a:t>
            </a:r>
            <a:r>
              <a:rPr lang="en-ID" sz="1600" dirty="0"/>
              <a:t> dan </a:t>
            </a:r>
            <a:r>
              <a:rPr lang="en-ID" sz="1600" dirty="0" err="1"/>
              <a:t>kesadaran</a:t>
            </a:r>
            <a:r>
              <a:rPr lang="en-ID" sz="1600" dirty="0"/>
              <a:t>, </a:t>
            </a:r>
            <a:r>
              <a:rPr lang="en-ID" sz="1600" dirty="0" err="1"/>
              <a:t>pendekatan</a:t>
            </a:r>
            <a:r>
              <a:rPr lang="en-ID" sz="1600" dirty="0"/>
              <a:t> </a:t>
            </a:r>
            <a:r>
              <a:rPr lang="en-ID" sz="1600" dirty="0" err="1"/>
              <a:t>preventif</a:t>
            </a:r>
            <a:r>
              <a:rPr lang="en-ID" sz="1600" dirty="0"/>
              <a:t> </a:t>
            </a:r>
            <a:r>
              <a:rPr lang="en-ID" sz="1600" dirty="0" err="1"/>
              <a:t>menurunkan</a:t>
            </a:r>
            <a:r>
              <a:rPr lang="en-ID" sz="1600" dirty="0"/>
              <a:t> </a:t>
            </a:r>
            <a:r>
              <a:rPr lang="en-ID" sz="1600" dirty="0" err="1"/>
              <a:t>risiko</a:t>
            </a:r>
            <a:r>
              <a:rPr lang="en-ID" sz="1600" dirty="0"/>
              <a:t> </a:t>
            </a:r>
            <a:r>
              <a:rPr lang="en-ID" sz="1600" dirty="0" err="1"/>
              <a:t>sebelum</a:t>
            </a:r>
            <a:r>
              <a:rPr lang="en-ID" sz="1600" dirty="0"/>
              <a:t> </a:t>
            </a:r>
            <a:r>
              <a:rPr lang="en-ID" sz="1600" dirty="0" err="1"/>
              <a:t>masalah</a:t>
            </a:r>
            <a:r>
              <a:rPr lang="en-ID" sz="1600" dirty="0"/>
              <a:t> </a:t>
            </a:r>
            <a:r>
              <a:rPr lang="en-ID" sz="1600" dirty="0" err="1"/>
              <a:t>terjadi</a:t>
            </a:r>
            <a:r>
              <a:rPr lang="en-ID" sz="1600" dirty="0"/>
              <a:t>, dan </a:t>
            </a:r>
            <a:r>
              <a:rPr lang="en-ID" sz="1600" dirty="0" err="1"/>
              <a:t>pendekatan</a:t>
            </a:r>
            <a:r>
              <a:rPr lang="en-ID" sz="1600" dirty="0"/>
              <a:t> </a:t>
            </a:r>
            <a:r>
              <a:rPr lang="en-ID" sz="1600" dirty="0" err="1"/>
              <a:t>suportif</a:t>
            </a:r>
            <a:r>
              <a:rPr lang="en-ID" sz="1600" dirty="0"/>
              <a:t> </a:t>
            </a:r>
            <a:r>
              <a:rPr lang="en-ID" sz="1600" dirty="0" err="1"/>
              <a:t>melindungi</a:t>
            </a:r>
            <a:r>
              <a:rPr lang="en-ID" sz="1600" dirty="0"/>
              <a:t> </a:t>
            </a:r>
            <a:r>
              <a:rPr lang="en-ID" sz="1600" dirty="0" err="1"/>
              <a:t>individu</a:t>
            </a:r>
            <a:r>
              <a:rPr lang="en-ID" sz="1600" dirty="0"/>
              <a:t> yang </a:t>
            </a:r>
            <a:r>
              <a:rPr lang="en-ID" sz="1600" dirty="0" err="1"/>
              <a:t>sudah</a:t>
            </a:r>
            <a:r>
              <a:rPr lang="en-ID" sz="1600" dirty="0"/>
              <a:t> </a:t>
            </a:r>
            <a:r>
              <a:rPr lang="en-ID" sz="1600" dirty="0" err="1"/>
              <a:t>terdampak</a:t>
            </a:r>
            <a:r>
              <a:rPr lang="en-ID" sz="1600" dirty="0"/>
              <a:t>. </a:t>
            </a:r>
            <a:r>
              <a:rPr lang="en-ID" sz="1600" dirty="0" err="1"/>
              <a:t>Ketiga</a:t>
            </a:r>
            <a:r>
              <a:rPr lang="en-ID" sz="1600" dirty="0"/>
              <a:t> </a:t>
            </a:r>
            <a:r>
              <a:rPr lang="en-ID" sz="1600" dirty="0" err="1"/>
              <a:t>pendekatan</a:t>
            </a:r>
            <a:r>
              <a:rPr lang="en-ID" sz="1600" dirty="0"/>
              <a:t> </a:t>
            </a:r>
            <a:r>
              <a:rPr lang="en-ID" sz="1600" dirty="0" err="1"/>
              <a:t>ini</a:t>
            </a:r>
            <a:r>
              <a:rPr lang="en-ID" sz="1600" dirty="0"/>
              <a:t> </a:t>
            </a:r>
            <a:r>
              <a:rPr lang="en-ID" sz="1600" dirty="0" err="1"/>
              <a:t>harus</a:t>
            </a:r>
            <a:r>
              <a:rPr lang="en-ID" sz="1600" dirty="0"/>
              <a:t> </a:t>
            </a:r>
            <a:r>
              <a:rPr lang="en-ID" sz="1600" dirty="0" err="1"/>
              <a:t>berjalan</a:t>
            </a:r>
            <a:r>
              <a:rPr lang="en-ID" sz="1600" dirty="0"/>
              <a:t> </a:t>
            </a:r>
            <a:r>
              <a:rPr lang="en-ID" sz="1600" dirty="0" err="1"/>
              <a:t>secara</a:t>
            </a:r>
            <a:r>
              <a:rPr lang="en-ID" sz="1600" dirty="0"/>
              <a:t> </a:t>
            </a:r>
            <a:r>
              <a:rPr lang="en-ID" sz="1600" dirty="0" err="1"/>
              <a:t>terintegrasi</a:t>
            </a:r>
            <a:r>
              <a:rPr lang="en-ID" sz="1600"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Contoh</a:t>
            </a:r>
            <a:r>
              <a:rPr lang="en-US" b="1" dirty="0"/>
              <a:t> Kasus</a:t>
            </a:r>
            <a:endParaRPr b="1" dirty="0"/>
          </a:p>
        </p:txBody>
      </p:sp>
      <p:sp>
        <p:nvSpPr>
          <p:cNvPr id="3" name="Content Placeholder 2"/>
          <p:cNvSpPr>
            <a:spLocks noGrp="1"/>
          </p:cNvSpPr>
          <p:nvPr>
            <p:ph idx="1"/>
          </p:nvPr>
        </p:nvSpPr>
        <p:spPr>
          <a:xfrm>
            <a:off x="221225" y="1344561"/>
            <a:ext cx="8558981" cy="4525963"/>
          </a:xfrm>
        </p:spPr>
        <p:txBody>
          <a:bodyPr>
            <a:noAutofit/>
          </a:bodyPr>
          <a:lstStyle/>
          <a:p>
            <a:pPr algn="just"/>
            <a:r>
              <a:rPr lang="en-ID" sz="1900" dirty="0" err="1"/>
              <a:t>Seorang</a:t>
            </a:r>
            <a:r>
              <a:rPr lang="en-ID" sz="1900" dirty="0"/>
              <a:t> </a:t>
            </a:r>
            <a:r>
              <a:rPr lang="en-ID" sz="1900" dirty="0" err="1"/>
              <a:t>perempuan</a:t>
            </a:r>
            <a:r>
              <a:rPr lang="en-ID" sz="1900" dirty="0"/>
              <a:t> </a:t>
            </a:r>
            <a:r>
              <a:rPr lang="en-ID" sz="1900" dirty="0" err="1"/>
              <a:t>berusia</a:t>
            </a:r>
            <a:r>
              <a:rPr lang="en-ID" sz="1900" dirty="0"/>
              <a:t> 19 </a:t>
            </a:r>
            <a:r>
              <a:rPr lang="en-ID" sz="1900" dirty="0" err="1"/>
              <a:t>tahun</a:t>
            </a:r>
            <a:r>
              <a:rPr lang="en-ID" sz="1900" dirty="0"/>
              <a:t>, </a:t>
            </a:r>
            <a:r>
              <a:rPr lang="en-ID" sz="1900" dirty="0" err="1"/>
              <a:t>mahasiswa</a:t>
            </a:r>
            <a:r>
              <a:rPr lang="en-ID" sz="1900" dirty="0"/>
              <a:t> </a:t>
            </a:r>
            <a:r>
              <a:rPr lang="en-ID" sz="1900" dirty="0" err="1"/>
              <a:t>tahun</a:t>
            </a:r>
            <a:r>
              <a:rPr lang="en-ID" sz="1900" dirty="0"/>
              <a:t> </a:t>
            </a:r>
            <a:r>
              <a:rPr lang="en-ID" sz="1900" dirty="0" err="1"/>
              <a:t>pertama</a:t>
            </a:r>
            <a:r>
              <a:rPr lang="en-ID" sz="1900" dirty="0"/>
              <a:t>, </a:t>
            </a:r>
            <a:r>
              <a:rPr lang="en-ID" sz="1900" dirty="0" err="1"/>
              <a:t>datang</a:t>
            </a:r>
            <a:r>
              <a:rPr lang="en-ID" sz="1900" dirty="0"/>
              <a:t> </a:t>
            </a:r>
            <a:r>
              <a:rPr lang="en-ID" sz="1900" dirty="0" err="1"/>
              <a:t>ke</a:t>
            </a:r>
            <a:r>
              <a:rPr lang="en-ID" sz="1900" dirty="0"/>
              <a:t> </a:t>
            </a:r>
            <a:r>
              <a:rPr lang="en-ID" sz="1900" dirty="0" err="1"/>
              <a:t>puskesmas</a:t>
            </a:r>
            <a:r>
              <a:rPr lang="en-ID" sz="1900" dirty="0"/>
              <a:t> </a:t>
            </a:r>
            <a:r>
              <a:rPr lang="en-ID" sz="1900" dirty="0" err="1"/>
              <a:t>dengan</a:t>
            </a:r>
            <a:r>
              <a:rPr lang="en-ID" sz="1900" dirty="0"/>
              <a:t> </a:t>
            </a:r>
            <a:r>
              <a:rPr lang="en-ID" sz="1900" dirty="0" err="1"/>
              <a:t>keluhan</a:t>
            </a:r>
            <a:r>
              <a:rPr lang="en-ID" sz="1900" dirty="0"/>
              <a:t> </a:t>
            </a:r>
            <a:r>
              <a:rPr lang="en-ID" sz="1900" dirty="0" err="1"/>
              <a:t>mual</a:t>
            </a:r>
            <a:r>
              <a:rPr lang="en-ID" sz="1900" dirty="0"/>
              <a:t>, </a:t>
            </a:r>
            <a:r>
              <a:rPr lang="en-ID" sz="1900" dirty="0" err="1"/>
              <a:t>terlambat</a:t>
            </a:r>
            <a:r>
              <a:rPr lang="en-ID" sz="1900" dirty="0"/>
              <a:t> </a:t>
            </a:r>
            <a:r>
              <a:rPr lang="en-ID" sz="1900" dirty="0" err="1"/>
              <a:t>menstruasi</a:t>
            </a:r>
            <a:r>
              <a:rPr lang="en-ID" sz="1900" dirty="0"/>
              <a:t> </a:t>
            </a:r>
            <a:r>
              <a:rPr lang="en-ID" sz="1900" dirty="0" err="1"/>
              <a:t>selama</a:t>
            </a:r>
            <a:r>
              <a:rPr lang="en-ID" sz="1900" dirty="0"/>
              <a:t> 2 </a:t>
            </a:r>
            <a:r>
              <a:rPr lang="en-ID" sz="1900" dirty="0" err="1"/>
              <a:t>bulan</a:t>
            </a:r>
            <a:r>
              <a:rPr lang="en-ID" sz="1900" dirty="0"/>
              <a:t>, dan </a:t>
            </a:r>
            <a:r>
              <a:rPr lang="en-ID" sz="1900" dirty="0" err="1"/>
              <a:t>perasaan</a:t>
            </a:r>
            <a:r>
              <a:rPr lang="en-ID" sz="1900" dirty="0"/>
              <a:t> </a:t>
            </a:r>
            <a:r>
              <a:rPr lang="en-ID" sz="1900" dirty="0" err="1"/>
              <a:t>cemas</a:t>
            </a:r>
            <a:r>
              <a:rPr lang="en-ID" sz="1900" dirty="0"/>
              <a:t> yang </a:t>
            </a:r>
            <a:r>
              <a:rPr lang="en-ID" sz="1900" dirty="0" err="1"/>
              <a:t>berlebihan</a:t>
            </a:r>
            <a:r>
              <a:rPr lang="en-ID" sz="1900" dirty="0"/>
              <a:t>. </a:t>
            </a:r>
            <a:r>
              <a:rPr lang="en-ID" sz="1900" dirty="0" err="1"/>
              <a:t>Setelah</a:t>
            </a:r>
            <a:r>
              <a:rPr lang="en-ID" sz="1900" dirty="0"/>
              <a:t> </a:t>
            </a:r>
            <a:r>
              <a:rPr lang="en-ID" sz="1900" dirty="0" err="1"/>
              <a:t>dilakukan</a:t>
            </a:r>
            <a:r>
              <a:rPr lang="en-ID" sz="1900" dirty="0"/>
              <a:t> </a:t>
            </a:r>
            <a:r>
              <a:rPr lang="en-ID" sz="1900" dirty="0" err="1"/>
              <a:t>pemeriksaan</a:t>
            </a:r>
            <a:r>
              <a:rPr lang="en-ID" sz="1900" dirty="0"/>
              <a:t>, </a:t>
            </a:r>
            <a:r>
              <a:rPr lang="en-ID" sz="1900" dirty="0" err="1"/>
              <a:t>diketahui</a:t>
            </a:r>
            <a:r>
              <a:rPr lang="en-ID" sz="1900" dirty="0"/>
              <a:t> </a:t>
            </a:r>
            <a:r>
              <a:rPr lang="en-ID" sz="1900" dirty="0" err="1"/>
              <a:t>bahwa</a:t>
            </a:r>
            <a:r>
              <a:rPr lang="en-ID" sz="1900" dirty="0"/>
              <a:t> </a:t>
            </a:r>
            <a:r>
              <a:rPr lang="en-ID" sz="1900" dirty="0" err="1"/>
              <a:t>ia</a:t>
            </a:r>
            <a:r>
              <a:rPr lang="en-ID" sz="1900" dirty="0"/>
              <a:t> </a:t>
            </a:r>
            <a:r>
              <a:rPr lang="en-ID" sz="1900" dirty="0" err="1"/>
              <a:t>sedang</a:t>
            </a:r>
            <a:r>
              <a:rPr lang="en-ID" sz="1900" dirty="0"/>
              <a:t> </a:t>
            </a:r>
            <a:r>
              <a:rPr lang="en-ID" sz="1900" dirty="0" err="1"/>
              <a:t>hamil</a:t>
            </a:r>
            <a:r>
              <a:rPr lang="en-ID" sz="1900" dirty="0"/>
              <a:t> </a:t>
            </a:r>
            <a:r>
              <a:rPr lang="en-ID" sz="1900" dirty="0" err="1"/>
              <a:t>dengan</a:t>
            </a:r>
            <a:r>
              <a:rPr lang="en-ID" sz="1900" dirty="0"/>
              <a:t> </a:t>
            </a:r>
            <a:r>
              <a:rPr lang="en-ID" sz="1900" dirty="0" err="1"/>
              <a:t>usia</a:t>
            </a:r>
            <a:r>
              <a:rPr lang="en-ID" sz="1900" dirty="0"/>
              <a:t> </a:t>
            </a:r>
            <a:r>
              <a:rPr lang="en-ID" sz="1900" dirty="0" err="1"/>
              <a:t>kehamilan</a:t>
            </a:r>
            <a:r>
              <a:rPr lang="en-ID" sz="1900" dirty="0"/>
              <a:t> </a:t>
            </a:r>
            <a:r>
              <a:rPr lang="en-ID" sz="1900" dirty="0" err="1"/>
              <a:t>sekitar</a:t>
            </a:r>
            <a:r>
              <a:rPr lang="en-ID" sz="1900" dirty="0"/>
              <a:t> 8 </a:t>
            </a:r>
            <a:r>
              <a:rPr lang="en-ID" sz="1900" dirty="0" err="1"/>
              <a:t>minggu</a:t>
            </a:r>
            <a:r>
              <a:rPr lang="en-ID" sz="1900" dirty="0"/>
              <a:t>. </a:t>
            </a:r>
            <a:r>
              <a:rPr lang="en-ID" sz="1900" dirty="0" err="1"/>
              <a:t>Pasien</a:t>
            </a:r>
            <a:r>
              <a:rPr lang="en-ID" sz="1900" dirty="0"/>
              <a:t> </a:t>
            </a:r>
            <a:r>
              <a:rPr lang="en-ID" sz="1900" dirty="0" err="1"/>
              <a:t>mengaku</a:t>
            </a:r>
            <a:r>
              <a:rPr lang="en-ID" sz="1900" dirty="0"/>
              <a:t> </a:t>
            </a:r>
            <a:r>
              <a:rPr lang="en-ID" sz="1900" dirty="0" err="1"/>
              <a:t>bahwa</a:t>
            </a:r>
            <a:r>
              <a:rPr lang="en-ID" sz="1900" dirty="0"/>
              <a:t> </a:t>
            </a:r>
            <a:r>
              <a:rPr lang="en-ID" sz="1900" dirty="0" err="1"/>
              <a:t>kehamilan</a:t>
            </a:r>
            <a:r>
              <a:rPr lang="en-ID" sz="1900" dirty="0"/>
              <a:t> </a:t>
            </a:r>
            <a:r>
              <a:rPr lang="en-ID" sz="1900" dirty="0" err="1"/>
              <a:t>tersebut</a:t>
            </a:r>
            <a:r>
              <a:rPr lang="en-ID" sz="1900" dirty="0"/>
              <a:t> </a:t>
            </a:r>
            <a:r>
              <a:rPr lang="en-ID" sz="1900" dirty="0" err="1"/>
              <a:t>tidak</a:t>
            </a:r>
            <a:r>
              <a:rPr lang="en-ID" sz="1900" dirty="0"/>
              <a:t> </a:t>
            </a:r>
            <a:r>
              <a:rPr lang="en-ID" sz="1900" dirty="0" err="1"/>
              <a:t>direncanakan</a:t>
            </a:r>
            <a:r>
              <a:rPr lang="en-ID" sz="1900" dirty="0"/>
              <a:t> dan </a:t>
            </a:r>
            <a:r>
              <a:rPr lang="en-ID" sz="1900" dirty="0" err="1"/>
              <a:t>terjadi</a:t>
            </a:r>
            <a:r>
              <a:rPr lang="en-ID" sz="1900" dirty="0"/>
              <a:t> </a:t>
            </a:r>
            <a:r>
              <a:rPr lang="en-ID" sz="1900" dirty="0" err="1"/>
              <a:t>akibat</a:t>
            </a:r>
            <a:r>
              <a:rPr lang="en-ID" sz="1900" dirty="0"/>
              <a:t> </a:t>
            </a:r>
            <a:r>
              <a:rPr lang="en-ID" sz="1900" dirty="0" err="1"/>
              <a:t>hubungan</a:t>
            </a:r>
            <a:r>
              <a:rPr lang="en-ID" sz="1900" dirty="0"/>
              <a:t> </a:t>
            </a:r>
            <a:r>
              <a:rPr lang="en-ID" sz="1900" dirty="0" err="1"/>
              <a:t>seksual</a:t>
            </a:r>
            <a:r>
              <a:rPr lang="en-ID" sz="1900" dirty="0"/>
              <a:t> </a:t>
            </a:r>
            <a:r>
              <a:rPr lang="en-ID" sz="1900" dirty="0" err="1"/>
              <a:t>dengan</a:t>
            </a:r>
            <a:r>
              <a:rPr lang="en-ID" sz="1900" dirty="0"/>
              <a:t> </a:t>
            </a:r>
            <a:r>
              <a:rPr lang="en-ID" sz="1900" dirty="0" err="1"/>
              <a:t>pasangannya</a:t>
            </a:r>
            <a:r>
              <a:rPr lang="en-ID" sz="1900" dirty="0"/>
              <a:t> </a:t>
            </a:r>
            <a:r>
              <a:rPr lang="en-ID" sz="1900" dirty="0" err="1"/>
              <a:t>tanpa</a:t>
            </a:r>
            <a:r>
              <a:rPr lang="en-ID" sz="1900" dirty="0"/>
              <a:t> </a:t>
            </a:r>
            <a:r>
              <a:rPr lang="en-ID" sz="1900" dirty="0" err="1"/>
              <a:t>menggunakan</a:t>
            </a:r>
            <a:r>
              <a:rPr lang="en-ID" sz="1900" dirty="0"/>
              <a:t> </a:t>
            </a:r>
            <a:r>
              <a:rPr lang="en-ID" sz="1900" dirty="0" err="1"/>
              <a:t>kontrasepsi</a:t>
            </a:r>
            <a:r>
              <a:rPr lang="en-ID" sz="1900" dirty="0"/>
              <a:t>.</a:t>
            </a:r>
          </a:p>
          <a:p>
            <a:pPr algn="just"/>
            <a:r>
              <a:rPr lang="en-ID" sz="1900" dirty="0" err="1"/>
              <a:t>Pasien</a:t>
            </a:r>
            <a:r>
              <a:rPr lang="en-ID" sz="1900" dirty="0"/>
              <a:t> </a:t>
            </a:r>
            <a:r>
              <a:rPr lang="en-ID" sz="1900" dirty="0" err="1"/>
              <a:t>menyatakan</a:t>
            </a:r>
            <a:r>
              <a:rPr lang="en-ID" sz="1900" dirty="0"/>
              <a:t> </a:t>
            </a:r>
            <a:r>
              <a:rPr lang="en-ID" sz="1900" dirty="0" err="1"/>
              <a:t>bahwa</a:t>
            </a:r>
            <a:r>
              <a:rPr lang="en-ID" sz="1900" dirty="0"/>
              <a:t> </a:t>
            </a:r>
            <a:r>
              <a:rPr lang="en-ID" sz="1900" dirty="0" err="1"/>
              <a:t>ia</a:t>
            </a:r>
            <a:r>
              <a:rPr lang="en-ID" sz="1900" dirty="0"/>
              <a:t> </a:t>
            </a:r>
            <a:r>
              <a:rPr lang="en-ID" sz="1900" dirty="0" err="1"/>
              <a:t>belum</a:t>
            </a:r>
            <a:r>
              <a:rPr lang="en-ID" sz="1900" dirty="0"/>
              <a:t> </a:t>
            </a:r>
            <a:r>
              <a:rPr lang="en-ID" sz="1900" dirty="0" err="1"/>
              <a:t>siap</a:t>
            </a:r>
            <a:r>
              <a:rPr lang="en-ID" sz="1900" dirty="0"/>
              <a:t> </a:t>
            </a:r>
            <a:r>
              <a:rPr lang="en-ID" sz="1900" dirty="0" err="1"/>
              <a:t>secara</a:t>
            </a:r>
            <a:r>
              <a:rPr lang="en-ID" sz="1900" dirty="0"/>
              <a:t> mental </a:t>
            </a:r>
            <a:r>
              <a:rPr lang="en-ID" sz="1900" dirty="0" err="1"/>
              <a:t>maupun</a:t>
            </a:r>
            <a:r>
              <a:rPr lang="en-ID" sz="1900" dirty="0"/>
              <a:t> </a:t>
            </a:r>
            <a:r>
              <a:rPr lang="en-ID" sz="1900" dirty="0" err="1"/>
              <a:t>ekonomi</a:t>
            </a:r>
            <a:r>
              <a:rPr lang="en-ID" sz="1900" dirty="0"/>
              <a:t> </a:t>
            </a:r>
            <a:r>
              <a:rPr lang="en-ID" sz="1900" dirty="0" err="1"/>
              <a:t>untuk</a:t>
            </a:r>
            <a:r>
              <a:rPr lang="en-ID" sz="1900" dirty="0"/>
              <a:t> </a:t>
            </a:r>
            <a:r>
              <a:rPr lang="en-ID" sz="1900" dirty="0" err="1"/>
              <a:t>menjalani</a:t>
            </a:r>
            <a:r>
              <a:rPr lang="en-ID" sz="1900" dirty="0"/>
              <a:t> </a:t>
            </a:r>
            <a:r>
              <a:rPr lang="en-ID" sz="1900" dirty="0" err="1"/>
              <a:t>kehamilan</a:t>
            </a:r>
            <a:r>
              <a:rPr lang="en-ID" sz="1900" dirty="0"/>
              <a:t> dan </a:t>
            </a:r>
            <a:r>
              <a:rPr lang="en-ID" sz="1900" dirty="0" err="1"/>
              <a:t>menjadi</a:t>
            </a:r>
            <a:r>
              <a:rPr lang="en-ID" sz="1900" dirty="0"/>
              <a:t> orang </a:t>
            </a:r>
            <a:r>
              <a:rPr lang="en-ID" sz="1900" dirty="0" err="1"/>
              <a:t>tua</a:t>
            </a:r>
            <a:r>
              <a:rPr lang="en-ID" sz="1900" dirty="0"/>
              <a:t>. Ia juga </a:t>
            </a:r>
            <a:r>
              <a:rPr lang="en-ID" sz="1900" dirty="0" err="1"/>
              <a:t>mengungkapkan</a:t>
            </a:r>
            <a:r>
              <a:rPr lang="en-ID" sz="1900" dirty="0"/>
              <a:t> </a:t>
            </a:r>
            <a:r>
              <a:rPr lang="en-ID" sz="1900" dirty="0" err="1"/>
              <a:t>ketakutan</a:t>
            </a:r>
            <a:r>
              <a:rPr lang="en-ID" sz="1900" dirty="0"/>
              <a:t> yang </a:t>
            </a:r>
            <a:r>
              <a:rPr lang="en-ID" sz="1900" dirty="0" err="1"/>
              <a:t>besar</a:t>
            </a:r>
            <a:r>
              <a:rPr lang="en-ID" sz="1900" dirty="0"/>
              <a:t> </a:t>
            </a:r>
            <a:r>
              <a:rPr lang="en-ID" sz="1900" dirty="0" err="1"/>
              <a:t>terhadap</a:t>
            </a:r>
            <a:r>
              <a:rPr lang="en-ID" sz="1900" dirty="0"/>
              <a:t> </a:t>
            </a:r>
            <a:r>
              <a:rPr lang="en-ID" sz="1900" dirty="0" err="1"/>
              <a:t>reaksi</a:t>
            </a:r>
            <a:r>
              <a:rPr lang="en-ID" sz="1900" dirty="0"/>
              <a:t> </a:t>
            </a:r>
            <a:r>
              <a:rPr lang="en-ID" sz="1900" dirty="0" err="1"/>
              <a:t>keluarganya</a:t>
            </a:r>
            <a:r>
              <a:rPr lang="en-ID" sz="1900" dirty="0"/>
              <a:t>, </a:t>
            </a:r>
            <a:r>
              <a:rPr lang="en-ID" sz="1900" dirty="0" err="1"/>
              <a:t>karena</a:t>
            </a:r>
            <a:r>
              <a:rPr lang="en-ID" sz="1900" dirty="0"/>
              <a:t> </a:t>
            </a:r>
            <a:r>
              <a:rPr lang="en-ID" sz="1900" dirty="0" err="1"/>
              <a:t>berasal</a:t>
            </a:r>
            <a:r>
              <a:rPr lang="en-ID" sz="1900" dirty="0"/>
              <a:t> </a:t>
            </a:r>
            <a:r>
              <a:rPr lang="en-ID" sz="1900" dirty="0" err="1"/>
              <a:t>dari</a:t>
            </a:r>
            <a:r>
              <a:rPr lang="en-ID" sz="1900" dirty="0"/>
              <a:t> </a:t>
            </a:r>
            <a:r>
              <a:rPr lang="en-ID" sz="1900" dirty="0" err="1"/>
              <a:t>lingkungan</a:t>
            </a:r>
            <a:r>
              <a:rPr lang="en-ID" sz="1900" dirty="0"/>
              <a:t> </a:t>
            </a:r>
            <a:r>
              <a:rPr lang="en-ID" sz="1900" dirty="0" err="1"/>
              <a:t>dengan</a:t>
            </a:r>
            <a:r>
              <a:rPr lang="en-ID" sz="1900" dirty="0"/>
              <a:t> norma </a:t>
            </a:r>
            <a:r>
              <a:rPr lang="en-ID" sz="1900" dirty="0" err="1"/>
              <a:t>sosial</a:t>
            </a:r>
            <a:r>
              <a:rPr lang="en-ID" sz="1900" dirty="0"/>
              <a:t> yang </a:t>
            </a:r>
            <a:r>
              <a:rPr lang="en-ID" sz="1900" dirty="0" err="1"/>
              <a:t>cukup</a:t>
            </a:r>
            <a:r>
              <a:rPr lang="en-ID" sz="1900" dirty="0"/>
              <a:t> </a:t>
            </a:r>
            <a:r>
              <a:rPr lang="en-ID" sz="1900" dirty="0" err="1"/>
              <a:t>ketat</a:t>
            </a:r>
            <a:r>
              <a:rPr lang="en-ID" sz="1900" dirty="0"/>
              <a:t> </a:t>
            </a:r>
            <a:r>
              <a:rPr lang="en-ID" sz="1900" dirty="0" err="1"/>
              <a:t>terkait</a:t>
            </a:r>
            <a:r>
              <a:rPr lang="en-ID" sz="1900" dirty="0"/>
              <a:t> </a:t>
            </a:r>
            <a:r>
              <a:rPr lang="en-ID" sz="1900" dirty="0" err="1"/>
              <a:t>kehamilan</a:t>
            </a:r>
            <a:r>
              <a:rPr lang="en-ID" sz="1900" dirty="0"/>
              <a:t> di </a:t>
            </a:r>
            <a:r>
              <a:rPr lang="en-ID" sz="1900" dirty="0" err="1"/>
              <a:t>luar</a:t>
            </a:r>
            <a:r>
              <a:rPr lang="en-ID" sz="1900" dirty="0"/>
              <a:t> </a:t>
            </a:r>
            <a:r>
              <a:rPr lang="en-ID" sz="1900" dirty="0" err="1"/>
              <a:t>pernikahan</a:t>
            </a:r>
            <a:r>
              <a:rPr lang="en-ID" sz="1900" dirty="0"/>
              <a:t>. Selain </a:t>
            </a:r>
            <a:r>
              <a:rPr lang="en-ID" sz="1900" dirty="0" err="1"/>
              <a:t>itu</a:t>
            </a:r>
            <a:r>
              <a:rPr lang="en-ID" sz="1900" dirty="0"/>
              <a:t>, </a:t>
            </a:r>
            <a:r>
              <a:rPr lang="en-ID" sz="1900" dirty="0" err="1"/>
              <a:t>pasien</a:t>
            </a:r>
            <a:r>
              <a:rPr lang="en-ID" sz="1900" dirty="0"/>
              <a:t> </a:t>
            </a:r>
            <a:r>
              <a:rPr lang="en-ID" sz="1900" dirty="0" err="1"/>
              <a:t>mulai</a:t>
            </a:r>
            <a:r>
              <a:rPr lang="en-ID" sz="1900" dirty="0"/>
              <a:t> </a:t>
            </a:r>
            <a:r>
              <a:rPr lang="en-ID" sz="1900" dirty="0" err="1"/>
              <a:t>mengalami</a:t>
            </a:r>
            <a:r>
              <a:rPr lang="en-ID" sz="1900" dirty="0"/>
              <a:t> </a:t>
            </a:r>
            <a:r>
              <a:rPr lang="en-ID" sz="1900" dirty="0" err="1"/>
              <a:t>gangguan</a:t>
            </a:r>
            <a:r>
              <a:rPr lang="en-ID" sz="1900" dirty="0"/>
              <a:t> </a:t>
            </a:r>
            <a:r>
              <a:rPr lang="en-ID" sz="1900" dirty="0" err="1"/>
              <a:t>tidur</a:t>
            </a:r>
            <a:r>
              <a:rPr lang="en-ID" sz="1900" dirty="0"/>
              <a:t>, </a:t>
            </a:r>
            <a:r>
              <a:rPr lang="en-ID" sz="1900" dirty="0" err="1"/>
              <a:t>penurunan</a:t>
            </a:r>
            <a:r>
              <a:rPr lang="en-ID" sz="1900" dirty="0"/>
              <a:t> </a:t>
            </a:r>
            <a:r>
              <a:rPr lang="en-ID" sz="1900" dirty="0" err="1"/>
              <a:t>nafsu</a:t>
            </a:r>
            <a:r>
              <a:rPr lang="en-ID" sz="1900" dirty="0"/>
              <a:t> </a:t>
            </a:r>
            <a:r>
              <a:rPr lang="en-ID" sz="1900" dirty="0" err="1"/>
              <a:t>makan</a:t>
            </a:r>
            <a:r>
              <a:rPr lang="en-ID" sz="1900" dirty="0"/>
              <a:t>, dan </a:t>
            </a:r>
            <a:r>
              <a:rPr lang="en-ID" sz="1900" dirty="0" err="1"/>
              <a:t>sering</a:t>
            </a:r>
            <a:r>
              <a:rPr lang="en-ID" sz="1900" dirty="0"/>
              <a:t> </a:t>
            </a:r>
            <a:r>
              <a:rPr lang="en-ID" sz="1900" dirty="0" err="1"/>
              <a:t>merasa</a:t>
            </a:r>
            <a:r>
              <a:rPr lang="en-ID" sz="1900" dirty="0"/>
              <a:t> </a:t>
            </a:r>
            <a:r>
              <a:rPr lang="en-ID" sz="1900" dirty="0" err="1"/>
              <a:t>sedih</a:t>
            </a:r>
            <a:r>
              <a:rPr lang="en-ID" sz="1900" dirty="0"/>
              <a:t> </a:t>
            </a:r>
            <a:r>
              <a:rPr lang="en-ID" sz="1900" dirty="0" err="1"/>
              <a:t>serta</a:t>
            </a:r>
            <a:r>
              <a:rPr lang="en-ID" sz="1900" dirty="0"/>
              <a:t> </a:t>
            </a:r>
            <a:r>
              <a:rPr lang="en-ID" sz="1900" dirty="0" err="1"/>
              <a:t>tertekan</a:t>
            </a:r>
            <a:r>
              <a:rPr lang="en-ID" sz="1900" dirty="0"/>
              <a:t> </a:t>
            </a:r>
            <a:r>
              <a:rPr lang="en-ID" sz="1900" dirty="0" err="1"/>
              <a:t>sejak</a:t>
            </a:r>
            <a:r>
              <a:rPr lang="en-ID" sz="1900" dirty="0"/>
              <a:t> </a:t>
            </a:r>
            <a:r>
              <a:rPr lang="en-ID" sz="1900" dirty="0" err="1"/>
              <a:t>mengetahui</a:t>
            </a:r>
            <a:r>
              <a:rPr lang="en-ID" sz="1900" dirty="0"/>
              <a:t> </a:t>
            </a:r>
            <a:r>
              <a:rPr lang="en-ID" sz="1900" dirty="0" err="1"/>
              <a:t>kondisi</a:t>
            </a:r>
            <a:r>
              <a:rPr lang="en-ID" sz="1900" dirty="0"/>
              <a:t> </a:t>
            </a:r>
            <a:r>
              <a:rPr lang="en-ID" sz="1900" dirty="0" err="1"/>
              <a:t>kehamilannya</a:t>
            </a:r>
            <a:r>
              <a:rPr lang="en-ID" sz="1900"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FC237-FE67-59D2-EE38-DE58435E9B34}"/>
              </a:ext>
            </a:extLst>
          </p:cNvPr>
          <p:cNvSpPr>
            <a:spLocks noGrp="1"/>
          </p:cNvSpPr>
          <p:nvPr>
            <p:ph type="ctrTitle"/>
          </p:nvPr>
        </p:nvSpPr>
        <p:spPr>
          <a:xfrm>
            <a:off x="866442" y="1447801"/>
            <a:ext cx="7326582" cy="3329581"/>
          </a:xfrm>
        </p:spPr>
        <p:txBody>
          <a:bodyPr/>
          <a:lstStyle/>
          <a:p>
            <a:r>
              <a:rPr lang="en-ID" sz="2000" dirty="0"/>
              <a:t>Pa'anga </a:t>
            </a:r>
            <a:r>
              <a:rPr lang="en-ID" sz="2000" dirty="0" err="1"/>
              <a:t>pasien</a:t>
            </a:r>
            <a:r>
              <a:rPr lang="en-ID" sz="2000" dirty="0"/>
              <a:t> </a:t>
            </a:r>
            <a:r>
              <a:rPr lang="en-ID" sz="2000" dirty="0" err="1"/>
              <a:t>menyarankan</a:t>
            </a:r>
            <a:r>
              <a:rPr lang="en-ID" sz="2000" dirty="0"/>
              <a:t> </a:t>
            </a:r>
            <a:r>
              <a:rPr lang="en-ID" sz="2000" dirty="0" err="1"/>
              <a:t>untuk</a:t>
            </a:r>
            <a:r>
              <a:rPr lang="en-ID" sz="2000" dirty="0"/>
              <a:t> “</a:t>
            </a:r>
            <a:r>
              <a:rPr lang="en-ID" sz="2000" dirty="0" err="1"/>
              <a:t>mencari</a:t>
            </a:r>
            <a:r>
              <a:rPr lang="en-ID" sz="2000" dirty="0"/>
              <a:t> </a:t>
            </a:r>
            <a:r>
              <a:rPr lang="en-ID" sz="2000" dirty="0" err="1"/>
              <a:t>jalan</a:t>
            </a:r>
            <a:r>
              <a:rPr lang="en-ID" sz="2000" dirty="0"/>
              <a:t> </a:t>
            </a:r>
            <a:r>
              <a:rPr lang="en-ID" sz="2000" dirty="0" err="1"/>
              <a:t>keluar</a:t>
            </a:r>
            <a:r>
              <a:rPr lang="en-ID" sz="2000" dirty="0"/>
              <a:t>” agar </a:t>
            </a:r>
            <a:r>
              <a:rPr lang="en-ID" sz="2000" dirty="0" err="1"/>
              <a:t>kehamilan</a:t>
            </a:r>
            <a:r>
              <a:rPr lang="en-ID" sz="2000" dirty="0"/>
              <a:t> </a:t>
            </a:r>
            <a:r>
              <a:rPr lang="en-ID" sz="2000" dirty="0" err="1"/>
              <a:t>tersebut</a:t>
            </a:r>
            <a:r>
              <a:rPr lang="en-ID" sz="2000" dirty="0"/>
              <a:t> </a:t>
            </a:r>
            <a:r>
              <a:rPr lang="en-ID" sz="2000" dirty="0" err="1"/>
              <a:t>tidak</a:t>
            </a:r>
            <a:r>
              <a:rPr lang="en-ID" sz="2000" dirty="0"/>
              <a:t> </a:t>
            </a:r>
            <a:r>
              <a:rPr lang="en-ID" sz="2000" dirty="0" err="1"/>
              <a:t>dilanjutkan</a:t>
            </a:r>
            <a:r>
              <a:rPr lang="en-ID" sz="2000" dirty="0"/>
              <a:t>, </a:t>
            </a:r>
            <a:r>
              <a:rPr lang="en-ID" sz="2000" dirty="0" err="1"/>
              <a:t>namun</a:t>
            </a:r>
            <a:r>
              <a:rPr lang="en-ID" sz="2000" dirty="0"/>
              <a:t> </a:t>
            </a:r>
            <a:r>
              <a:rPr lang="en-ID" sz="2000" dirty="0" err="1"/>
              <a:t>pasien</a:t>
            </a:r>
            <a:r>
              <a:rPr lang="en-ID" sz="2000" dirty="0"/>
              <a:t> </a:t>
            </a:r>
            <a:r>
              <a:rPr lang="en-ID" sz="2000" dirty="0" err="1"/>
              <a:t>merasa</a:t>
            </a:r>
            <a:r>
              <a:rPr lang="en-ID" sz="2000" dirty="0"/>
              <a:t> </a:t>
            </a:r>
            <a:r>
              <a:rPr lang="en-ID" sz="2000" dirty="0" err="1"/>
              <a:t>bingung</a:t>
            </a:r>
            <a:r>
              <a:rPr lang="en-ID" sz="2000" dirty="0"/>
              <a:t> dan </a:t>
            </a:r>
            <a:r>
              <a:rPr lang="en-ID" sz="2000" dirty="0" err="1"/>
              <a:t>takut</a:t>
            </a:r>
            <a:r>
              <a:rPr lang="en-ID" sz="2000" dirty="0"/>
              <a:t> </a:t>
            </a:r>
            <a:r>
              <a:rPr lang="en-ID" sz="2000" dirty="0" err="1"/>
              <a:t>terhadap</a:t>
            </a:r>
            <a:r>
              <a:rPr lang="en-ID" sz="2000" dirty="0"/>
              <a:t> </a:t>
            </a:r>
            <a:r>
              <a:rPr lang="en-ID" sz="2000" dirty="0" err="1"/>
              <a:t>risiko</a:t>
            </a:r>
            <a:r>
              <a:rPr lang="en-ID" sz="2000" dirty="0"/>
              <a:t> </a:t>
            </a:r>
            <a:r>
              <a:rPr lang="en-ID" sz="2000" dirty="0" err="1"/>
              <a:t>kesehatan</a:t>
            </a:r>
            <a:r>
              <a:rPr lang="en-ID" sz="2000" dirty="0"/>
              <a:t> </a:t>
            </a:r>
            <a:r>
              <a:rPr lang="en-ID" sz="2000" dirty="0" err="1"/>
              <a:t>serta</a:t>
            </a:r>
            <a:r>
              <a:rPr lang="en-ID" sz="2000" dirty="0"/>
              <a:t> </a:t>
            </a:r>
            <a:r>
              <a:rPr lang="en-ID" sz="2000" dirty="0" err="1"/>
              <a:t>konsekuensi</a:t>
            </a:r>
            <a:r>
              <a:rPr lang="en-ID" sz="2000" dirty="0"/>
              <a:t> </a:t>
            </a:r>
            <a:r>
              <a:rPr lang="en-ID" sz="2000" dirty="0" err="1"/>
              <a:t>sosial</a:t>
            </a:r>
            <a:r>
              <a:rPr lang="en-ID" sz="2000" dirty="0"/>
              <a:t> yang </a:t>
            </a:r>
            <a:r>
              <a:rPr lang="en-ID" sz="2000" dirty="0" err="1"/>
              <a:t>mungkin</a:t>
            </a:r>
            <a:r>
              <a:rPr lang="en-ID" sz="2000" dirty="0"/>
              <a:t> </a:t>
            </a:r>
            <a:r>
              <a:rPr lang="en-ID" sz="2000" dirty="0" err="1"/>
              <a:t>terjadi</a:t>
            </a:r>
            <a:r>
              <a:rPr lang="en-ID" sz="2000" dirty="0"/>
              <a:t>. </a:t>
            </a:r>
            <a:r>
              <a:rPr lang="en-ID" sz="2000" dirty="0" err="1"/>
              <a:t>Pasien</a:t>
            </a:r>
            <a:r>
              <a:rPr lang="en-ID" sz="2000" dirty="0"/>
              <a:t> </a:t>
            </a:r>
            <a:r>
              <a:rPr lang="en-ID" sz="2000" dirty="0" err="1"/>
              <a:t>datang</a:t>
            </a:r>
            <a:r>
              <a:rPr lang="en-ID" sz="2000" dirty="0"/>
              <a:t> </a:t>
            </a:r>
            <a:r>
              <a:rPr lang="en-ID" sz="2000" dirty="0" err="1"/>
              <a:t>ke</a:t>
            </a:r>
            <a:r>
              <a:rPr lang="en-ID" sz="2000" dirty="0"/>
              <a:t> </a:t>
            </a:r>
            <a:r>
              <a:rPr lang="en-ID" sz="2000" dirty="0" err="1"/>
              <a:t>fasilitas</a:t>
            </a:r>
            <a:r>
              <a:rPr lang="en-ID" sz="2000" dirty="0"/>
              <a:t> </a:t>
            </a:r>
            <a:r>
              <a:rPr lang="en-ID" sz="2000" dirty="0" err="1"/>
              <a:t>kesehatan</a:t>
            </a:r>
            <a:r>
              <a:rPr lang="en-ID" sz="2000" dirty="0"/>
              <a:t> </a:t>
            </a:r>
            <a:r>
              <a:rPr lang="en-ID" sz="2000" dirty="0" err="1"/>
              <a:t>dengan</a:t>
            </a:r>
            <a:r>
              <a:rPr lang="en-ID" sz="2000" dirty="0"/>
              <a:t> </a:t>
            </a:r>
            <a:r>
              <a:rPr lang="en-ID" sz="2000" dirty="0" err="1"/>
              <a:t>harapan</a:t>
            </a:r>
            <a:r>
              <a:rPr lang="en-ID" sz="2000" dirty="0"/>
              <a:t> </a:t>
            </a:r>
            <a:r>
              <a:rPr lang="en-ID" sz="2000" dirty="0" err="1"/>
              <a:t>mendapatkan</a:t>
            </a:r>
            <a:r>
              <a:rPr lang="en-ID" sz="2000" dirty="0"/>
              <a:t> </a:t>
            </a:r>
            <a:r>
              <a:rPr lang="en-ID" sz="2000" dirty="0" err="1"/>
              <a:t>informasi</a:t>
            </a:r>
            <a:r>
              <a:rPr lang="en-ID" sz="2000" dirty="0"/>
              <a:t> dan </a:t>
            </a:r>
            <a:r>
              <a:rPr lang="en-ID" sz="2000" dirty="0" err="1"/>
              <a:t>bantuan</a:t>
            </a:r>
            <a:r>
              <a:rPr lang="en-ID" sz="2000" dirty="0"/>
              <a:t> </a:t>
            </a:r>
            <a:r>
              <a:rPr lang="en-ID" sz="2000" dirty="0" err="1"/>
              <a:t>terkait</a:t>
            </a:r>
            <a:r>
              <a:rPr lang="en-ID" sz="2000" dirty="0"/>
              <a:t> </a:t>
            </a:r>
            <a:r>
              <a:rPr lang="en-ID" sz="2000" dirty="0" err="1"/>
              <a:t>kondisi</a:t>
            </a:r>
            <a:r>
              <a:rPr lang="en-ID" sz="2000" dirty="0"/>
              <a:t> yang </a:t>
            </a:r>
            <a:r>
              <a:rPr lang="en-ID" sz="2000" dirty="0" err="1"/>
              <a:t>dialaminya</a:t>
            </a:r>
            <a:r>
              <a:rPr lang="en-ID" sz="2000" dirty="0"/>
              <a:t>.</a:t>
            </a:r>
            <a:br>
              <a:rPr lang="en-ID" sz="2000" dirty="0"/>
            </a:br>
            <a:endParaRPr lang="en-ID" sz="2000" dirty="0"/>
          </a:p>
        </p:txBody>
      </p:sp>
      <p:sp>
        <p:nvSpPr>
          <p:cNvPr id="6" name="Title 1">
            <a:extLst>
              <a:ext uri="{FF2B5EF4-FFF2-40B4-BE49-F238E27FC236}">
                <a16:creationId xmlns:a16="http://schemas.microsoft.com/office/drawing/2014/main" id="{B82ADC7E-5A8B-D8EE-5F29-6DED5AB9C8B4}"/>
              </a:ext>
            </a:extLst>
          </p:cNvPr>
          <p:cNvSpPr txBox="1">
            <a:spLocks/>
          </p:cNvSpPr>
          <p:nvPr/>
        </p:nvSpPr>
        <p:spPr>
          <a:xfrm>
            <a:off x="704166" y="452718"/>
            <a:ext cx="7055380" cy="1400530"/>
          </a:xfrm>
          <a:prstGeom prst="rect">
            <a:avLst/>
          </a:prstGeom>
        </p:spPr>
        <p:txBody>
          <a:bodyPr vert="horz" lIns="91440" tIns="45720" rIns="91440" bIns="45720" rtlCol="0" anchor="b">
            <a:noAutofit/>
          </a:bodyPr>
          <a:lstStyle>
            <a:lvl1pPr algn="l" defTabSz="457207"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err="1"/>
              <a:t>Contoh</a:t>
            </a:r>
            <a:r>
              <a:rPr lang="en-US" b="1" dirty="0"/>
              <a:t> Kasus</a:t>
            </a:r>
          </a:p>
        </p:txBody>
      </p:sp>
    </p:spTree>
    <p:extLst>
      <p:ext uri="{BB962C8B-B14F-4D97-AF65-F5344CB8AC3E}">
        <p14:creationId xmlns:p14="http://schemas.microsoft.com/office/powerpoint/2010/main" val="3956641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937AF-3596-B307-34F4-E63D6B5DD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18C12-7470-AEAA-F935-F8F567A42F66}"/>
              </a:ext>
            </a:extLst>
          </p:cNvPr>
          <p:cNvSpPr>
            <a:spLocks noGrp="1"/>
          </p:cNvSpPr>
          <p:nvPr>
            <p:ph type="title"/>
          </p:nvPr>
        </p:nvSpPr>
        <p:spPr/>
        <p:txBody>
          <a:bodyPr/>
          <a:lstStyle/>
          <a:p>
            <a:r>
              <a:rPr lang="en-US" b="1" dirty="0" err="1"/>
              <a:t>Contoh</a:t>
            </a:r>
            <a:r>
              <a:rPr lang="en-US" b="1" dirty="0"/>
              <a:t> Kasus</a:t>
            </a:r>
            <a:endParaRPr b="1" dirty="0"/>
          </a:p>
        </p:txBody>
      </p:sp>
      <p:sp>
        <p:nvSpPr>
          <p:cNvPr id="3" name="Content Placeholder 2">
            <a:extLst>
              <a:ext uri="{FF2B5EF4-FFF2-40B4-BE49-F238E27FC236}">
                <a16:creationId xmlns:a16="http://schemas.microsoft.com/office/drawing/2014/main" id="{10DA4246-B0E5-2AA4-BC25-37D0E5E706F0}"/>
              </a:ext>
            </a:extLst>
          </p:cNvPr>
          <p:cNvSpPr>
            <a:spLocks noGrp="1"/>
          </p:cNvSpPr>
          <p:nvPr>
            <p:ph idx="1"/>
          </p:nvPr>
        </p:nvSpPr>
        <p:spPr>
          <a:xfrm>
            <a:off x="221225" y="1210449"/>
            <a:ext cx="8558981" cy="4525963"/>
          </a:xfrm>
        </p:spPr>
        <p:txBody>
          <a:bodyPr>
            <a:noAutofit/>
          </a:bodyPr>
          <a:lstStyle/>
          <a:p>
            <a:pPr marL="0" indent="0">
              <a:buNone/>
            </a:pPr>
            <a:r>
              <a:rPr lang="en-ID" sz="1800" b="1" dirty="0"/>
              <a:t>❓ </a:t>
            </a:r>
            <a:r>
              <a:rPr lang="en-ID" sz="1800" b="1" dirty="0" err="1"/>
              <a:t>Pertanyaan</a:t>
            </a:r>
            <a:r>
              <a:rPr lang="en-ID" sz="1800" b="1" dirty="0"/>
              <a:t> </a:t>
            </a:r>
            <a:r>
              <a:rPr lang="en-ID" sz="1800" b="1" dirty="0" err="1"/>
              <a:t>Diskusi</a:t>
            </a:r>
            <a:r>
              <a:rPr lang="en-ID" sz="1800" b="1" dirty="0"/>
              <a:t> / </a:t>
            </a:r>
            <a:r>
              <a:rPr lang="en-ID" sz="1800" b="1" dirty="0" err="1"/>
              <a:t>Analisis</a:t>
            </a:r>
            <a:endParaRPr lang="en-ID" sz="1800" b="1" dirty="0"/>
          </a:p>
          <a:p>
            <a:pPr>
              <a:buFont typeface="+mj-lt"/>
              <a:buAutoNum type="arabicPeriod"/>
            </a:pPr>
            <a:r>
              <a:rPr lang="en-ID" sz="1800" dirty="0"/>
              <a:t>Apa yang </a:t>
            </a:r>
            <a:r>
              <a:rPr lang="en-ID" sz="1800" dirty="0" err="1"/>
              <a:t>dimaksud</a:t>
            </a:r>
            <a:r>
              <a:rPr lang="en-ID" sz="1800" dirty="0"/>
              <a:t> </a:t>
            </a:r>
            <a:r>
              <a:rPr lang="en-ID" sz="1800" dirty="0" err="1"/>
              <a:t>dengan</a:t>
            </a:r>
            <a:r>
              <a:rPr lang="en-ID" sz="1800" dirty="0"/>
              <a:t> </a:t>
            </a:r>
            <a:r>
              <a:rPr lang="en-ID" sz="1800" dirty="0" err="1"/>
              <a:t>kehamilan</a:t>
            </a:r>
            <a:r>
              <a:rPr lang="en-ID" sz="1800" dirty="0"/>
              <a:t> yang </a:t>
            </a:r>
            <a:r>
              <a:rPr lang="en-ID" sz="1800" dirty="0" err="1"/>
              <a:t>tidak</a:t>
            </a:r>
            <a:r>
              <a:rPr lang="en-ID" sz="1800" dirty="0"/>
              <a:t> </a:t>
            </a:r>
            <a:r>
              <a:rPr lang="en-ID" sz="1800" dirty="0" err="1"/>
              <a:t>diinginkan</a:t>
            </a:r>
            <a:r>
              <a:rPr lang="en-ID" sz="1800" dirty="0"/>
              <a:t> </a:t>
            </a:r>
            <a:r>
              <a:rPr lang="en-ID" sz="1800" dirty="0" err="1"/>
              <a:t>dalam</a:t>
            </a:r>
            <a:r>
              <a:rPr lang="en-ID" sz="1800" dirty="0"/>
              <a:t> </a:t>
            </a:r>
            <a:r>
              <a:rPr lang="en-ID" sz="1800" dirty="0" err="1"/>
              <a:t>kasus</a:t>
            </a:r>
            <a:r>
              <a:rPr lang="en-ID" sz="1800" dirty="0"/>
              <a:t> </a:t>
            </a:r>
            <a:r>
              <a:rPr lang="en-ID" sz="1800" dirty="0" err="1"/>
              <a:t>ini</a:t>
            </a:r>
            <a:r>
              <a:rPr lang="en-ID" sz="1800" dirty="0"/>
              <a:t>? </a:t>
            </a:r>
          </a:p>
          <a:p>
            <a:pPr>
              <a:buFont typeface="+mj-lt"/>
              <a:buAutoNum type="arabicPeriod"/>
            </a:pPr>
            <a:r>
              <a:rPr lang="en-ID" sz="1800" dirty="0"/>
              <a:t>Faktor </a:t>
            </a:r>
            <a:r>
              <a:rPr lang="en-ID" sz="1800" dirty="0" err="1"/>
              <a:t>apa</a:t>
            </a:r>
            <a:r>
              <a:rPr lang="en-ID" sz="1800" dirty="0"/>
              <a:t> </a:t>
            </a:r>
            <a:r>
              <a:rPr lang="en-ID" sz="1800" dirty="0" err="1"/>
              <a:t>saja</a:t>
            </a:r>
            <a:r>
              <a:rPr lang="en-ID" sz="1800" dirty="0"/>
              <a:t> yang </a:t>
            </a:r>
            <a:r>
              <a:rPr lang="en-ID" sz="1800" dirty="0" err="1"/>
              <a:t>menyebabkan</a:t>
            </a:r>
            <a:r>
              <a:rPr lang="en-ID" sz="1800" dirty="0"/>
              <a:t> </a:t>
            </a:r>
            <a:r>
              <a:rPr lang="en-ID" sz="1800" dirty="0" err="1"/>
              <a:t>terjadinya</a:t>
            </a:r>
            <a:r>
              <a:rPr lang="en-ID" sz="1800" dirty="0"/>
              <a:t> </a:t>
            </a:r>
            <a:r>
              <a:rPr lang="en-ID" sz="1800" dirty="0" err="1"/>
              <a:t>kehamilan</a:t>
            </a:r>
            <a:r>
              <a:rPr lang="en-ID" sz="1800" dirty="0"/>
              <a:t> </a:t>
            </a:r>
            <a:r>
              <a:rPr lang="en-ID" sz="1800" dirty="0" err="1"/>
              <a:t>tidak</a:t>
            </a:r>
            <a:r>
              <a:rPr lang="en-ID" sz="1800" dirty="0"/>
              <a:t> </a:t>
            </a:r>
            <a:r>
              <a:rPr lang="en-ID" sz="1800" dirty="0" err="1"/>
              <a:t>diinginkan</a:t>
            </a:r>
            <a:r>
              <a:rPr lang="en-ID" sz="1800" dirty="0"/>
              <a:t> pada </a:t>
            </a:r>
            <a:r>
              <a:rPr lang="en-ID" sz="1800" dirty="0" err="1"/>
              <a:t>pasien</a:t>
            </a:r>
            <a:r>
              <a:rPr lang="en-ID" sz="1800" dirty="0"/>
              <a:t>? </a:t>
            </a:r>
          </a:p>
          <a:p>
            <a:pPr>
              <a:buFont typeface="+mj-lt"/>
              <a:buAutoNum type="arabicPeriod"/>
            </a:pPr>
            <a:r>
              <a:rPr lang="en-ID" sz="1800" dirty="0" err="1"/>
              <a:t>Identifikasi</a:t>
            </a:r>
            <a:r>
              <a:rPr lang="en-ID" sz="1800" dirty="0"/>
              <a:t> </a:t>
            </a:r>
            <a:r>
              <a:rPr lang="en-ID" sz="1800" dirty="0" err="1"/>
              <a:t>faktor</a:t>
            </a:r>
            <a:r>
              <a:rPr lang="en-ID" sz="1800" dirty="0"/>
              <a:t> </a:t>
            </a:r>
            <a:r>
              <a:rPr lang="en-ID" sz="1800" dirty="0" err="1"/>
              <a:t>biopsikososial</a:t>
            </a:r>
            <a:r>
              <a:rPr lang="en-ID" sz="1800" dirty="0"/>
              <a:t> yang </a:t>
            </a:r>
            <a:r>
              <a:rPr lang="en-ID" sz="1800" dirty="0" err="1"/>
              <a:t>memengaruhi</a:t>
            </a:r>
            <a:r>
              <a:rPr lang="en-ID" sz="1800" dirty="0"/>
              <a:t> </a:t>
            </a:r>
            <a:r>
              <a:rPr lang="en-ID" sz="1800" dirty="0" err="1"/>
              <a:t>kondisi</a:t>
            </a:r>
            <a:r>
              <a:rPr lang="en-ID" sz="1800" dirty="0"/>
              <a:t> </a:t>
            </a:r>
            <a:r>
              <a:rPr lang="en-ID" sz="1800" dirty="0" err="1"/>
              <a:t>pasien</a:t>
            </a:r>
            <a:r>
              <a:rPr lang="en-ID" sz="1800" dirty="0"/>
              <a:t> (</a:t>
            </a:r>
            <a:r>
              <a:rPr lang="en-ID" sz="1800" dirty="0" err="1"/>
              <a:t>biologis</a:t>
            </a:r>
            <a:r>
              <a:rPr lang="en-ID" sz="1800" dirty="0"/>
              <a:t>, </a:t>
            </a:r>
            <a:r>
              <a:rPr lang="en-ID" sz="1800" dirty="0" err="1"/>
              <a:t>psikologis</a:t>
            </a:r>
            <a:r>
              <a:rPr lang="en-ID" sz="1800" dirty="0"/>
              <a:t>, </a:t>
            </a:r>
            <a:r>
              <a:rPr lang="en-ID" sz="1800" dirty="0" err="1"/>
              <a:t>sosial</a:t>
            </a:r>
            <a:r>
              <a:rPr lang="en-ID" sz="1800" dirty="0"/>
              <a:t>). </a:t>
            </a:r>
          </a:p>
          <a:p>
            <a:pPr>
              <a:buFont typeface="+mj-lt"/>
              <a:buAutoNum type="arabicPeriod"/>
            </a:pPr>
            <a:r>
              <a:rPr lang="en-ID" sz="1800" dirty="0" err="1"/>
              <a:t>Bagaimana</a:t>
            </a:r>
            <a:r>
              <a:rPr lang="en-ID" sz="1800" dirty="0"/>
              <a:t> </a:t>
            </a:r>
            <a:r>
              <a:rPr lang="en-ID" sz="1800" dirty="0" err="1"/>
              <a:t>peran</a:t>
            </a:r>
            <a:r>
              <a:rPr lang="en-ID" sz="1800" dirty="0"/>
              <a:t> </a:t>
            </a:r>
            <a:r>
              <a:rPr lang="en-ID" sz="1800" dirty="0" err="1"/>
              <a:t>kurangnya</a:t>
            </a:r>
            <a:r>
              <a:rPr lang="en-ID" sz="1800" dirty="0"/>
              <a:t> </a:t>
            </a:r>
            <a:r>
              <a:rPr lang="en-ID" sz="1800" dirty="0" err="1"/>
              <a:t>edukasi</a:t>
            </a:r>
            <a:r>
              <a:rPr lang="en-ID" sz="1800" dirty="0"/>
              <a:t> </a:t>
            </a:r>
            <a:r>
              <a:rPr lang="en-ID" sz="1800" dirty="0" err="1"/>
              <a:t>kesehatan</a:t>
            </a:r>
            <a:r>
              <a:rPr lang="en-ID" sz="1800" dirty="0"/>
              <a:t> </a:t>
            </a:r>
            <a:r>
              <a:rPr lang="en-ID" sz="1800" dirty="0" err="1"/>
              <a:t>reproduksi</a:t>
            </a:r>
            <a:r>
              <a:rPr lang="en-ID" sz="1800" dirty="0"/>
              <a:t> </a:t>
            </a:r>
            <a:r>
              <a:rPr lang="en-ID" sz="1800" dirty="0" err="1"/>
              <a:t>dalam</a:t>
            </a:r>
            <a:r>
              <a:rPr lang="en-ID" sz="1800" dirty="0"/>
              <a:t> </a:t>
            </a:r>
            <a:r>
              <a:rPr lang="en-ID" sz="1800" dirty="0" err="1"/>
              <a:t>kasus</a:t>
            </a:r>
            <a:r>
              <a:rPr lang="en-ID" sz="1800" dirty="0"/>
              <a:t> </a:t>
            </a:r>
            <a:r>
              <a:rPr lang="en-ID" sz="1800" dirty="0" err="1"/>
              <a:t>ini</a:t>
            </a:r>
            <a:r>
              <a:rPr lang="en-ID" sz="1800" dirty="0"/>
              <a:t>? </a:t>
            </a:r>
          </a:p>
          <a:p>
            <a:pPr>
              <a:buFont typeface="+mj-lt"/>
              <a:buAutoNum type="arabicPeriod"/>
            </a:pPr>
            <a:r>
              <a:rPr lang="en-ID" sz="1800" dirty="0"/>
              <a:t>Apa </a:t>
            </a:r>
            <a:r>
              <a:rPr lang="en-ID" sz="1800" dirty="0" err="1"/>
              <a:t>saja</a:t>
            </a:r>
            <a:r>
              <a:rPr lang="en-ID" sz="1800" dirty="0"/>
              <a:t> </a:t>
            </a:r>
            <a:r>
              <a:rPr lang="en-ID" sz="1800" dirty="0" err="1"/>
              <a:t>dampak</a:t>
            </a:r>
            <a:r>
              <a:rPr lang="en-ID" sz="1800" dirty="0"/>
              <a:t> </a:t>
            </a:r>
            <a:r>
              <a:rPr lang="en-ID" sz="1800" dirty="0" err="1"/>
              <a:t>fisik</a:t>
            </a:r>
            <a:r>
              <a:rPr lang="en-ID" sz="1800" dirty="0"/>
              <a:t>, </a:t>
            </a:r>
            <a:r>
              <a:rPr lang="en-ID" sz="1800" dirty="0" err="1"/>
              <a:t>psikologis</a:t>
            </a:r>
            <a:r>
              <a:rPr lang="en-ID" sz="1800" dirty="0"/>
              <a:t>, dan </a:t>
            </a:r>
            <a:r>
              <a:rPr lang="en-ID" sz="1800" dirty="0" err="1"/>
              <a:t>sosial</a:t>
            </a:r>
            <a:r>
              <a:rPr lang="en-ID" sz="1800" dirty="0"/>
              <a:t> yang </a:t>
            </a:r>
            <a:r>
              <a:rPr lang="en-ID" sz="1800" dirty="0" err="1"/>
              <a:t>mungkin</a:t>
            </a:r>
            <a:r>
              <a:rPr lang="en-ID" sz="1800" dirty="0"/>
              <a:t> </a:t>
            </a:r>
            <a:r>
              <a:rPr lang="en-ID" sz="1800" dirty="0" err="1"/>
              <a:t>dialami</a:t>
            </a:r>
            <a:r>
              <a:rPr lang="en-ID" sz="1800" dirty="0"/>
              <a:t> </a:t>
            </a:r>
            <a:r>
              <a:rPr lang="en-ID" sz="1800" dirty="0" err="1"/>
              <a:t>pasien</a:t>
            </a:r>
            <a:r>
              <a:rPr lang="en-ID" sz="1800" dirty="0"/>
              <a:t>? </a:t>
            </a:r>
          </a:p>
          <a:p>
            <a:pPr>
              <a:buFont typeface="+mj-lt"/>
              <a:buAutoNum type="arabicPeriod"/>
            </a:pPr>
            <a:r>
              <a:rPr lang="en-ID" sz="1800" dirty="0" err="1"/>
              <a:t>Bagaimana</a:t>
            </a:r>
            <a:r>
              <a:rPr lang="en-ID" sz="1800" dirty="0"/>
              <a:t> </a:t>
            </a:r>
            <a:r>
              <a:rPr lang="en-ID" sz="1800" dirty="0" err="1"/>
              <a:t>kondisi</a:t>
            </a:r>
            <a:r>
              <a:rPr lang="en-ID" sz="1800" dirty="0"/>
              <a:t> </a:t>
            </a:r>
            <a:r>
              <a:rPr lang="en-ID" sz="1800" dirty="0" err="1"/>
              <a:t>ini</a:t>
            </a:r>
            <a:r>
              <a:rPr lang="en-ID" sz="1800" dirty="0"/>
              <a:t> </a:t>
            </a:r>
            <a:r>
              <a:rPr lang="en-ID" sz="1800" dirty="0" err="1"/>
              <a:t>dapat</a:t>
            </a:r>
            <a:r>
              <a:rPr lang="en-ID" sz="1800" dirty="0"/>
              <a:t> </a:t>
            </a:r>
            <a:r>
              <a:rPr lang="en-ID" sz="1800" dirty="0" err="1"/>
              <a:t>memengaruhi</a:t>
            </a:r>
            <a:r>
              <a:rPr lang="en-ID" sz="1800" dirty="0"/>
              <a:t> masa </a:t>
            </a:r>
            <a:r>
              <a:rPr lang="en-ID" sz="1800" dirty="0" err="1"/>
              <a:t>depan</a:t>
            </a:r>
            <a:r>
              <a:rPr lang="en-ID" sz="1800" dirty="0"/>
              <a:t> </a:t>
            </a:r>
            <a:r>
              <a:rPr lang="en-ID" sz="1800" dirty="0" err="1"/>
              <a:t>pendidikan</a:t>
            </a:r>
            <a:r>
              <a:rPr lang="en-ID" sz="1800" dirty="0"/>
              <a:t> dan </a:t>
            </a:r>
            <a:r>
              <a:rPr lang="en-ID" sz="1800" dirty="0" err="1"/>
              <a:t>sosial</a:t>
            </a:r>
            <a:r>
              <a:rPr lang="en-ID" sz="1800" dirty="0"/>
              <a:t> </a:t>
            </a:r>
            <a:r>
              <a:rPr lang="en-ID" sz="1800" dirty="0" err="1"/>
              <a:t>pasien</a:t>
            </a:r>
            <a:r>
              <a:rPr lang="en-ID" sz="1800" dirty="0"/>
              <a:t>? </a:t>
            </a:r>
          </a:p>
          <a:p>
            <a:pPr>
              <a:buFont typeface="+mj-lt"/>
              <a:buAutoNum type="arabicPeriod"/>
            </a:pPr>
            <a:r>
              <a:rPr lang="en-ID" sz="1800" dirty="0" err="1"/>
              <a:t>Mengapa</a:t>
            </a:r>
            <a:r>
              <a:rPr lang="en-ID" sz="1800" dirty="0"/>
              <a:t> </a:t>
            </a:r>
            <a:r>
              <a:rPr lang="en-ID" sz="1800" dirty="0" err="1"/>
              <a:t>kasus</a:t>
            </a:r>
            <a:r>
              <a:rPr lang="en-ID" sz="1800" dirty="0"/>
              <a:t> </a:t>
            </a:r>
            <a:r>
              <a:rPr lang="en-ID" sz="1800" dirty="0" err="1"/>
              <a:t>seperti</a:t>
            </a:r>
            <a:r>
              <a:rPr lang="en-ID" sz="1800" dirty="0"/>
              <a:t> </a:t>
            </a:r>
            <a:r>
              <a:rPr lang="en-ID" sz="1800" dirty="0" err="1"/>
              <a:t>ini</a:t>
            </a:r>
            <a:r>
              <a:rPr lang="en-ID" sz="1800" dirty="0"/>
              <a:t> </a:t>
            </a:r>
            <a:r>
              <a:rPr lang="en-ID" sz="1800" dirty="0" err="1"/>
              <a:t>menjadi</a:t>
            </a:r>
            <a:r>
              <a:rPr lang="en-ID" sz="1800" dirty="0"/>
              <a:t> </a:t>
            </a:r>
            <a:r>
              <a:rPr lang="en-ID" sz="1800" dirty="0" err="1"/>
              <a:t>masalah</a:t>
            </a:r>
            <a:r>
              <a:rPr lang="en-ID" sz="1800" dirty="0"/>
              <a:t> </a:t>
            </a:r>
            <a:r>
              <a:rPr lang="en-ID" sz="1800" dirty="0" err="1"/>
              <a:t>kesehatan</a:t>
            </a:r>
            <a:r>
              <a:rPr lang="en-ID" sz="1800" dirty="0"/>
              <a:t> </a:t>
            </a:r>
            <a:r>
              <a:rPr lang="en-ID" sz="1800" dirty="0" err="1"/>
              <a:t>masyarakat</a:t>
            </a:r>
            <a:r>
              <a:rPr lang="en-ID" sz="1800" dirty="0"/>
              <a:t>? </a:t>
            </a:r>
          </a:p>
          <a:p>
            <a:pPr>
              <a:buFont typeface="+mj-lt"/>
              <a:buAutoNum type="arabicPeriod"/>
            </a:pPr>
            <a:r>
              <a:rPr lang="en-ID" sz="1800" dirty="0" err="1"/>
              <a:t>Bagaimana</a:t>
            </a:r>
            <a:r>
              <a:rPr lang="en-ID" sz="1800" dirty="0"/>
              <a:t> </a:t>
            </a:r>
            <a:r>
              <a:rPr lang="en-ID" sz="1800" dirty="0" err="1"/>
              <a:t>hubungan</a:t>
            </a:r>
            <a:r>
              <a:rPr lang="en-ID" sz="1800" dirty="0"/>
              <a:t> </a:t>
            </a:r>
            <a:r>
              <a:rPr lang="en-ID" sz="1800" dirty="0" err="1"/>
              <a:t>antara</a:t>
            </a:r>
            <a:r>
              <a:rPr lang="en-ID" sz="1800" dirty="0"/>
              <a:t> </a:t>
            </a:r>
            <a:r>
              <a:rPr lang="en-ID" sz="1800" dirty="0" err="1"/>
              <a:t>akses</a:t>
            </a:r>
            <a:r>
              <a:rPr lang="en-ID" sz="1800" dirty="0"/>
              <a:t> </a:t>
            </a:r>
            <a:r>
              <a:rPr lang="en-ID" sz="1800" dirty="0" err="1"/>
              <a:t>kontrasepsi</a:t>
            </a:r>
            <a:r>
              <a:rPr lang="en-ID" sz="1800" dirty="0"/>
              <a:t> dan </a:t>
            </a:r>
            <a:r>
              <a:rPr lang="en-ID" sz="1800" dirty="0" err="1"/>
              <a:t>kejadian</a:t>
            </a:r>
            <a:r>
              <a:rPr lang="en-ID" sz="1800" dirty="0"/>
              <a:t> </a:t>
            </a:r>
            <a:r>
              <a:rPr lang="en-ID" sz="1800" dirty="0" err="1"/>
              <a:t>kehamilan</a:t>
            </a:r>
            <a:r>
              <a:rPr lang="en-ID" sz="1800" dirty="0"/>
              <a:t> </a:t>
            </a:r>
            <a:r>
              <a:rPr lang="en-ID" sz="1800" dirty="0" err="1"/>
              <a:t>tidak</a:t>
            </a:r>
            <a:r>
              <a:rPr lang="en-ID" sz="1800" dirty="0"/>
              <a:t> </a:t>
            </a:r>
            <a:r>
              <a:rPr lang="en-ID" sz="1800" dirty="0" err="1"/>
              <a:t>diinginkan</a:t>
            </a:r>
            <a:r>
              <a:rPr lang="en-ID" sz="1800" dirty="0"/>
              <a:t>? </a:t>
            </a:r>
          </a:p>
          <a:p>
            <a:pPr>
              <a:buFont typeface="+mj-lt"/>
              <a:buAutoNum type="arabicPeriod"/>
            </a:pPr>
            <a:r>
              <a:rPr lang="en-ID" sz="1800" dirty="0"/>
              <a:t>Apa </a:t>
            </a:r>
            <a:r>
              <a:rPr lang="en-ID" sz="1800" dirty="0" err="1"/>
              <a:t>peran</a:t>
            </a:r>
            <a:r>
              <a:rPr lang="en-ID" sz="1800" dirty="0"/>
              <a:t> </a:t>
            </a:r>
            <a:r>
              <a:rPr lang="en-ID" sz="1800" dirty="0" err="1"/>
              <a:t>tenaga</a:t>
            </a:r>
            <a:r>
              <a:rPr lang="en-ID" sz="1800" dirty="0"/>
              <a:t> </a:t>
            </a:r>
            <a:r>
              <a:rPr lang="en-ID" sz="1800" dirty="0" err="1"/>
              <a:t>kesehatan</a:t>
            </a:r>
            <a:r>
              <a:rPr lang="en-ID" sz="1800" dirty="0"/>
              <a:t> </a:t>
            </a:r>
            <a:r>
              <a:rPr lang="en-ID" sz="1800" dirty="0" err="1"/>
              <a:t>dalam</a:t>
            </a:r>
            <a:r>
              <a:rPr lang="en-ID" sz="1800" dirty="0"/>
              <a:t> </a:t>
            </a:r>
            <a:r>
              <a:rPr lang="en-ID" sz="1800" dirty="0" err="1"/>
              <a:t>menangani</a:t>
            </a:r>
            <a:r>
              <a:rPr lang="en-ID" sz="1800" dirty="0"/>
              <a:t> </a:t>
            </a:r>
            <a:r>
              <a:rPr lang="en-ID" sz="1800" dirty="0" err="1"/>
              <a:t>kasus</a:t>
            </a:r>
            <a:r>
              <a:rPr lang="en-ID" sz="1800" dirty="0"/>
              <a:t> </a:t>
            </a:r>
            <a:r>
              <a:rPr lang="en-ID" sz="1800" dirty="0" err="1"/>
              <a:t>ini</a:t>
            </a:r>
            <a:r>
              <a:rPr lang="en-ID" sz="1800" dirty="0"/>
              <a:t> </a:t>
            </a:r>
            <a:r>
              <a:rPr lang="en-ID" sz="1800" dirty="0" err="1"/>
              <a:t>secara</a:t>
            </a:r>
            <a:r>
              <a:rPr lang="en-ID" sz="1800" dirty="0"/>
              <a:t> </a:t>
            </a:r>
            <a:r>
              <a:rPr lang="en-ID" sz="1800" dirty="0" err="1"/>
              <a:t>profesional</a:t>
            </a:r>
            <a:r>
              <a:rPr lang="en-ID" sz="1800" dirty="0"/>
              <a:t>? </a:t>
            </a:r>
          </a:p>
          <a:p>
            <a:pPr>
              <a:buFont typeface="+mj-lt"/>
              <a:buAutoNum type="arabicPeriod"/>
            </a:pPr>
            <a:r>
              <a:rPr lang="en-ID" sz="1800" dirty="0" err="1"/>
              <a:t>Bagaimana</a:t>
            </a:r>
            <a:r>
              <a:rPr lang="en-ID" sz="1800" dirty="0"/>
              <a:t> </a:t>
            </a:r>
            <a:r>
              <a:rPr lang="en-ID" sz="1800" dirty="0" err="1"/>
              <a:t>pendekatan</a:t>
            </a:r>
            <a:r>
              <a:rPr lang="en-ID" sz="1800" dirty="0"/>
              <a:t> </a:t>
            </a:r>
            <a:r>
              <a:rPr lang="en-ID" sz="1800" dirty="0" err="1"/>
              <a:t>komunikasi</a:t>
            </a:r>
            <a:r>
              <a:rPr lang="en-ID" sz="1800" dirty="0"/>
              <a:t> yang </a:t>
            </a:r>
            <a:r>
              <a:rPr lang="en-ID" sz="1800" dirty="0" err="1"/>
              <a:t>tepat</a:t>
            </a:r>
            <a:r>
              <a:rPr lang="en-ID" sz="1800" dirty="0"/>
              <a:t> (</a:t>
            </a:r>
            <a:r>
              <a:rPr lang="en-ID" sz="1800" dirty="0" err="1"/>
              <a:t>empatik</a:t>
            </a:r>
            <a:r>
              <a:rPr lang="en-ID" sz="1800" dirty="0"/>
              <a:t> dan non-judgmental) </a:t>
            </a:r>
            <a:r>
              <a:rPr lang="en-ID" sz="1800" dirty="0" err="1"/>
              <a:t>terhadap</a:t>
            </a:r>
            <a:r>
              <a:rPr lang="en-ID" sz="1800" dirty="0"/>
              <a:t> </a:t>
            </a:r>
            <a:r>
              <a:rPr lang="en-ID" sz="1800" dirty="0" err="1"/>
              <a:t>pasien</a:t>
            </a:r>
            <a:r>
              <a:rPr lang="en-ID" sz="1800" dirty="0"/>
              <a:t>? </a:t>
            </a:r>
          </a:p>
          <a:p>
            <a:pPr>
              <a:buFont typeface="+mj-lt"/>
              <a:buAutoNum type="arabicPeriod"/>
            </a:pPr>
            <a:r>
              <a:rPr lang="en-ID" sz="1800" dirty="0"/>
              <a:t>Upaya </a:t>
            </a:r>
            <a:r>
              <a:rPr lang="en-ID" sz="1800" dirty="0" err="1"/>
              <a:t>apa</a:t>
            </a:r>
            <a:r>
              <a:rPr lang="en-ID" sz="1800" dirty="0"/>
              <a:t> </a:t>
            </a:r>
            <a:r>
              <a:rPr lang="en-ID" sz="1800" dirty="0" err="1"/>
              <a:t>saja</a:t>
            </a:r>
            <a:r>
              <a:rPr lang="en-ID" sz="1800" dirty="0"/>
              <a:t> yang </a:t>
            </a:r>
            <a:r>
              <a:rPr lang="en-ID" sz="1800" dirty="0" err="1"/>
              <a:t>dapat</a:t>
            </a:r>
            <a:r>
              <a:rPr lang="en-ID" sz="1800" dirty="0"/>
              <a:t> </a:t>
            </a:r>
            <a:r>
              <a:rPr lang="en-ID" sz="1800" dirty="0" err="1"/>
              <a:t>dilakukan</a:t>
            </a:r>
            <a:r>
              <a:rPr lang="en-ID" sz="1800" dirty="0"/>
              <a:t> </a:t>
            </a:r>
            <a:r>
              <a:rPr lang="en-ID" sz="1800" dirty="0" err="1"/>
              <a:t>untuk</a:t>
            </a:r>
            <a:r>
              <a:rPr lang="en-ID" sz="1800" dirty="0"/>
              <a:t> </a:t>
            </a:r>
            <a:r>
              <a:rPr lang="en-ID" sz="1800" dirty="0" err="1"/>
              <a:t>mencegah</a:t>
            </a:r>
            <a:r>
              <a:rPr lang="en-ID" sz="1800" dirty="0"/>
              <a:t> </a:t>
            </a:r>
            <a:r>
              <a:rPr lang="en-ID" sz="1800" dirty="0" err="1"/>
              <a:t>kasus</a:t>
            </a:r>
            <a:r>
              <a:rPr lang="en-ID" sz="1800" dirty="0"/>
              <a:t> </a:t>
            </a:r>
            <a:r>
              <a:rPr lang="en-ID" sz="1800" dirty="0" err="1"/>
              <a:t>serupa</a:t>
            </a:r>
            <a:r>
              <a:rPr lang="en-ID" sz="1800" dirty="0"/>
              <a:t> di </a:t>
            </a:r>
            <a:r>
              <a:rPr lang="en-ID" sz="1800" dirty="0" err="1"/>
              <a:t>masyarakat</a:t>
            </a:r>
            <a:r>
              <a:rPr lang="en-ID" sz="1800" dirty="0"/>
              <a:t>? </a:t>
            </a:r>
          </a:p>
          <a:p>
            <a:pPr>
              <a:buFont typeface="+mj-lt"/>
              <a:buAutoNum type="arabicPeriod"/>
            </a:pPr>
            <a:r>
              <a:rPr lang="en-ID" sz="1800" dirty="0" err="1"/>
              <a:t>Bagaimana</a:t>
            </a:r>
            <a:r>
              <a:rPr lang="en-ID" sz="1800" dirty="0"/>
              <a:t> </a:t>
            </a:r>
            <a:r>
              <a:rPr lang="en-ID" sz="1800" dirty="0" err="1"/>
              <a:t>pentingnya</a:t>
            </a:r>
            <a:r>
              <a:rPr lang="en-ID" sz="1800" dirty="0"/>
              <a:t> </a:t>
            </a:r>
            <a:r>
              <a:rPr lang="en-ID" sz="1800" dirty="0" err="1"/>
              <a:t>edukasi</a:t>
            </a:r>
            <a:r>
              <a:rPr lang="en-ID" sz="1800" dirty="0"/>
              <a:t> </a:t>
            </a:r>
            <a:r>
              <a:rPr lang="en-ID" sz="1800" dirty="0" err="1"/>
              <a:t>seksual</a:t>
            </a:r>
            <a:r>
              <a:rPr lang="en-ID" sz="1800" dirty="0"/>
              <a:t> </a:t>
            </a:r>
            <a:r>
              <a:rPr lang="en-ID" sz="1800" dirty="0" err="1"/>
              <a:t>komprehensif</a:t>
            </a:r>
            <a:r>
              <a:rPr lang="en-ID" sz="1800" dirty="0"/>
              <a:t> </a:t>
            </a:r>
            <a:r>
              <a:rPr lang="en-ID" sz="1800" dirty="0" err="1"/>
              <a:t>dalam</a:t>
            </a:r>
            <a:r>
              <a:rPr lang="en-ID" sz="1800" dirty="0"/>
              <a:t> </a:t>
            </a:r>
            <a:r>
              <a:rPr lang="en-ID" sz="1800" dirty="0" err="1"/>
              <a:t>konteks</a:t>
            </a:r>
            <a:r>
              <a:rPr lang="en-ID" sz="1800" dirty="0"/>
              <a:t> </a:t>
            </a:r>
            <a:r>
              <a:rPr lang="en-ID" sz="1800" dirty="0" err="1"/>
              <a:t>ini</a:t>
            </a:r>
            <a:r>
              <a:rPr lang="en-ID" sz="1800" dirty="0"/>
              <a:t>?</a:t>
            </a:r>
          </a:p>
        </p:txBody>
      </p:sp>
    </p:spTree>
    <p:extLst>
      <p:ext uri="{BB962C8B-B14F-4D97-AF65-F5344CB8AC3E}">
        <p14:creationId xmlns:p14="http://schemas.microsoft.com/office/powerpoint/2010/main" val="11751327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862</TotalTime>
  <Words>4440</Words>
  <Application>Microsoft Office PowerPoint</Application>
  <PresentationFormat>On-screen Show (4:3)</PresentationFormat>
  <Paragraphs>162</Paragraphs>
  <Slides>34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Calibri</vt:lpstr>
      <vt:lpstr>Century Gothic</vt:lpstr>
      <vt:lpstr>Wingdings 3</vt:lpstr>
      <vt:lpstr>Ion</vt:lpstr>
      <vt:lpstr>Kehamilan yang Tidak Diinginkan dan Aborsi</vt:lpstr>
      <vt:lpstr>Latar Belakang</vt:lpstr>
      <vt:lpstr>Definisi Kehamilan yang Tidak Diinginkan</vt:lpstr>
      <vt:lpstr>Definisi Aborsi</vt:lpstr>
      <vt:lpstr>Klasifikasi Aborsi</vt:lpstr>
      <vt:lpstr>PowerPoint Presentation</vt:lpstr>
      <vt:lpstr>Kurangnya Pengetahuan Kesehatan Reproduksi</vt:lpstr>
      <vt:lpstr>Akses Kontrasepsi yang Terbatas</vt:lpstr>
      <vt:lpstr>Perilaku Seksual Berisiko</vt:lpstr>
      <vt:lpstr>Kekerasan Seksual dan Hubungan Tidak Setara</vt:lpstr>
      <vt:lpstr>PowerPoint Presentation</vt:lpstr>
      <vt:lpstr>Faktor Sosial, Budaya, dan Keluarga</vt:lpstr>
      <vt:lpstr>Kehamilan di Luar Rencana</vt:lpstr>
      <vt:lpstr>Tekanan Psikologis dan Sosial</vt:lpstr>
      <vt:lpstr>Masalah Ekonomi</vt:lpstr>
      <vt:lpstr>Stigma Keluarga dan Masyarakat</vt:lpstr>
      <vt:lpstr>Keterbatasan Akses Layanan Kesehatan Reproduksi</vt:lpstr>
      <vt:lpstr>Dampak Fisik pada Ibu</vt:lpstr>
      <vt:lpstr>Dampak Psikologi</vt:lpstr>
      <vt:lpstr>Dampak Sosial dan Stigma</vt:lpstr>
      <vt:lpstr>Dampak Pendidikan dan Ekonomi</vt:lpstr>
      <vt:lpstr>Komplikasi Fisik Akibat Aborsi Tidak Aman</vt:lpstr>
      <vt:lpstr>Dampak Psikologis Pasca Aborsi</vt:lpstr>
      <vt:lpstr>Konsekuensi Sosial dan Stigma</vt:lpstr>
      <vt:lpstr>Aborsi Tidak Aman sebagai Masalah Kesehatan Masyarakat</vt:lpstr>
      <vt:lpstr>Peran Tenaga Kesehatan</vt:lpstr>
      <vt:lpstr>Pencegahan Kehamilan yang Tidak Diinginkan</vt:lpstr>
      <vt:lpstr>Pendidikan Kesehatan Reproduksi dan Kontrasepsi</vt:lpstr>
      <vt:lpstr>Pendekatan Pelayanan Kesehatan yang Komprehensif</vt:lpstr>
      <vt:lpstr>Perspektif Etik, Hukum, dan Kesehatan Masyarakat</vt:lpstr>
      <vt:lpstr>Kesimpulan, Pesan Kunci, dan Urgensi Pencegahan</vt:lpstr>
      <vt:lpstr>Contoh Kasus</vt:lpstr>
      <vt:lpstr>Pa'anga pasien menyarankan untuk “mencari jalan keluar” agar kehamilan tersebut tidak dilanjutkan, namun pasien merasa bingung dan takut terhadap risiko kesehatan serta konsekuensi sosial yang mungkin terjadi. Pasien datang ke fasilitas kesehatan dengan harapan mendapatkan informasi dan bantuan terkait kondisi yang dialaminya. </vt:lpstr>
      <vt:lpstr>Contoh Kasus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Dr. Mubarak</cp:lastModifiedBy>
  <cp:revision>13</cp:revision>
  <dcterms:created xsi:type="dcterms:W3CDTF">2013-01-27T09:14:16Z</dcterms:created>
  <dcterms:modified xsi:type="dcterms:W3CDTF">2026-04-10T05:24:44Z</dcterms:modified>
  <cp:category/>
</cp:coreProperties>
</file>